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tags/tag7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147479843" r:id="rId6"/>
    <p:sldId id="2147479838" r:id="rId7"/>
    <p:sldId id="2147375928" r:id="rId8"/>
    <p:sldId id="272" r:id="rId9"/>
    <p:sldId id="2147479837" r:id="rId10"/>
    <p:sldId id="2147479855" r:id="rId11"/>
    <p:sldId id="2147479841" r:id="rId12"/>
    <p:sldId id="2147375919" r:id="rId13"/>
    <p:sldId id="2147479842" r:id="rId14"/>
  </p:sldIdLst>
  <p:sldSz cx="12192000" cy="6858000"/>
  <p:notesSz cx="6858000" cy="9144000"/>
  <p:custDataLst>
    <p:tags r:id="rId16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olkit Nakamura" id="{CEA18141-D2FD-4E68-832F-E298B3C1CBE2}">
          <p14:sldIdLst>
            <p14:sldId id="256"/>
            <p14:sldId id="2147479843"/>
            <p14:sldId id="2147479838"/>
            <p14:sldId id="2147375928"/>
            <p14:sldId id="272"/>
            <p14:sldId id="2147479837"/>
            <p14:sldId id="2147479855"/>
            <p14:sldId id="2147479841"/>
            <p14:sldId id="2147375919"/>
            <p14:sldId id="2147479842"/>
          </p14:sldIdLst>
        </p14:section>
        <p14:section name="Recomendação Manut" id="{FF69E326-F036-4340-84DD-E2B2A0F7F64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5A"/>
    <a:srgbClr val="000080"/>
    <a:srgbClr val="F2F2F2"/>
    <a:srgbClr val="E4E2DE"/>
    <a:srgbClr val="D9D9D9"/>
    <a:srgbClr val="6C0775"/>
    <a:srgbClr val="BFBFBF"/>
    <a:srgbClr val="EFEFEF"/>
    <a:srgbClr val="7030A0"/>
    <a:srgbClr val="1932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93B8F-E4DA-431D-8015-02E7C0955A68}" v="12" dt="2026-04-16T14:30:11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HENRIQUE NAIDHIG" userId="72f09a53-49b8-486d-8465-f4ae31b3597c" providerId="ADAL" clId="{236FC9D9-FEE5-4D0A-94B5-16A5AED5FBCF}"/>
    <pc:docChg chg="undo redo custSel addSld delSld modSld modSection">
      <pc:chgData name="CARLOS HENRIQUE NAIDHIG" userId="72f09a53-49b8-486d-8465-f4ae31b3597c" providerId="ADAL" clId="{236FC9D9-FEE5-4D0A-94B5-16A5AED5FBCF}" dt="2026-04-16T15:20:28.136" v="25105" actId="20577"/>
      <pc:docMkLst>
        <pc:docMk/>
      </pc:docMkLst>
      <pc:sldChg chg="delSp modSp mod">
        <pc:chgData name="CARLOS HENRIQUE NAIDHIG" userId="72f09a53-49b8-486d-8465-f4ae31b3597c" providerId="ADAL" clId="{236FC9D9-FEE5-4D0A-94B5-16A5AED5FBCF}" dt="2026-04-16T14:30:11.055" v="25069"/>
        <pc:sldMkLst>
          <pc:docMk/>
          <pc:sldMk cId="981704674" sldId="256"/>
        </pc:sldMkLst>
        <pc:spChg chg="mod">
          <ac:chgData name="CARLOS HENRIQUE NAIDHIG" userId="72f09a53-49b8-486d-8465-f4ae31b3597c" providerId="ADAL" clId="{236FC9D9-FEE5-4D0A-94B5-16A5AED5FBCF}" dt="2026-03-24T17:29:06.179" v="3410" actId="6549"/>
          <ac:spMkLst>
            <pc:docMk/>
            <pc:sldMk cId="981704674" sldId="256"/>
            <ac:spMk id="8" creationId="{44B74DAC-3246-D3C3-1AFA-6D2CFBFF4DF8}"/>
          </ac:spMkLst>
        </pc:spChg>
        <pc:spChg chg="mod">
          <ac:chgData name="CARLOS HENRIQUE NAIDHIG" userId="72f09a53-49b8-486d-8465-f4ae31b3597c" providerId="ADAL" clId="{236FC9D9-FEE5-4D0A-94B5-16A5AED5FBCF}" dt="2026-03-24T17:28:58.979" v="3408" actId="20577"/>
          <ac:spMkLst>
            <pc:docMk/>
            <pc:sldMk cId="981704674" sldId="256"/>
            <ac:spMk id="13" creationId="{DF450CEB-72D6-63F4-611E-0D5E72822190}"/>
          </ac:spMkLst>
        </pc:spChg>
        <pc:spChg chg="mod">
          <ac:chgData name="CARLOS HENRIQUE NAIDHIG" userId="72f09a53-49b8-486d-8465-f4ae31b3597c" providerId="ADAL" clId="{236FC9D9-FEE5-4D0A-94B5-16A5AED5FBCF}" dt="2026-04-02T14:14:01.086" v="16896" actId="20577"/>
          <ac:spMkLst>
            <pc:docMk/>
            <pc:sldMk cId="981704674" sldId="256"/>
            <ac:spMk id="16" creationId="{0988E814-34D7-358A-8BF6-2CBDF2527D06}"/>
          </ac:spMkLst>
        </pc:spChg>
        <pc:graphicFrameChg chg="mod">
          <ac:chgData name="CARLOS HENRIQUE NAIDHIG" userId="72f09a53-49b8-486d-8465-f4ae31b3597c" providerId="ADAL" clId="{236FC9D9-FEE5-4D0A-94B5-16A5AED5FBCF}" dt="2026-04-16T14:30:11.055" v="25069"/>
          <ac:graphicFrameMkLst>
            <pc:docMk/>
            <pc:sldMk cId="981704674" sldId="256"/>
            <ac:graphicFrameMk id="9" creationId="{5434A2B1-C2CD-0EBF-8C53-FF9DD5A9FB7A}"/>
          </ac:graphicFrameMkLst>
        </pc:graphicFrameChg>
      </pc:sldChg>
      <pc:sldChg chg="addSp delSp modSp mod">
        <pc:chgData name="CARLOS HENRIQUE NAIDHIG" userId="72f09a53-49b8-486d-8465-f4ae31b3597c" providerId="ADAL" clId="{236FC9D9-FEE5-4D0A-94B5-16A5AED5FBCF}" dt="2026-03-24T19:18:34.615" v="3827" actId="1076"/>
        <pc:sldMkLst>
          <pc:docMk/>
          <pc:sldMk cId="4246349606" sldId="272"/>
        </pc:sldMkLst>
        <pc:spChg chg="mod">
          <ac:chgData name="CARLOS HENRIQUE NAIDHIG" userId="72f09a53-49b8-486d-8465-f4ae31b3597c" providerId="ADAL" clId="{236FC9D9-FEE5-4D0A-94B5-16A5AED5FBCF}" dt="2026-03-24T19:17:31.014" v="3818" actId="20577"/>
          <ac:spMkLst>
            <pc:docMk/>
            <pc:sldMk cId="4246349606" sldId="272"/>
            <ac:spMk id="10" creationId="{39336D91-8825-00B4-D9F9-0B2C0067DE73}"/>
          </ac:spMkLst>
        </pc:spChg>
        <pc:picChg chg="add mod">
          <ac:chgData name="CARLOS HENRIQUE NAIDHIG" userId="72f09a53-49b8-486d-8465-f4ae31b3597c" providerId="ADAL" clId="{236FC9D9-FEE5-4D0A-94B5-16A5AED5FBCF}" dt="2026-03-24T19:18:34.615" v="3827" actId="1076"/>
          <ac:picMkLst>
            <pc:docMk/>
            <pc:sldMk cId="4246349606" sldId="272"/>
            <ac:picMk id="11" creationId="{5C64A7D9-8BB0-F4BC-D450-1C8344DC809D}"/>
          </ac:picMkLst>
        </pc:picChg>
        <pc:picChg chg="mod">
          <ac:chgData name="CARLOS HENRIQUE NAIDHIG" userId="72f09a53-49b8-486d-8465-f4ae31b3597c" providerId="ADAL" clId="{236FC9D9-FEE5-4D0A-94B5-16A5AED5FBCF}" dt="2026-03-24T19:18:06.735" v="3823" actId="1076"/>
          <ac:picMkLst>
            <pc:docMk/>
            <pc:sldMk cId="4246349606" sldId="272"/>
            <ac:picMk id="14" creationId="{E17FF727-A547-1620-9D02-525C0947D0E5}"/>
          </ac:picMkLst>
        </pc:picChg>
        <pc:picChg chg="mod">
          <ac:chgData name="CARLOS HENRIQUE NAIDHIG" userId="72f09a53-49b8-486d-8465-f4ae31b3597c" providerId="ADAL" clId="{236FC9D9-FEE5-4D0A-94B5-16A5AED5FBCF}" dt="2026-03-24T19:17:54.345" v="3821" actId="1076"/>
          <ac:picMkLst>
            <pc:docMk/>
            <pc:sldMk cId="4246349606" sldId="272"/>
            <ac:picMk id="22" creationId="{03870DBA-4D4F-0340-3A1B-6DFA7AD72EE7}"/>
          </ac:picMkLst>
        </pc:picChg>
      </pc:sldChg>
      <pc:sldChg chg="delSp modSp mod">
        <pc:chgData name="CARLOS HENRIQUE NAIDHIG" userId="72f09a53-49b8-486d-8465-f4ae31b3597c" providerId="ADAL" clId="{236FC9D9-FEE5-4D0A-94B5-16A5AED5FBCF}" dt="2026-04-02T15:01:45.852" v="20500" actId="6549"/>
        <pc:sldMkLst>
          <pc:docMk/>
          <pc:sldMk cId="2869211122" sldId="2147375919"/>
        </pc:sldMkLst>
        <pc:graphicFrameChg chg="modGraphic">
          <ac:chgData name="CARLOS HENRIQUE NAIDHIG" userId="72f09a53-49b8-486d-8465-f4ae31b3597c" providerId="ADAL" clId="{236FC9D9-FEE5-4D0A-94B5-16A5AED5FBCF}" dt="2026-04-02T15:01:45.852" v="20500" actId="6549"/>
          <ac:graphicFrameMkLst>
            <pc:docMk/>
            <pc:sldMk cId="2869211122" sldId="2147375919"/>
            <ac:graphicFrameMk id="5" creationId="{8C7678A2-F9F5-59A4-F304-89AA33B77FC2}"/>
          </ac:graphicFrameMkLst>
        </pc:graphicFrameChg>
      </pc:sldChg>
      <pc:sldChg chg="addSp delSp modSp mod">
        <pc:chgData name="CARLOS HENRIQUE NAIDHIG" userId="72f09a53-49b8-486d-8465-f4ae31b3597c" providerId="ADAL" clId="{236FC9D9-FEE5-4D0A-94B5-16A5AED5FBCF}" dt="2026-03-28T13:03:04.406" v="3832" actId="20577"/>
        <pc:sldMkLst>
          <pc:docMk/>
          <pc:sldMk cId="396977645" sldId="2147375928"/>
        </pc:sldMkLst>
        <pc:spChg chg="mod">
          <ac:chgData name="CARLOS HENRIQUE NAIDHIG" userId="72f09a53-49b8-486d-8465-f4ae31b3597c" providerId="ADAL" clId="{236FC9D9-FEE5-4D0A-94B5-16A5AED5FBCF}" dt="2026-03-24T18:37:12.259" v="3547"/>
          <ac:spMkLst>
            <pc:docMk/>
            <pc:sldMk cId="396977645" sldId="2147375928"/>
            <ac:spMk id="8" creationId="{378A0AEB-D7AD-58F8-9B9A-4AD603AFCC81}"/>
          </ac:spMkLst>
        </pc:spChg>
        <pc:spChg chg="add mod">
          <ac:chgData name="CARLOS HENRIQUE NAIDHIG" userId="72f09a53-49b8-486d-8465-f4ae31b3597c" providerId="ADAL" clId="{236FC9D9-FEE5-4D0A-94B5-16A5AED5FBCF}" dt="2026-03-24T19:06:52.936" v="3791" actId="1076"/>
          <ac:spMkLst>
            <pc:docMk/>
            <pc:sldMk cId="396977645" sldId="2147375928"/>
            <ac:spMk id="9" creationId="{0DE961D4-5022-7976-08C9-147BC4C06656}"/>
          </ac:spMkLst>
        </pc:spChg>
        <pc:spChg chg="mod">
          <ac:chgData name="CARLOS HENRIQUE NAIDHIG" userId="72f09a53-49b8-486d-8465-f4ae31b3597c" providerId="ADAL" clId="{236FC9D9-FEE5-4D0A-94B5-16A5AED5FBCF}" dt="2026-03-24T18:38:56.504" v="3611" actId="1037"/>
          <ac:spMkLst>
            <pc:docMk/>
            <pc:sldMk cId="396977645" sldId="2147375928"/>
            <ac:spMk id="15" creationId="{4F316053-C66C-D234-56CD-C8AABE873770}"/>
          </ac:spMkLst>
        </pc:spChg>
        <pc:spChg chg="mod">
          <ac:chgData name="CARLOS HENRIQUE NAIDHIG" userId="72f09a53-49b8-486d-8465-f4ae31b3597c" providerId="ADAL" clId="{236FC9D9-FEE5-4D0A-94B5-16A5AED5FBCF}" dt="2026-03-24T18:39:03.809" v="3618" actId="1037"/>
          <ac:spMkLst>
            <pc:docMk/>
            <pc:sldMk cId="396977645" sldId="2147375928"/>
            <ac:spMk id="17" creationId="{B5FA49A6-020F-4F34-C5FF-CCC64DE738B0}"/>
          </ac:spMkLst>
        </pc:spChg>
        <pc:spChg chg="mod">
          <ac:chgData name="CARLOS HENRIQUE NAIDHIG" userId="72f09a53-49b8-486d-8465-f4ae31b3597c" providerId="ADAL" clId="{236FC9D9-FEE5-4D0A-94B5-16A5AED5FBCF}" dt="2026-03-24T18:39:49.608" v="3634" actId="20577"/>
          <ac:spMkLst>
            <pc:docMk/>
            <pc:sldMk cId="396977645" sldId="2147375928"/>
            <ac:spMk id="26" creationId="{FEBA2FCC-A901-F2A5-FA89-DADB2FD7551E}"/>
          </ac:spMkLst>
        </pc:spChg>
        <pc:spChg chg="mod">
          <ac:chgData name="CARLOS HENRIQUE NAIDHIG" userId="72f09a53-49b8-486d-8465-f4ae31b3597c" providerId="ADAL" clId="{236FC9D9-FEE5-4D0A-94B5-16A5AED5FBCF}" dt="2026-03-24T18:40:19.096" v="3637" actId="20577"/>
          <ac:spMkLst>
            <pc:docMk/>
            <pc:sldMk cId="396977645" sldId="2147375928"/>
            <ac:spMk id="27" creationId="{E5AAD7A5-DA9C-931E-849E-58A81EA827B4}"/>
          </ac:spMkLst>
        </pc:spChg>
        <pc:spChg chg="mod">
          <ac:chgData name="CARLOS HENRIQUE NAIDHIG" userId="72f09a53-49b8-486d-8465-f4ae31b3597c" providerId="ADAL" clId="{236FC9D9-FEE5-4D0A-94B5-16A5AED5FBCF}" dt="2026-03-24T18:37:48.551" v="3565" actId="20577"/>
          <ac:spMkLst>
            <pc:docMk/>
            <pc:sldMk cId="396977645" sldId="2147375928"/>
            <ac:spMk id="39" creationId="{425C6C7B-54C6-9481-0E1B-E0CB457F5F84}"/>
          </ac:spMkLst>
        </pc:spChg>
        <pc:spChg chg="add del mod">
          <ac:chgData name="CARLOS HENRIQUE NAIDHIG" userId="72f09a53-49b8-486d-8465-f4ae31b3597c" providerId="ADAL" clId="{236FC9D9-FEE5-4D0A-94B5-16A5AED5FBCF}" dt="2026-03-24T19:05:37.296" v="3775" actId="1076"/>
          <ac:spMkLst>
            <pc:docMk/>
            <pc:sldMk cId="396977645" sldId="2147375928"/>
            <ac:spMk id="46" creationId="{24ECC716-DD02-9FC4-C52F-59980B51CB0B}"/>
          </ac:spMkLst>
        </pc:spChg>
        <pc:spChg chg="add del mod">
          <ac:chgData name="CARLOS HENRIQUE NAIDHIG" userId="72f09a53-49b8-486d-8465-f4ae31b3597c" providerId="ADAL" clId="{236FC9D9-FEE5-4D0A-94B5-16A5AED5FBCF}" dt="2026-03-24T19:05:20.635" v="3772" actId="1076"/>
          <ac:spMkLst>
            <pc:docMk/>
            <pc:sldMk cId="396977645" sldId="2147375928"/>
            <ac:spMk id="49" creationId="{D4C601EF-3585-A677-93C0-65EC31A37E5E}"/>
          </ac:spMkLst>
        </pc:spChg>
        <pc:spChg chg="mod">
          <ac:chgData name="CARLOS HENRIQUE NAIDHIG" userId="72f09a53-49b8-486d-8465-f4ae31b3597c" providerId="ADAL" clId="{236FC9D9-FEE5-4D0A-94B5-16A5AED5FBCF}" dt="2026-03-28T13:03:04.406" v="3832" actId="20577"/>
          <ac:spMkLst>
            <pc:docMk/>
            <pc:sldMk cId="396977645" sldId="2147375928"/>
            <ac:spMk id="50" creationId="{DD3E5B1D-CFF1-E71C-0D1A-8B066A9301BC}"/>
          </ac:spMkLst>
        </pc:spChg>
        <pc:grpChg chg="mod">
          <ac:chgData name="CARLOS HENRIQUE NAIDHIG" userId="72f09a53-49b8-486d-8465-f4ae31b3597c" providerId="ADAL" clId="{236FC9D9-FEE5-4D0A-94B5-16A5AED5FBCF}" dt="2026-03-24T18:38:42.137" v="3604" actId="14100"/>
          <ac:grpSpMkLst>
            <pc:docMk/>
            <pc:sldMk cId="396977645" sldId="2147375928"/>
            <ac:grpSpMk id="13" creationId="{F9415D66-7907-1A2D-3ECE-6DCDE0F017CE}"/>
          </ac:grpSpMkLst>
        </pc:grpChg>
      </pc:sldChg>
      <pc:sldChg chg="addSp delSp modSp mod">
        <pc:chgData name="CARLOS HENRIQUE NAIDHIG" userId="72f09a53-49b8-486d-8465-f4ae31b3597c" providerId="ADAL" clId="{236FC9D9-FEE5-4D0A-94B5-16A5AED5FBCF}" dt="2026-04-02T13:01:31.368" v="16656" actId="2711"/>
        <pc:sldMkLst>
          <pc:docMk/>
          <pc:sldMk cId="1236206627" sldId="2147479837"/>
        </pc:sldMkLst>
        <pc:spChg chg="mod">
          <ac:chgData name="CARLOS HENRIQUE NAIDHIG" userId="72f09a53-49b8-486d-8465-f4ae31b3597c" providerId="ADAL" clId="{236FC9D9-FEE5-4D0A-94B5-16A5AED5FBCF}" dt="2026-03-28T13:10:30.255" v="4381" actId="20577"/>
          <ac:spMkLst>
            <pc:docMk/>
            <pc:sldMk cId="1236206627" sldId="2147479837"/>
            <ac:spMk id="12" creationId="{875EA210-FDE5-5316-A527-B2812720764B}"/>
          </ac:spMkLst>
        </pc:spChg>
        <pc:graphicFrameChg chg="add mod">
          <ac:chgData name="CARLOS HENRIQUE NAIDHIG" userId="72f09a53-49b8-486d-8465-f4ae31b3597c" providerId="ADAL" clId="{236FC9D9-FEE5-4D0A-94B5-16A5AED5FBCF}" dt="2026-04-02T13:01:31.368" v="16656" actId="2711"/>
          <ac:graphicFrameMkLst>
            <pc:docMk/>
            <pc:sldMk cId="1236206627" sldId="2147479837"/>
            <ac:graphicFrameMk id="7" creationId="{F0D3CD16-8097-5756-D325-607CEC534BD2}"/>
          </ac:graphicFrameMkLst>
        </pc:graphicFrameChg>
        <pc:graphicFrameChg chg="modGraphic">
          <ac:chgData name="CARLOS HENRIQUE NAIDHIG" userId="72f09a53-49b8-486d-8465-f4ae31b3597c" providerId="ADAL" clId="{236FC9D9-FEE5-4D0A-94B5-16A5AED5FBCF}" dt="2026-03-28T13:11:01.662" v="4412" actId="20577"/>
          <ac:graphicFrameMkLst>
            <pc:docMk/>
            <pc:sldMk cId="1236206627" sldId="2147479837"/>
            <ac:graphicFrameMk id="25" creationId="{3E371F87-516A-B3CB-E0BE-A6061CA66D58}"/>
          </ac:graphicFrameMkLst>
        </pc:graphicFrameChg>
      </pc:sldChg>
      <pc:sldChg chg="delSp modSp mod">
        <pc:chgData name="CARLOS HENRIQUE NAIDHIG" userId="72f09a53-49b8-486d-8465-f4ae31b3597c" providerId="ADAL" clId="{236FC9D9-FEE5-4D0A-94B5-16A5AED5FBCF}" dt="2026-04-16T15:20:28.136" v="25105" actId="20577"/>
        <pc:sldMkLst>
          <pc:docMk/>
          <pc:sldMk cId="2685244169" sldId="2147479838"/>
        </pc:sldMkLst>
        <pc:graphicFrameChg chg="mod">
          <ac:chgData name="CARLOS HENRIQUE NAIDHIG" userId="72f09a53-49b8-486d-8465-f4ae31b3597c" providerId="ADAL" clId="{236FC9D9-FEE5-4D0A-94B5-16A5AED5FBCF}" dt="2026-04-16T14:30:11.030" v="25067"/>
          <ac:graphicFrameMkLst>
            <pc:docMk/>
            <pc:sldMk cId="2685244169" sldId="2147479838"/>
            <ac:graphicFrameMk id="4" creationId="{26B507DA-81F4-B527-B532-E28672629A56}"/>
          </ac:graphicFrameMkLst>
        </pc:graphicFrameChg>
        <pc:graphicFrameChg chg="mod modGraphic">
          <ac:chgData name="CARLOS HENRIQUE NAIDHIG" userId="72f09a53-49b8-486d-8465-f4ae31b3597c" providerId="ADAL" clId="{236FC9D9-FEE5-4D0A-94B5-16A5AED5FBCF}" dt="2026-04-16T15:20:28.136" v="25105" actId="20577"/>
          <ac:graphicFrameMkLst>
            <pc:docMk/>
            <pc:sldMk cId="2685244169" sldId="2147479838"/>
            <ac:graphicFrameMk id="6" creationId="{A31BBE37-1064-6B38-45D5-7DD635B68BF4}"/>
          </ac:graphicFrameMkLst>
        </pc:graphicFrameChg>
      </pc:sldChg>
      <pc:sldChg chg="addSp delSp modSp add del mod modShow">
        <pc:chgData name="CARLOS HENRIQUE NAIDHIG" userId="72f09a53-49b8-486d-8465-f4ae31b3597c" providerId="ADAL" clId="{236FC9D9-FEE5-4D0A-94B5-16A5AED5FBCF}" dt="2026-04-07T19:35:50.220" v="25011"/>
        <pc:sldMkLst>
          <pc:docMk/>
          <pc:sldMk cId="1754523094" sldId="2147479841"/>
        </pc:sldMkLst>
        <pc:spChg chg="mod ord">
          <ac:chgData name="CARLOS HENRIQUE NAIDHIG" userId="72f09a53-49b8-486d-8465-f4ae31b3597c" providerId="ADAL" clId="{236FC9D9-FEE5-4D0A-94B5-16A5AED5FBCF}" dt="2026-04-07T19:35:50.194" v="24961"/>
          <ac:spMkLst>
            <pc:docMk/>
            <pc:sldMk cId="1754523094" sldId="2147479841"/>
            <ac:spMk id="5" creationId="{657FCDEF-67E9-F569-0E21-64B7B4FEAC5B}"/>
          </ac:spMkLst>
        </pc:spChg>
        <pc:spChg chg="add mod">
          <ac:chgData name="CARLOS HENRIQUE NAIDHIG" userId="72f09a53-49b8-486d-8465-f4ae31b3597c" providerId="ADAL" clId="{236FC9D9-FEE5-4D0A-94B5-16A5AED5FBCF}" dt="2026-04-07T19:35:50.182" v="24922"/>
          <ac:spMkLst>
            <pc:docMk/>
            <pc:sldMk cId="1754523094" sldId="2147479841"/>
            <ac:spMk id="21" creationId="{3FFC2774-C17C-38F7-8B30-DB3307851B5D}"/>
          </ac:spMkLst>
        </pc:spChg>
        <pc:spChg chg="mod">
          <ac:chgData name="CARLOS HENRIQUE NAIDHIG" userId="72f09a53-49b8-486d-8465-f4ae31b3597c" providerId="ADAL" clId="{236FC9D9-FEE5-4D0A-94B5-16A5AED5FBCF}" dt="2026-04-07T19:35:50.185" v="24929"/>
          <ac:spMkLst>
            <pc:docMk/>
            <pc:sldMk cId="1754523094" sldId="2147479841"/>
            <ac:spMk id="23" creationId="{68CA9798-464C-30AC-C025-1E1DCD9194BD}"/>
          </ac:spMkLst>
        </pc:spChg>
        <pc:spChg chg="mod ord">
          <ac:chgData name="CARLOS HENRIQUE NAIDHIG" userId="72f09a53-49b8-486d-8465-f4ae31b3597c" providerId="ADAL" clId="{236FC9D9-FEE5-4D0A-94B5-16A5AED5FBCF}" dt="2026-04-07T19:35:50.185" v="24931"/>
          <ac:spMkLst>
            <pc:docMk/>
            <pc:sldMk cId="1754523094" sldId="2147479841"/>
            <ac:spMk id="25" creationId="{5D96A4B6-AE32-EC38-F78F-8D7DDD04DAD5}"/>
          </ac:spMkLst>
        </pc:spChg>
        <pc:spChg chg="add mod">
          <ac:chgData name="CARLOS HENRIQUE NAIDHIG" userId="72f09a53-49b8-486d-8465-f4ae31b3597c" providerId="ADAL" clId="{236FC9D9-FEE5-4D0A-94B5-16A5AED5FBCF}" dt="2026-04-07T19:35:50.183" v="24924"/>
          <ac:spMkLst>
            <pc:docMk/>
            <pc:sldMk cId="1754523094" sldId="2147479841"/>
            <ac:spMk id="27" creationId="{AEC0EF1A-5A6E-2F4B-3031-BBB11B1B0963}"/>
          </ac:spMkLst>
        </pc:spChg>
        <pc:spChg chg="mod ord">
          <ac:chgData name="CARLOS HENRIQUE NAIDHIG" userId="72f09a53-49b8-486d-8465-f4ae31b3597c" providerId="ADAL" clId="{236FC9D9-FEE5-4D0A-94B5-16A5AED5FBCF}" dt="2026-04-07T19:35:50.212" v="24996"/>
          <ac:spMkLst>
            <pc:docMk/>
            <pc:sldMk cId="1754523094" sldId="2147479841"/>
            <ac:spMk id="30" creationId="{9FF07A76-C56D-4597-7891-6D7602C04727}"/>
          </ac:spMkLst>
        </pc:spChg>
        <pc:spChg chg="mod">
          <ac:chgData name="CARLOS HENRIQUE NAIDHIG" userId="72f09a53-49b8-486d-8465-f4ae31b3597c" providerId="ADAL" clId="{236FC9D9-FEE5-4D0A-94B5-16A5AED5FBCF}" dt="2026-04-07T19:35:50.188" v="24942"/>
          <ac:spMkLst>
            <pc:docMk/>
            <pc:sldMk cId="1754523094" sldId="2147479841"/>
            <ac:spMk id="31" creationId="{9BF7E97B-0540-6FE0-91F8-DA5A19EA3782}"/>
          </ac:spMkLst>
        </pc:spChg>
        <pc:spChg chg="add mod ord">
          <ac:chgData name="CARLOS HENRIQUE NAIDHIG" userId="72f09a53-49b8-486d-8465-f4ae31b3597c" providerId="ADAL" clId="{236FC9D9-FEE5-4D0A-94B5-16A5AED5FBCF}" dt="2026-04-07T19:35:50.214" v="25000"/>
          <ac:spMkLst>
            <pc:docMk/>
            <pc:sldMk cId="1754523094" sldId="2147479841"/>
            <ac:spMk id="33" creationId="{3E731BD7-DE68-D80F-8938-03424E4FA3DF}"/>
          </ac:spMkLst>
        </pc:spChg>
        <pc:spChg chg="add mod ord">
          <ac:chgData name="CARLOS HENRIQUE NAIDHIG" userId="72f09a53-49b8-486d-8465-f4ae31b3597c" providerId="ADAL" clId="{236FC9D9-FEE5-4D0A-94B5-16A5AED5FBCF}" dt="2026-04-07T19:35:50.215" v="25002"/>
          <ac:spMkLst>
            <pc:docMk/>
            <pc:sldMk cId="1754523094" sldId="2147479841"/>
            <ac:spMk id="35" creationId="{B8FAF8BD-0E8A-375B-F100-CCA7B9EB5AD1}"/>
          </ac:spMkLst>
        </pc:spChg>
        <pc:spChg chg="add mod ord">
          <ac:chgData name="CARLOS HENRIQUE NAIDHIG" userId="72f09a53-49b8-486d-8465-f4ae31b3597c" providerId="ADAL" clId="{236FC9D9-FEE5-4D0A-94B5-16A5AED5FBCF}" dt="2026-04-07T19:35:50.215" v="25004"/>
          <ac:spMkLst>
            <pc:docMk/>
            <pc:sldMk cId="1754523094" sldId="2147479841"/>
            <ac:spMk id="37" creationId="{AD39529C-06D7-5737-3F51-466CCD6726E4}"/>
          </ac:spMkLst>
        </pc:spChg>
        <pc:spChg chg="mod ord">
          <ac:chgData name="CARLOS HENRIQUE NAIDHIG" userId="72f09a53-49b8-486d-8465-f4ae31b3597c" providerId="ADAL" clId="{236FC9D9-FEE5-4D0A-94B5-16A5AED5FBCF}" dt="2026-04-07T19:35:50.198" v="24970"/>
          <ac:spMkLst>
            <pc:docMk/>
            <pc:sldMk cId="1754523094" sldId="2147479841"/>
            <ac:spMk id="40" creationId="{1A7249F2-8029-CF9A-70DF-CD4F0C70B053}"/>
          </ac:spMkLst>
        </pc:spChg>
        <pc:spChg chg="add mod ord">
          <ac:chgData name="CARLOS HENRIQUE NAIDHIG" userId="72f09a53-49b8-486d-8465-f4ae31b3597c" providerId="ADAL" clId="{236FC9D9-FEE5-4D0A-94B5-16A5AED5FBCF}" dt="2026-04-07T19:35:50.191" v="24951"/>
          <ac:spMkLst>
            <pc:docMk/>
            <pc:sldMk cId="1754523094" sldId="2147479841"/>
            <ac:spMk id="63" creationId="{2856350D-3A58-4843-AC5A-E622163AF93E}"/>
          </ac:spMkLst>
        </pc:spChg>
        <pc:spChg chg="add mod ord">
          <ac:chgData name="CARLOS HENRIQUE NAIDHIG" userId="72f09a53-49b8-486d-8465-f4ae31b3597c" providerId="ADAL" clId="{236FC9D9-FEE5-4D0A-94B5-16A5AED5FBCF}" dt="2026-04-07T19:35:50.192" v="24953"/>
          <ac:spMkLst>
            <pc:docMk/>
            <pc:sldMk cId="1754523094" sldId="2147479841"/>
            <ac:spMk id="68" creationId="{45E48F5E-505B-4B1C-B0A2-C737AA836C81}"/>
          </ac:spMkLst>
        </pc:spChg>
        <pc:spChg chg="add mod">
          <ac:chgData name="CARLOS HENRIQUE NAIDHIG" userId="72f09a53-49b8-486d-8465-f4ae31b3597c" providerId="ADAL" clId="{236FC9D9-FEE5-4D0A-94B5-16A5AED5FBCF}" dt="2026-04-07T19:35:50.191" v="24950"/>
          <ac:spMkLst>
            <pc:docMk/>
            <pc:sldMk cId="1754523094" sldId="2147479841"/>
            <ac:spMk id="82" creationId="{D0DCF862-2913-453F-90FE-FEB28B6809D4}"/>
          </ac:spMkLst>
        </pc:spChg>
        <pc:spChg chg="add mod">
          <ac:chgData name="CARLOS HENRIQUE NAIDHIG" userId="72f09a53-49b8-486d-8465-f4ae31b3597c" providerId="ADAL" clId="{236FC9D9-FEE5-4D0A-94B5-16A5AED5FBCF}" dt="2026-04-07T19:35:50.192" v="24952"/>
          <ac:spMkLst>
            <pc:docMk/>
            <pc:sldMk cId="1754523094" sldId="2147479841"/>
            <ac:spMk id="83" creationId="{9FD1CBF4-CCA2-4598-BCB1-A6B51DB2088A}"/>
          </ac:spMkLst>
        </pc:spChg>
        <pc:spChg chg="add mod">
          <ac:chgData name="CARLOS HENRIQUE NAIDHIG" userId="72f09a53-49b8-486d-8465-f4ae31b3597c" providerId="ADAL" clId="{236FC9D9-FEE5-4D0A-94B5-16A5AED5FBCF}" dt="2026-04-07T19:35:50.192" v="24954"/>
          <ac:spMkLst>
            <pc:docMk/>
            <pc:sldMk cId="1754523094" sldId="2147479841"/>
            <ac:spMk id="84" creationId="{F0CBF1BA-B6AB-4B17-A26F-66D44F53FDFF}"/>
          </ac:spMkLst>
        </pc:spChg>
        <pc:spChg chg="add mod">
          <ac:chgData name="CARLOS HENRIQUE NAIDHIG" userId="72f09a53-49b8-486d-8465-f4ae31b3597c" providerId="ADAL" clId="{236FC9D9-FEE5-4D0A-94B5-16A5AED5FBCF}" dt="2026-04-07T19:35:50.192" v="24955"/>
          <ac:spMkLst>
            <pc:docMk/>
            <pc:sldMk cId="1754523094" sldId="2147479841"/>
            <ac:spMk id="85" creationId="{C0938359-14A2-444F-87B8-6EC059CA18BD}"/>
          </ac:spMkLst>
        </pc:spChg>
        <pc:spChg chg="add mod">
          <ac:chgData name="CARLOS HENRIQUE NAIDHIG" userId="72f09a53-49b8-486d-8465-f4ae31b3597c" providerId="ADAL" clId="{236FC9D9-FEE5-4D0A-94B5-16A5AED5FBCF}" dt="2026-04-07T19:35:50.192" v="24956"/>
          <ac:spMkLst>
            <pc:docMk/>
            <pc:sldMk cId="1754523094" sldId="2147479841"/>
            <ac:spMk id="86" creationId="{08B4CAEA-5179-4201-B492-C0D7CB77AC3A}"/>
          </ac:spMkLst>
        </pc:spChg>
        <pc:spChg chg="add mod">
          <ac:chgData name="CARLOS HENRIQUE NAIDHIG" userId="72f09a53-49b8-486d-8465-f4ae31b3597c" providerId="ADAL" clId="{236FC9D9-FEE5-4D0A-94B5-16A5AED5FBCF}" dt="2026-04-07T19:35:50.193" v="24957"/>
          <ac:spMkLst>
            <pc:docMk/>
            <pc:sldMk cId="1754523094" sldId="2147479841"/>
            <ac:spMk id="87" creationId="{BF5BEC7A-13AA-49B9-86CE-62A2F10EE15D}"/>
          </ac:spMkLst>
        </pc:spChg>
        <pc:spChg chg="mod ord">
          <ac:chgData name="CARLOS HENRIQUE NAIDHIG" userId="72f09a53-49b8-486d-8465-f4ae31b3597c" providerId="ADAL" clId="{236FC9D9-FEE5-4D0A-94B5-16A5AED5FBCF}" dt="2026-04-07T19:35:50.199" v="24972"/>
          <ac:spMkLst>
            <pc:docMk/>
            <pc:sldMk cId="1754523094" sldId="2147479841"/>
            <ac:spMk id="89" creationId="{BA89FADB-76B2-A037-07DF-B62CFD720AD8}"/>
          </ac:spMkLst>
        </pc:spChg>
        <pc:spChg chg="mod ord">
          <ac:chgData name="CARLOS HENRIQUE NAIDHIG" userId="72f09a53-49b8-486d-8465-f4ae31b3597c" providerId="ADAL" clId="{236FC9D9-FEE5-4D0A-94B5-16A5AED5FBCF}" dt="2026-04-07T19:35:50.200" v="24974"/>
          <ac:spMkLst>
            <pc:docMk/>
            <pc:sldMk cId="1754523094" sldId="2147479841"/>
            <ac:spMk id="91" creationId="{5B066746-447A-B678-20C5-869B0A1E883A}"/>
          </ac:spMkLst>
        </pc:spChg>
        <pc:spChg chg="mod ord">
          <ac:chgData name="CARLOS HENRIQUE NAIDHIG" userId="72f09a53-49b8-486d-8465-f4ae31b3597c" providerId="ADAL" clId="{236FC9D9-FEE5-4D0A-94B5-16A5AED5FBCF}" dt="2026-04-07T19:35:50.201" v="24976"/>
          <ac:spMkLst>
            <pc:docMk/>
            <pc:sldMk cId="1754523094" sldId="2147479841"/>
            <ac:spMk id="92" creationId="{05BA91A4-5B92-D27A-B016-ED93B9B6E6E9}"/>
          </ac:spMkLst>
        </pc:spChg>
        <pc:spChg chg="mod ord">
          <ac:chgData name="CARLOS HENRIQUE NAIDHIG" userId="72f09a53-49b8-486d-8465-f4ae31b3597c" providerId="ADAL" clId="{236FC9D9-FEE5-4D0A-94B5-16A5AED5FBCF}" dt="2026-04-07T19:35:50.202" v="24978"/>
          <ac:spMkLst>
            <pc:docMk/>
            <pc:sldMk cId="1754523094" sldId="2147479841"/>
            <ac:spMk id="93" creationId="{1459F811-057B-63EE-232D-F0A719868CCB}"/>
          </ac:spMkLst>
        </pc:spChg>
        <pc:spChg chg="mod ord">
          <ac:chgData name="CARLOS HENRIQUE NAIDHIG" userId="72f09a53-49b8-486d-8465-f4ae31b3597c" providerId="ADAL" clId="{236FC9D9-FEE5-4D0A-94B5-16A5AED5FBCF}" dt="2026-04-07T19:35:50.185" v="24928"/>
          <ac:spMkLst>
            <pc:docMk/>
            <pc:sldMk cId="1754523094" sldId="2147479841"/>
            <ac:spMk id="94" creationId="{4FEBCA29-8633-1A27-D615-3FBA68F83CE6}"/>
          </ac:spMkLst>
        </pc:spChg>
        <pc:spChg chg="mod ord">
          <ac:chgData name="CARLOS HENRIQUE NAIDHIG" userId="72f09a53-49b8-486d-8465-f4ae31b3597c" providerId="ADAL" clId="{236FC9D9-FEE5-4D0A-94B5-16A5AED5FBCF}" dt="2026-04-07T19:35:50.203" v="24980"/>
          <ac:spMkLst>
            <pc:docMk/>
            <pc:sldMk cId="1754523094" sldId="2147479841"/>
            <ac:spMk id="95" creationId="{CD69F713-2B8F-1893-0641-7DC325F71F48}"/>
          </ac:spMkLst>
        </pc:spChg>
        <pc:spChg chg="mod ord">
          <ac:chgData name="CARLOS HENRIQUE NAIDHIG" userId="72f09a53-49b8-486d-8465-f4ae31b3597c" providerId="ADAL" clId="{236FC9D9-FEE5-4D0A-94B5-16A5AED5FBCF}" dt="2026-04-07T19:35:50.206" v="24982"/>
          <ac:spMkLst>
            <pc:docMk/>
            <pc:sldMk cId="1754523094" sldId="2147479841"/>
            <ac:spMk id="96" creationId="{50BC68DB-EAD1-66CB-985B-BC0E96B851A9}"/>
          </ac:spMkLst>
        </pc:spChg>
        <pc:spChg chg="mod">
          <ac:chgData name="CARLOS HENRIQUE NAIDHIG" userId="72f09a53-49b8-486d-8465-f4ae31b3597c" providerId="ADAL" clId="{236FC9D9-FEE5-4D0A-94B5-16A5AED5FBCF}" dt="2026-04-07T19:35:50.179" v="24919"/>
          <ac:spMkLst>
            <pc:docMk/>
            <pc:sldMk cId="1754523094" sldId="2147479841"/>
            <ac:spMk id="107" creationId="{A57F198D-7F43-C8DB-E61E-8C37FFFEEFA3}"/>
          </ac:spMkLst>
        </pc:spChg>
        <pc:spChg chg="mod">
          <ac:chgData name="CARLOS HENRIQUE NAIDHIG" userId="72f09a53-49b8-486d-8465-f4ae31b3597c" providerId="ADAL" clId="{236FC9D9-FEE5-4D0A-94B5-16A5AED5FBCF}" dt="2026-04-07T19:35:50.181" v="24920"/>
          <ac:spMkLst>
            <pc:docMk/>
            <pc:sldMk cId="1754523094" sldId="2147479841"/>
            <ac:spMk id="108" creationId="{70314FFE-2611-404D-4E12-7609B3F6F1E8}"/>
          </ac:spMkLst>
        </pc:spChg>
        <pc:spChg chg="mod">
          <ac:chgData name="CARLOS HENRIQUE NAIDHIG" userId="72f09a53-49b8-486d-8465-f4ae31b3597c" providerId="ADAL" clId="{236FC9D9-FEE5-4D0A-94B5-16A5AED5FBCF}" dt="2026-04-07T19:35:50.181" v="24921"/>
          <ac:spMkLst>
            <pc:docMk/>
            <pc:sldMk cId="1754523094" sldId="2147479841"/>
            <ac:spMk id="109" creationId="{4328F217-43C1-AFDE-724B-82D55FB0799C}"/>
          </ac:spMkLst>
        </pc:spChg>
        <pc:spChg chg="mod">
          <ac:chgData name="CARLOS HENRIQUE NAIDHIG" userId="72f09a53-49b8-486d-8465-f4ae31b3597c" providerId="ADAL" clId="{236FC9D9-FEE5-4D0A-94B5-16A5AED5FBCF}" dt="2026-04-07T19:35:50.182" v="24923"/>
          <ac:spMkLst>
            <pc:docMk/>
            <pc:sldMk cId="1754523094" sldId="2147479841"/>
            <ac:spMk id="110" creationId="{19057070-A5B2-A6F8-54D2-C034AD8A5835}"/>
          </ac:spMkLst>
        </pc:spChg>
        <pc:spChg chg="mod">
          <ac:chgData name="CARLOS HENRIQUE NAIDHIG" userId="72f09a53-49b8-486d-8465-f4ae31b3597c" providerId="ADAL" clId="{236FC9D9-FEE5-4D0A-94B5-16A5AED5FBCF}" dt="2026-04-07T19:35:50.184" v="24925"/>
          <ac:spMkLst>
            <pc:docMk/>
            <pc:sldMk cId="1754523094" sldId="2147479841"/>
            <ac:spMk id="112" creationId="{EB5F9B79-B08B-A5B5-C48C-A0670E504F09}"/>
          </ac:spMkLst>
        </pc:spChg>
        <pc:spChg chg="mod">
          <ac:chgData name="CARLOS HENRIQUE NAIDHIG" userId="72f09a53-49b8-486d-8465-f4ae31b3597c" providerId="ADAL" clId="{236FC9D9-FEE5-4D0A-94B5-16A5AED5FBCF}" dt="2026-04-07T19:35:50.188" v="24943"/>
          <ac:spMkLst>
            <pc:docMk/>
            <pc:sldMk cId="1754523094" sldId="2147479841"/>
            <ac:spMk id="117" creationId="{A57204DC-C20D-AE9C-204C-F544B9484DB8}"/>
          </ac:spMkLst>
        </pc:spChg>
        <pc:spChg chg="mod">
          <ac:chgData name="CARLOS HENRIQUE NAIDHIG" userId="72f09a53-49b8-486d-8465-f4ae31b3597c" providerId="ADAL" clId="{236FC9D9-FEE5-4D0A-94B5-16A5AED5FBCF}" dt="2026-04-07T19:35:50.188" v="24944"/>
          <ac:spMkLst>
            <pc:docMk/>
            <pc:sldMk cId="1754523094" sldId="2147479841"/>
            <ac:spMk id="119" creationId="{4796D8A5-2DA5-EB36-4617-2DBF5DADA440}"/>
          </ac:spMkLst>
        </pc:spChg>
        <pc:spChg chg="mod">
          <ac:chgData name="CARLOS HENRIQUE NAIDHIG" userId="72f09a53-49b8-486d-8465-f4ae31b3597c" providerId="ADAL" clId="{236FC9D9-FEE5-4D0A-94B5-16A5AED5FBCF}" dt="2026-04-07T19:35:50.189" v="24945"/>
          <ac:spMkLst>
            <pc:docMk/>
            <pc:sldMk cId="1754523094" sldId="2147479841"/>
            <ac:spMk id="120" creationId="{F6E03218-8F2E-5CBC-BFE0-95320B84392B}"/>
          </ac:spMkLst>
        </pc:spChg>
        <pc:spChg chg="mod">
          <ac:chgData name="CARLOS HENRIQUE NAIDHIG" userId="72f09a53-49b8-486d-8465-f4ae31b3597c" providerId="ADAL" clId="{236FC9D9-FEE5-4D0A-94B5-16A5AED5FBCF}" dt="2026-04-07T19:35:50.189" v="24946"/>
          <ac:spMkLst>
            <pc:docMk/>
            <pc:sldMk cId="1754523094" sldId="2147479841"/>
            <ac:spMk id="121" creationId="{BF374612-EA67-1A29-4FC5-A3A3A9C19427}"/>
          </ac:spMkLst>
        </pc:spChg>
        <pc:spChg chg="mod">
          <ac:chgData name="CARLOS HENRIQUE NAIDHIG" userId="72f09a53-49b8-486d-8465-f4ae31b3597c" providerId="ADAL" clId="{236FC9D9-FEE5-4D0A-94B5-16A5AED5FBCF}" dt="2026-04-07T19:35:50.190" v="24947"/>
          <ac:spMkLst>
            <pc:docMk/>
            <pc:sldMk cId="1754523094" sldId="2147479841"/>
            <ac:spMk id="123" creationId="{3120ADDA-4544-3775-6F23-B825DF782BAE}"/>
          </ac:spMkLst>
        </pc:spChg>
        <pc:spChg chg="mod">
          <ac:chgData name="CARLOS HENRIQUE NAIDHIG" userId="72f09a53-49b8-486d-8465-f4ae31b3597c" providerId="ADAL" clId="{236FC9D9-FEE5-4D0A-94B5-16A5AED5FBCF}" dt="2026-04-07T19:35:50.190" v="24948"/>
          <ac:spMkLst>
            <pc:docMk/>
            <pc:sldMk cId="1754523094" sldId="2147479841"/>
            <ac:spMk id="124" creationId="{F0A4918F-BB05-02D7-2169-F3A8708DC1F7}"/>
          </ac:spMkLst>
        </pc:spChg>
        <pc:spChg chg="mod">
          <ac:chgData name="CARLOS HENRIQUE NAIDHIG" userId="72f09a53-49b8-486d-8465-f4ae31b3597c" providerId="ADAL" clId="{236FC9D9-FEE5-4D0A-94B5-16A5AED5FBCF}" dt="2026-04-07T19:35:50.191" v="24949"/>
          <ac:spMkLst>
            <pc:docMk/>
            <pc:sldMk cId="1754523094" sldId="2147479841"/>
            <ac:spMk id="125" creationId="{90150417-0D54-AC1A-738C-2FFE9CEE06C0}"/>
          </ac:spMkLst>
        </pc:spChg>
        <pc:spChg chg="add mod ord">
          <ac:chgData name="CARLOS HENRIQUE NAIDHIG" userId="72f09a53-49b8-486d-8465-f4ae31b3597c" providerId="ADAL" clId="{236FC9D9-FEE5-4D0A-94B5-16A5AED5FBCF}" dt="2026-04-07T19:35:50.193" v="24959"/>
          <ac:spMkLst>
            <pc:docMk/>
            <pc:sldMk cId="1754523094" sldId="2147479841"/>
            <ac:spMk id="128" creationId="{885CEDF4-EA13-42A3-BDB5-ECB92CB5B739}"/>
          </ac:spMkLst>
        </pc:spChg>
        <pc:spChg chg="mod">
          <ac:chgData name="CARLOS HENRIQUE NAIDHIG" userId="72f09a53-49b8-486d-8465-f4ae31b3597c" providerId="ADAL" clId="{236FC9D9-FEE5-4D0A-94B5-16A5AED5FBCF}" dt="2026-04-07T19:35:50.184" v="24926"/>
          <ac:spMkLst>
            <pc:docMk/>
            <pc:sldMk cId="1754523094" sldId="2147479841"/>
            <ac:spMk id="130" creationId="{2CDD51E5-2ED7-53C8-6799-2AA31B446DCE}"/>
          </ac:spMkLst>
        </pc:spChg>
        <pc:spChg chg="mod ord">
          <ac:chgData name="CARLOS HENRIQUE NAIDHIG" userId="72f09a53-49b8-486d-8465-f4ae31b3597c" providerId="ADAL" clId="{236FC9D9-FEE5-4D0A-94B5-16A5AED5FBCF}" dt="2026-04-07T19:35:50.207" v="24984"/>
          <ac:spMkLst>
            <pc:docMk/>
            <pc:sldMk cId="1754523094" sldId="2147479841"/>
            <ac:spMk id="132" creationId="{76C86898-2137-EF59-DC68-A59C01A5E9E4}"/>
          </ac:spMkLst>
        </pc:spChg>
        <pc:spChg chg="mod ord">
          <ac:chgData name="CARLOS HENRIQUE NAIDHIG" userId="72f09a53-49b8-486d-8465-f4ae31b3597c" providerId="ADAL" clId="{236FC9D9-FEE5-4D0A-94B5-16A5AED5FBCF}" dt="2026-04-07T19:35:50.209" v="24986"/>
          <ac:spMkLst>
            <pc:docMk/>
            <pc:sldMk cId="1754523094" sldId="2147479841"/>
            <ac:spMk id="133" creationId="{CEF1A16D-746D-3AF0-A8A7-5D803D365F51}"/>
          </ac:spMkLst>
        </pc:spChg>
        <pc:spChg chg="mod ord">
          <ac:chgData name="CARLOS HENRIQUE NAIDHIG" userId="72f09a53-49b8-486d-8465-f4ae31b3597c" providerId="ADAL" clId="{236FC9D9-FEE5-4D0A-94B5-16A5AED5FBCF}" dt="2026-04-07T19:35:50.210" v="24988"/>
          <ac:spMkLst>
            <pc:docMk/>
            <pc:sldMk cId="1754523094" sldId="2147479841"/>
            <ac:spMk id="134" creationId="{32BC23B1-272A-79B2-E331-7FD109DBF59E}"/>
          </ac:spMkLst>
        </pc:spChg>
        <pc:spChg chg="mod ord">
          <ac:chgData name="CARLOS HENRIQUE NAIDHIG" userId="72f09a53-49b8-486d-8465-f4ae31b3597c" providerId="ADAL" clId="{236FC9D9-FEE5-4D0A-94B5-16A5AED5FBCF}" dt="2026-04-07T19:35:50.210" v="24990"/>
          <ac:spMkLst>
            <pc:docMk/>
            <pc:sldMk cId="1754523094" sldId="2147479841"/>
            <ac:spMk id="135" creationId="{088EC86C-26CE-0EC7-A7F9-5451C9C66333}"/>
          </ac:spMkLst>
        </pc:spChg>
        <pc:spChg chg="mod ord">
          <ac:chgData name="CARLOS HENRIQUE NAIDHIG" userId="72f09a53-49b8-486d-8465-f4ae31b3597c" providerId="ADAL" clId="{236FC9D9-FEE5-4D0A-94B5-16A5AED5FBCF}" dt="2026-04-07T19:35:50.211" v="24992"/>
          <ac:spMkLst>
            <pc:docMk/>
            <pc:sldMk cId="1754523094" sldId="2147479841"/>
            <ac:spMk id="136" creationId="{1B0110CE-EFF1-BA4B-05B2-407CC16268DE}"/>
          </ac:spMkLst>
        </pc:spChg>
        <pc:spChg chg="mod ord">
          <ac:chgData name="CARLOS HENRIQUE NAIDHIG" userId="72f09a53-49b8-486d-8465-f4ae31b3597c" providerId="ADAL" clId="{236FC9D9-FEE5-4D0A-94B5-16A5AED5FBCF}" dt="2026-04-07T19:35:50.212" v="24994"/>
          <ac:spMkLst>
            <pc:docMk/>
            <pc:sldMk cId="1754523094" sldId="2147479841"/>
            <ac:spMk id="137" creationId="{65C3B62C-021E-D7AD-F5CA-9FC003C3726F}"/>
          </ac:spMkLst>
        </pc:spChg>
        <pc:spChg chg="add mod">
          <ac:chgData name="CARLOS HENRIQUE NAIDHIG" userId="72f09a53-49b8-486d-8465-f4ae31b3597c" providerId="ADAL" clId="{236FC9D9-FEE5-4D0A-94B5-16A5AED5FBCF}" dt="2026-04-07T19:35:50.216" v="25005"/>
          <ac:spMkLst>
            <pc:docMk/>
            <pc:sldMk cId="1754523094" sldId="2147479841"/>
            <ac:spMk id="144" creationId="{80E88516-3845-13AC-2343-813F62398560}"/>
          </ac:spMkLst>
        </pc:spChg>
        <pc:spChg chg="mod ord">
          <ac:chgData name="CARLOS HENRIQUE NAIDHIG" userId="72f09a53-49b8-486d-8465-f4ae31b3597c" providerId="ADAL" clId="{236FC9D9-FEE5-4D0A-94B5-16A5AED5FBCF}" dt="2026-04-07T19:35:50.194" v="24963"/>
          <ac:spMkLst>
            <pc:docMk/>
            <pc:sldMk cId="1754523094" sldId="2147479841"/>
            <ac:spMk id="147" creationId="{FC211C12-12A1-1528-7029-7E8F00D77F71}"/>
          </ac:spMkLst>
        </pc:spChg>
        <pc:spChg chg="mod">
          <ac:chgData name="CARLOS HENRIQUE NAIDHIG" userId="72f09a53-49b8-486d-8465-f4ae31b3597c" providerId="ADAL" clId="{236FC9D9-FEE5-4D0A-94B5-16A5AED5FBCF}" dt="2026-04-07T19:35:50.196" v="24964"/>
          <ac:spMkLst>
            <pc:docMk/>
            <pc:sldMk cId="1754523094" sldId="2147479841"/>
            <ac:spMk id="176" creationId="{7B24F399-7DE5-2F96-4EA5-2C921695E887}"/>
          </ac:spMkLst>
        </pc:spChg>
        <pc:spChg chg="mod ord">
          <ac:chgData name="CARLOS HENRIQUE NAIDHIG" userId="72f09a53-49b8-486d-8465-f4ae31b3597c" providerId="ADAL" clId="{236FC9D9-FEE5-4D0A-94B5-16A5AED5FBCF}" dt="2026-04-07T19:35:50.198" v="24966"/>
          <ac:spMkLst>
            <pc:docMk/>
            <pc:sldMk cId="1754523094" sldId="2147479841"/>
            <ac:spMk id="177" creationId="{FA01A5FD-6379-4990-76A1-6343E4E91E0D}"/>
          </ac:spMkLst>
        </pc:spChg>
        <pc:graphicFrameChg chg="add mod ord modGraphic">
          <ac:chgData name="CARLOS HENRIQUE NAIDHIG" userId="72f09a53-49b8-486d-8465-f4ae31b3597c" providerId="ADAL" clId="{236FC9D9-FEE5-4D0A-94B5-16A5AED5FBCF}" dt="2026-04-07T19:35:50.213" v="24998"/>
          <ac:graphicFrameMkLst>
            <pc:docMk/>
            <pc:sldMk cId="1754523094" sldId="2147479841"/>
            <ac:graphicFrameMk id="8" creationId="{09121310-8C45-4E02-D3FE-8D1DF9E1DFE3}"/>
          </ac:graphicFrameMkLst>
        </pc:graphicFrameChg>
        <pc:graphicFrameChg chg="mod">
          <ac:chgData name="CARLOS HENRIQUE NAIDHIG" userId="72f09a53-49b8-486d-8465-f4ae31b3597c" providerId="ADAL" clId="{236FC9D9-FEE5-4D0A-94B5-16A5AED5FBCF}" dt="2026-04-07T19:35:50.220" v="25011"/>
          <ac:graphicFrameMkLst>
            <pc:docMk/>
            <pc:sldMk cId="1754523094" sldId="2147479841"/>
            <ac:graphicFrameMk id="34" creationId="{193B8DC3-6169-7711-7A07-E5A271453D58}"/>
          </ac:graphicFrameMkLst>
        </pc:graphicFrameChg>
        <pc:graphicFrameChg chg="add mod ord modGraphic">
          <ac:chgData name="CARLOS HENRIQUE NAIDHIG" userId="72f09a53-49b8-486d-8465-f4ae31b3597c" providerId="ADAL" clId="{236FC9D9-FEE5-4D0A-94B5-16A5AED5FBCF}" dt="2026-04-07T19:35:50.217" v="25007"/>
          <ac:graphicFrameMkLst>
            <pc:docMk/>
            <pc:sldMk cId="1754523094" sldId="2147479841"/>
            <ac:graphicFrameMk id="148" creationId="{DEC2C55B-1359-FA6B-34B3-05712BF39BC0}"/>
          </ac:graphicFrameMkLst>
        </pc:graphicFrameChg>
        <pc:graphicFrameChg chg="add mod ord">
          <ac:chgData name="CARLOS HENRIQUE NAIDHIG" userId="72f09a53-49b8-486d-8465-f4ae31b3597c" providerId="ADAL" clId="{236FC9D9-FEE5-4D0A-94B5-16A5AED5FBCF}" dt="2026-04-07T19:35:50.178" v="24912"/>
          <ac:graphicFrameMkLst>
            <pc:docMk/>
            <pc:sldMk cId="1754523094" sldId="2147479841"/>
            <ac:graphicFrameMk id="163" creationId="{40885062-1F56-D7E5-EB1A-C95A2A633A76}"/>
          </ac:graphicFrameMkLst>
        </pc:graphicFrameChg>
        <pc:graphicFrameChg chg="add mod ord">
          <ac:chgData name="CARLOS HENRIQUE NAIDHIG" userId="72f09a53-49b8-486d-8465-f4ae31b3597c" providerId="ADAL" clId="{236FC9D9-FEE5-4D0A-94B5-16A5AED5FBCF}" dt="2026-04-07T19:35:50.186" v="24933"/>
          <ac:graphicFrameMkLst>
            <pc:docMk/>
            <pc:sldMk cId="1754523094" sldId="2147479841"/>
            <ac:graphicFrameMk id="165" creationId="{839F1713-9CA2-A0B6-464B-B65F9F20D607}"/>
          </ac:graphicFrameMkLst>
        </pc:graphicFrameChg>
        <pc:picChg chg="mod ord">
          <ac:chgData name="CARLOS HENRIQUE NAIDHIG" userId="72f09a53-49b8-486d-8465-f4ae31b3597c" providerId="ADAL" clId="{236FC9D9-FEE5-4D0A-94B5-16A5AED5FBCF}" dt="2026-04-07T19:35:50.198" v="24968"/>
          <ac:picMkLst>
            <pc:docMk/>
            <pc:sldMk cId="1754523094" sldId="2147479841"/>
            <ac:picMk id="186" creationId="{26B95D3E-698D-DDC0-8F60-90CA8F3B4160}"/>
          </ac:picMkLst>
        </pc:picChg>
        <pc:cxnChg chg="add mod ord">
          <ac:chgData name="CARLOS HENRIQUE NAIDHIG" userId="72f09a53-49b8-486d-8465-f4ae31b3597c" providerId="ADAL" clId="{236FC9D9-FEE5-4D0A-94B5-16A5AED5FBCF}" dt="2026-04-07T19:35:50.187" v="24941"/>
          <ac:cxnSpMkLst>
            <pc:docMk/>
            <pc:sldMk cId="1754523094" sldId="2147479841"/>
            <ac:cxnSpMk id="12" creationId="{48E0D542-8B00-7816-BDBC-D76F3C988536}"/>
          </ac:cxnSpMkLst>
        </pc:cxnChg>
        <pc:cxnChg chg="add mod ord">
          <ac:chgData name="CARLOS HENRIQUE NAIDHIG" userId="72f09a53-49b8-486d-8465-f4ae31b3597c" providerId="ADAL" clId="{236FC9D9-FEE5-4D0A-94B5-16A5AED5FBCF}" dt="2026-04-07T19:35:50.187" v="24937"/>
          <ac:cxnSpMkLst>
            <pc:docMk/>
            <pc:sldMk cId="1754523094" sldId="2147479841"/>
            <ac:cxnSpMk id="14" creationId="{379D20A1-01F5-553A-39D4-896541545DDD}"/>
          </ac:cxnSpMkLst>
        </pc:cxnChg>
        <pc:cxnChg chg="mod ord">
          <ac:chgData name="CARLOS HENRIQUE NAIDHIG" userId="72f09a53-49b8-486d-8465-f4ae31b3597c" providerId="ADAL" clId="{236FC9D9-FEE5-4D0A-94B5-16A5AED5FBCF}" dt="2026-04-07T19:35:50.178" v="24914"/>
          <ac:cxnSpMkLst>
            <pc:docMk/>
            <pc:sldMk cId="1754523094" sldId="2147479841"/>
            <ac:cxnSpMk id="103" creationId="{5444FEA6-729A-3064-D202-C1BEDF1B4751}"/>
          </ac:cxnSpMkLst>
        </pc:cxnChg>
        <pc:cxnChg chg="mod ord">
          <ac:chgData name="CARLOS HENRIQUE NAIDHIG" userId="72f09a53-49b8-486d-8465-f4ae31b3597c" providerId="ADAL" clId="{236FC9D9-FEE5-4D0A-94B5-16A5AED5FBCF}" dt="2026-04-07T19:35:50.179" v="24916"/>
          <ac:cxnSpMkLst>
            <pc:docMk/>
            <pc:sldMk cId="1754523094" sldId="2147479841"/>
            <ac:cxnSpMk id="104" creationId="{E3FE198A-AC5D-0AA0-20F3-64561713E5A8}"/>
          </ac:cxnSpMkLst>
        </pc:cxnChg>
        <pc:cxnChg chg="mod ord">
          <ac:chgData name="CARLOS HENRIQUE NAIDHIG" userId="72f09a53-49b8-486d-8465-f4ae31b3597c" providerId="ADAL" clId="{236FC9D9-FEE5-4D0A-94B5-16A5AED5FBCF}" dt="2026-04-07T19:35:50.179" v="24918"/>
          <ac:cxnSpMkLst>
            <pc:docMk/>
            <pc:sldMk cId="1754523094" sldId="2147479841"/>
            <ac:cxnSpMk id="105" creationId="{DD33DA5F-A76D-9F2F-A47B-17BB031DE8CD}"/>
          </ac:cxnSpMkLst>
        </pc:cxnChg>
        <pc:cxnChg chg="add mod ord">
          <ac:chgData name="CARLOS HENRIQUE NAIDHIG" userId="72f09a53-49b8-486d-8465-f4ae31b3597c" providerId="ADAL" clId="{236FC9D9-FEE5-4D0A-94B5-16A5AED5FBCF}" dt="2026-04-07T19:35:50.186" v="24935"/>
          <ac:cxnSpMkLst>
            <pc:docMk/>
            <pc:sldMk cId="1754523094" sldId="2147479841"/>
            <ac:cxnSpMk id="131" creationId="{50106D8B-546C-B06C-B3A2-24BEC8953D1C}"/>
          </ac:cxnSpMkLst>
        </pc:cxnChg>
        <pc:cxnChg chg="add mod ord">
          <ac:chgData name="CARLOS HENRIQUE NAIDHIG" userId="72f09a53-49b8-486d-8465-f4ae31b3597c" providerId="ADAL" clId="{236FC9D9-FEE5-4D0A-94B5-16A5AED5FBCF}" dt="2026-04-07T19:35:50.187" v="24939"/>
          <ac:cxnSpMkLst>
            <pc:docMk/>
            <pc:sldMk cId="1754523094" sldId="2147479841"/>
            <ac:cxnSpMk id="140" creationId="{9D3D3C37-2E42-7960-B1E1-8924821151D4}"/>
          </ac:cxnSpMkLst>
        </pc:cxnChg>
      </pc:sldChg>
      <pc:sldChg chg="addSp delSp modSp mod">
        <pc:chgData name="CARLOS HENRIQUE NAIDHIG" userId="72f09a53-49b8-486d-8465-f4ae31b3597c" providerId="ADAL" clId="{236FC9D9-FEE5-4D0A-94B5-16A5AED5FBCF}" dt="2026-03-30T17:16:44.078" v="16512" actId="20577"/>
        <pc:sldMkLst>
          <pc:docMk/>
          <pc:sldMk cId="3489029807" sldId="2147479843"/>
        </pc:sldMkLst>
        <pc:spChg chg="mod">
          <ac:chgData name="CARLOS HENRIQUE NAIDHIG" userId="72f09a53-49b8-486d-8465-f4ae31b3597c" providerId="ADAL" clId="{236FC9D9-FEE5-4D0A-94B5-16A5AED5FBCF}" dt="2026-03-24T17:30:07.017" v="3491" actId="20577"/>
          <ac:spMkLst>
            <pc:docMk/>
            <pc:sldMk cId="3489029807" sldId="2147479843"/>
            <ac:spMk id="11" creationId="{E112BB49-3EC5-5C95-0EB7-CA10254C1BA3}"/>
          </ac:spMkLst>
        </pc:spChg>
        <pc:spChg chg="mod ord">
          <ac:chgData name="CARLOS HENRIQUE NAIDHIG" userId="72f09a53-49b8-486d-8465-f4ae31b3597c" providerId="ADAL" clId="{236FC9D9-FEE5-4D0A-94B5-16A5AED5FBCF}" dt="2026-03-28T13:06:44.046" v="4282"/>
          <ac:spMkLst>
            <pc:docMk/>
            <pc:sldMk cId="3489029807" sldId="2147479843"/>
            <ac:spMk id="15" creationId="{01E8DAB1-2E91-7BD6-49CF-C05EFCE225A5}"/>
          </ac:spMkLst>
        </pc:spChg>
        <pc:spChg chg="mod ord">
          <ac:chgData name="CARLOS HENRIQUE NAIDHIG" userId="72f09a53-49b8-486d-8465-f4ae31b3597c" providerId="ADAL" clId="{236FC9D9-FEE5-4D0A-94B5-16A5AED5FBCF}" dt="2026-03-28T13:06:44.046" v="4284"/>
          <ac:spMkLst>
            <pc:docMk/>
            <pc:sldMk cId="3489029807" sldId="2147479843"/>
            <ac:spMk id="17" creationId="{6440ACD3-3624-0578-F5FC-4614D77E508E}"/>
          </ac:spMkLst>
        </pc:spChg>
        <pc:spChg chg="mod">
          <ac:chgData name="CARLOS HENRIQUE NAIDHIG" userId="72f09a53-49b8-486d-8465-f4ae31b3597c" providerId="ADAL" clId="{236FC9D9-FEE5-4D0A-94B5-16A5AED5FBCF}" dt="2026-03-28T13:06:44.046" v="4305"/>
          <ac:spMkLst>
            <pc:docMk/>
            <pc:sldMk cId="3489029807" sldId="2147479843"/>
            <ac:spMk id="18" creationId="{657FCDEF-67E9-F569-0E21-64B7B4FEAC5B}"/>
          </ac:spMkLst>
        </pc:spChg>
        <pc:spChg chg="mod">
          <ac:chgData name="CARLOS HENRIQUE NAIDHIG" userId="72f09a53-49b8-486d-8465-f4ae31b3597c" providerId="ADAL" clId="{236FC9D9-FEE5-4D0A-94B5-16A5AED5FBCF}" dt="2026-03-28T13:06:44.046" v="4306"/>
          <ac:spMkLst>
            <pc:docMk/>
            <pc:sldMk cId="3489029807" sldId="2147479843"/>
            <ac:spMk id="19" creationId="{657FCDEF-67E9-F569-0E21-64B7B4FEAC5B}"/>
          </ac:spMkLst>
        </pc:spChg>
        <pc:spChg chg="mod">
          <ac:chgData name="CARLOS HENRIQUE NAIDHIG" userId="72f09a53-49b8-486d-8465-f4ae31b3597c" providerId="ADAL" clId="{236FC9D9-FEE5-4D0A-94B5-16A5AED5FBCF}" dt="2026-03-28T13:06:44.046" v="4307"/>
          <ac:spMkLst>
            <pc:docMk/>
            <pc:sldMk cId="3489029807" sldId="2147479843"/>
            <ac:spMk id="20" creationId="{657FCDEF-67E9-F569-0E21-64B7B4FEAC5B}"/>
          </ac:spMkLst>
        </pc:spChg>
        <pc:spChg chg="mod">
          <ac:chgData name="CARLOS HENRIQUE NAIDHIG" userId="72f09a53-49b8-486d-8465-f4ae31b3597c" providerId="ADAL" clId="{236FC9D9-FEE5-4D0A-94B5-16A5AED5FBCF}" dt="2026-03-28T13:06:44.046" v="4276"/>
          <ac:spMkLst>
            <pc:docMk/>
            <pc:sldMk cId="3489029807" sldId="2147479843"/>
            <ac:spMk id="23" creationId="{FF023452-0FA8-2344-4C2A-246AA0671FBE}"/>
          </ac:spMkLst>
        </pc:spChg>
        <pc:spChg chg="mod ord">
          <ac:chgData name="CARLOS HENRIQUE NAIDHIG" userId="72f09a53-49b8-486d-8465-f4ae31b3597c" providerId="ADAL" clId="{236FC9D9-FEE5-4D0A-94B5-16A5AED5FBCF}" dt="2026-03-28T13:06:44.046" v="4278"/>
          <ac:spMkLst>
            <pc:docMk/>
            <pc:sldMk cId="3489029807" sldId="2147479843"/>
            <ac:spMk id="25" creationId="{EEA532B0-488D-8A49-765A-1CA4C075AEE7}"/>
          </ac:spMkLst>
        </pc:spChg>
        <pc:spChg chg="mod ord">
          <ac:chgData name="CARLOS HENRIQUE NAIDHIG" userId="72f09a53-49b8-486d-8465-f4ae31b3597c" providerId="ADAL" clId="{236FC9D9-FEE5-4D0A-94B5-16A5AED5FBCF}" dt="2026-03-28T13:06:44.046" v="4286"/>
          <ac:spMkLst>
            <pc:docMk/>
            <pc:sldMk cId="3489029807" sldId="2147479843"/>
            <ac:spMk id="27" creationId="{3692190D-9224-F5FE-AF47-2D8F81BCD508}"/>
          </ac:spMkLst>
        </pc:spChg>
        <pc:spChg chg="mod ord">
          <ac:chgData name="CARLOS HENRIQUE NAIDHIG" userId="72f09a53-49b8-486d-8465-f4ae31b3597c" providerId="ADAL" clId="{236FC9D9-FEE5-4D0A-94B5-16A5AED5FBCF}" dt="2026-03-28T13:06:44.046" v="4290"/>
          <ac:spMkLst>
            <pc:docMk/>
            <pc:sldMk cId="3489029807" sldId="2147479843"/>
            <ac:spMk id="44" creationId="{CB023205-F27B-E2DA-6034-FCEDC2F06BB1}"/>
          </ac:spMkLst>
        </pc:spChg>
        <pc:spChg chg="mod ord">
          <ac:chgData name="CARLOS HENRIQUE NAIDHIG" userId="72f09a53-49b8-486d-8465-f4ae31b3597c" providerId="ADAL" clId="{236FC9D9-FEE5-4D0A-94B5-16A5AED5FBCF}" dt="2026-03-30T17:16:44.078" v="16512" actId="20577"/>
          <ac:spMkLst>
            <pc:docMk/>
            <pc:sldMk cId="3489029807" sldId="2147479843"/>
            <ac:spMk id="46" creationId="{68BC013D-E5FF-90E3-EE35-9409B7BE183E}"/>
          </ac:spMkLst>
        </pc:spChg>
        <pc:spChg chg="mod ord">
          <ac:chgData name="CARLOS HENRIQUE NAIDHIG" userId="72f09a53-49b8-486d-8465-f4ae31b3597c" providerId="ADAL" clId="{236FC9D9-FEE5-4D0A-94B5-16A5AED5FBCF}" dt="2026-03-30T17:16:22.325" v="16474" actId="20577"/>
          <ac:spMkLst>
            <pc:docMk/>
            <pc:sldMk cId="3489029807" sldId="2147479843"/>
            <ac:spMk id="49" creationId="{5DD13A04-0243-743F-8ED8-0E72598827B5}"/>
          </ac:spMkLst>
        </pc:spChg>
        <pc:spChg chg="mod ord">
          <ac:chgData name="CARLOS HENRIQUE NAIDHIG" userId="72f09a53-49b8-486d-8465-f4ae31b3597c" providerId="ADAL" clId="{236FC9D9-FEE5-4D0A-94B5-16A5AED5FBCF}" dt="2026-03-28T13:06:44.046" v="4296"/>
          <ac:spMkLst>
            <pc:docMk/>
            <pc:sldMk cId="3489029807" sldId="2147479843"/>
            <ac:spMk id="50" creationId="{B522272C-AB0B-45BC-9D82-2BC41C8EFA9D}"/>
          </ac:spMkLst>
        </pc:spChg>
        <pc:spChg chg="mod ord">
          <ac:chgData name="CARLOS HENRIQUE NAIDHIG" userId="72f09a53-49b8-486d-8465-f4ae31b3597c" providerId="ADAL" clId="{236FC9D9-FEE5-4D0A-94B5-16A5AED5FBCF}" dt="2026-03-28T13:06:44.046" v="4275"/>
          <ac:spMkLst>
            <pc:docMk/>
            <pc:sldMk cId="3489029807" sldId="2147479843"/>
            <ac:spMk id="54" creationId="{53ED96B2-8531-75D9-291A-62442B27AA4D}"/>
          </ac:spMkLst>
        </pc:spChg>
        <pc:spChg chg="mod ord">
          <ac:chgData name="CARLOS HENRIQUE NAIDHIG" userId="72f09a53-49b8-486d-8465-f4ae31b3597c" providerId="ADAL" clId="{236FC9D9-FEE5-4D0A-94B5-16A5AED5FBCF}" dt="2026-03-28T13:06:44.046" v="4273"/>
          <ac:spMkLst>
            <pc:docMk/>
            <pc:sldMk cId="3489029807" sldId="2147479843"/>
            <ac:spMk id="55" creationId="{502877A9-2D38-B488-965E-CFFA958CEBB3}"/>
          </ac:spMkLst>
        </pc:spChg>
        <pc:spChg chg="mod ord">
          <ac:chgData name="CARLOS HENRIQUE NAIDHIG" userId="72f09a53-49b8-486d-8465-f4ae31b3597c" providerId="ADAL" clId="{236FC9D9-FEE5-4D0A-94B5-16A5AED5FBCF}" dt="2026-03-28T13:06:44.046" v="4271"/>
          <ac:spMkLst>
            <pc:docMk/>
            <pc:sldMk cId="3489029807" sldId="2147479843"/>
            <ac:spMk id="58" creationId="{5F605B9C-AF86-A286-C385-358DBE891373}"/>
          </ac:spMkLst>
        </pc:spChg>
        <pc:spChg chg="mod ord">
          <ac:chgData name="CARLOS HENRIQUE NAIDHIG" userId="72f09a53-49b8-486d-8465-f4ae31b3597c" providerId="ADAL" clId="{236FC9D9-FEE5-4D0A-94B5-16A5AED5FBCF}" dt="2026-03-28T13:06:44.046" v="4269"/>
          <ac:spMkLst>
            <pc:docMk/>
            <pc:sldMk cId="3489029807" sldId="2147479843"/>
            <ac:spMk id="60" creationId="{8016A24A-F9EF-166B-E63F-12CB3E9BC756}"/>
          </ac:spMkLst>
        </pc:spChg>
        <pc:spChg chg="mod">
          <ac:chgData name="CARLOS HENRIQUE NAIDHIG" userId="72f09a53-49b8-486d-8465-f4ae31b3597c" providerId="ADAL" clId="{236FC9D9-FEE5-4D0A-94B5-16A5AED5FBCF}" dt="2026-03-28T13:06:44.046" v="4304"/>
          <ac:spMkLst>
            <pc:docMk/>
            <pc:sldMk cId="3489029807" sldId="2147479843"/>
            <ac:spMk id="1050" creationId="{63D8255D-1BD5-7948-5781-92C83E13D259}"/>
          </ac:spMkLst>
        </pc:spChg>
        <pc:grpChg chg="mod ord">
          <ac:chgData name="CARLOS HENRIQUE NAIDHIG" userId="72f09a53-49b8-486d-8465-f4ae31b3597c" providerId="ADAL" clId="{236FC9D9-FEE5-4D0A-94B5-16A5AED5FBCF}" dt="2026-03-28T13:06:44.046" v="4280"/>
          <ac:grpSpMkLst>
            <pc:docMk/>
            <pc:sldMk cId="3489029807" sldId="2147479843"/>
            <ac:grpSpMk id="53" creationId="{1E4508B9-DBA9-900E-82CC-844AB2554834}"/>
          </ac:grpSpMkLst>
        </pc:grpChg>
        <pc:grpChg chg="mod ord">
          <ac:chgData name="CARLOS HENRIQUE NAIDHIG" userId="72f09a53-49b8-486d-8465-f4ae31b3597c" providerId="ADAL" clId="{236FC9D9-FEE5-4D0A-94B5-16A5AED5FBCF}" dt="2026-03-28T13:06:44.046" v="4288"/>
          <ac:grpSpMkLst>
            <pc:docMk/>
            <pc:sldMk cId="3489029807" sldId="2147479843"/>
            <ac:grpSpMk id="61" creationId="{D1EE7F7C-3164-F565-B26A-B1415D08B148}"/>
          </ac:grpSpMkLst>
        </pc:grpChg>
        <pc:graphicFrameChg chg="add mod ord">
          <ac:chgData name="CARLOS HENRIQUE NAIDHIG" userId="72f09a53-49b8-486d-8465-f4ae31b3597c" providerId="ADAL" clId="{236FC9D9-FEE5-4D0A-94B5-16A5AED5FBCF}" dt="2026-03-28T13:06:44.046" v="4303"/>
          <ac:graphicFrameMkLst>
            <pc:docMk/>
            <pc:sldMk cId="3489029807" sldId="2147479843"/>
            <ac:graphicFrameMk id="24" creationId="{E6634A8C-B341-35AF-BF50-138C21F17B7B}"/>
          </ac:graphicFrameMkLst>
        </pc:graphicFrameChg>
        <pc:graphicFrameChg chg="mod">
          <ac:chgData name="CARLOS HENRIQUE NAIDHIG" userId="72f09a53-49b8-486d-8465-f4ae31b3597c" providerId="ADAL" clId="{236FC9D9-FEE5-4D0A-94B5-16A5AED5FBCF}" dt="2026-03-28T13:06:44.046" v="4325"/>
          <ac:graphicFrameMkLst>
            <pc:docMk/>
            <pc:sldMk cId="3489029807" sldId="2147479843"/>
            <ac:graphicFrameMk id="33" creationId="{39127345-4323-E213-3468-15F32AE74D3C}"/>
          </ac:graphicFrameMkLst>
        </pc:graphicFrameChg>
        <pc:picChg chg="mod ord">
          <ac:chgData name="CARLOS HENRIQUE NAIDHIG" userId="72f09a53-49b8-486d-8465-f4ae31b3597c" providerId="ADAL" clId="{236FC9D9-FEE5-4D0A-94B5-16A5AED5FBCF}" dt="2026-03-28T13:06:44.046" v="4309"/>
          <ac:picMkLst>
            <pc:docMk/>
            <pc:sldMk cId="3489029807" sldId="2147479843"/>
            <ac:picMk id="2" creationId="{C81C3ACF-8D4C-3E66-8439-E57CE2DA7650}"/>
          </ac:picMkLst>
        </pc:picChg>
        <pc:picChg chg="add mod ord">
          <ac:chgData name="CARLOS HENRIQUE NAIDHIG" userId="72f09a53-49b8-486d-8465-f4ae31b3597c" providerId="ADAL" clId="{236FC9D9-FEE5-4D0A-94B5-16A5AED5FBCF}" dt="2026-03-28T13:06:44.046" v="4321"/>
          <ac:picMkLst>
            <pc:docMk/>
            <pc:sldMk cId="3489029807" sldId="2147479843"/>
            <ac:picMk id="5" creationId="{DB2BF165-8B94-C691-C1B6-C7F28B4FFD06}"/>
          </ac:picMkLst>
        </pc:picChg>
        <pc:picChg chg="mod ord">
          <ac:chgData name="CARLOS HENRIQUE NAIDHIG" userId="72f09a53-49b8-486d-8465-f4ae31b3597c" providerId="ADAL" clId="{236FC9D9-FEE5-4D0A-94B5-16A5AED5FBCF}" dt="2026-03-28T13:06:44.046" v="4311"/>
          <ac:picMkLst>
            <pc:docMk/>
            <pc:sldMk cId="3489029807" sldId="2147479843"/>
            <ac:picMk id="8" creationId="{14E90635-A6AE-698F-E749-27A5C36DD64D}"/>
          </ac:picMkLst>
        </pc:picChg>
        <pc:picChg chg="mod ord">
          <ac:chgData name="CARLOS HENRIQUE NAIDHIG" userId="72f09a53-49b8-486d-8465-f4ae31b3597c" providerId="ADAL" clId="{236FC9D9-FEE5-4D0A-94B5-16A5AED5FBCF}" dt="2026-03-28T13:06:44.046" v="4313"/>
          <ac:picMkLst>
            <pc:docMk/>
            <pc:sldMk cId="3489029807" sldId="2147479843"/>
            <ac:picMk id="21" creationId="{8851D926-E88D-2DB3-5F75-B8951E00EC9F}"/>
          </ac:picMkLst>
        </pc:picChg>
        <pc:picChg chg="mod ord">
          <ac:chgData name="CARLOS HENRIQUE NAIDHIG" userId="72f09a53-49b8-486d-8465-f4ae31b3597c" providerId="ADAL" clId="{236FC9D9-FEE5-4D0A-94B5-16A5AED5FBCF}" dt="2026-03-28T13:06:44.046" v="4315"/>
          <ac:picMkLst>
            <pc:docMk/>
            <pc:sldMk cId="3489029807" sldId="2147479843"/>
            <ac:picMk id="29" creationId="{0C66FD65-8FE4-594E-044A-29FBFC950855}"/>
          </ac:picMkLst>
        </pc:picChg>
        <pc:picChg chg="mod ord">
          <ac:chgData name="CARLOS HENRIQUE NAIDHIG" userId="72f09a53-49b8-486d-8465-f4ae31b3597c" providerId="ADAL" clId="{236FC9D9-FEE5-4D0A-94B5-16A5AED5FBCF}" dt="2026-03-28T13:06:44.046" v="4317"/>
          <ac:picMkLst>
            <pc:docMk/>
            <pc:sldMk cId="3489029807" sldId="2147479843"/>
            <ac:picMk id="31" creationId="{EDE6BA01-0D2D-7077-8882-7BE365A37BA0}"/>
          </ac:picMkLst>
        </pc:picChg>
        <pc:picChg chg="mod ord">
          <ac:chgData name="CARLOS HENRIQUE NAIDHIG" userId="72f09a53-49b8-486d-8465-f4ae31b3597c" providerId="ADAL" clId="{236FC9D9-FEE5-4D0A-94B5-16A5AED5FBCF}" dt="2026-03-28T13:06:44.046" v="4319"/>
          <ac:picMkLst>
            <pc:docMk/>
            <pc:sldMk cId="3489029807" sldId="2147479843"/>
            <ac:picMk id="35" creationId="{644173E1-16BE-8978-A2C3-D317D86EF491}"/>
          </ac:picMkLst>
        </pc:picChg>
        <pc:picChg chg="mod ord">
          <ac:chgData name="CARLOS HENRIQUE NAIDHIG" userId="72f09a53-49b8-486d-8465-f4ae31b3597c" providerId="ADAL" clId="{236FC9D9-FEE5-4D0A-94B5-16A5AED5FBCF}" dt="2026-03-28T13:06:44.046" v="4298"/>
          <ac:picMkLst>
            <pc:docMk/>
            <pc:sldMk cId="3489029807" sldId="2147479843"/>
            <ac:picMk id="1073" creationId="{656864C5-A086-B796-4CC2-94F7315BC350}"/>
          </ac:picMkLst>
        </pc:picChg>
        <pc:picChg chg="mod ord">
          <ac:chgData name="CARLOS HENRIQUE NAIDHIG" userId="72f09a53-49b8-486d-8465-f4ae31b3597c" providerId="ADAL" clId="{236FC9D9-FEE5-4D0A-94B5-16A5AED5FBCF}" dt="2026-03-28T13:06:44.046" v="4300"/>
          <ac:picMkLst>
            <pc:docMk/>
            <pc:sldMk cId="3489029807" sldId="2147479843"/>
            <ac:picMk id="1075" creationId="{8E125E88-C0CE-49C1-1EBF-0EF186D08A3F}"/>
          </ac:picMkLst>
        </pc:picChg>
        <pc:picChg chg="mod">
          <ac:chgData name="CARLOS HENRIQUE NAIDHIG" userId="72f09a53-49b8-486d-8465-f4ae31b3597c" providerId="ADAL" clId="{236FC9D9-FEE5-4D0A-94B5-16A5AED5FBCF}" dt="2026-03-28T13:06:44.046" v="4301"/>
          <ac:picMkLst>
            <pc:docMk/>
            <pc:sldMk cId="3489029807" sldId="2147479843"/>
            <ac:picMk id="1077" creationId="{B4CAEF2B-FFBA-9B05-207A-5FF8B8D5F62D}"/>
          </ac:picMkLst>
        </pc:picChg>
      </pc:sldChg>
      <pc:sldChg chg="addSp delSp modSp mod modShow">
        <pc:chgData name="CARLOS HENRIQUE NAIDHIG" userId="72f09a53-49b8-486d-8465-f4ae31b3597c" providerId="ADAL" clId="{236FC9D9-FEE5-4D0A-94B5-16A5AED5FBCF}" dt="2026-04-02T16:45:53.063" v="23975" actId="20577"/>
        <pc:sldMkLst>
          <pc:docMk/>
          <pc:sldMk cId="2948935742" sldId="2147479855"/>
        </pc:sldMkLst>
        <pc:spChg chg="mod ord">
          <ac:chgData name="CARLOS HENRIQUE NAIDHIG" userId="72f09a53-49b8-486d-8465-f4ae31b3597c" providerId="ADAL" clId="{236FC9D9-FEE5-4D0A-94B5-16A5AED5FBCF}" dt="2026-04-02T15:27:16.183" v="21890"/>
          <ac:spMkLst>
            <pc:docMk/>
            <pc:sldMk cId="2948935742" sldId="2147479855"/>
            <ac:spMk id="4" creationId="{D87E28B7-65FA-9FD0-018F-8012671FCFD3}"/>
          </ac:spMkLst>
        </pc:spChg>
        <pc:spChg chg="mod">
          <ac:chgData name="CARLOS HENRIQUE NAIDHIG" userId="72f09a53-49b8-486d-8465-f4ae31b3597c" providerId="ADAL" clId="{236FC9D9-FEE5-4D0A-94B5-16A5AED5FBCF}" dt="2026-04-02T15:27:16.199" v="21908"/>
          <ac:spMkLst>
            <pc:docMk/>
            <pc:sldMk cId="2948935742" sldId="2147479855"/>
            <ac:spMk id="12" creationId="{A3A3560F-4DB6-3EDE-A6DF-200C63BD5E08}"/>
          </ac:spMkLst>
        </pc:spChg>
        <pc:spChg chg="mod">
          <ac:chgData name="CARLOS HENRIQUE NAIDHIG" userId="72f09a53-49b8-486d-8465-f4ae31b3597c" providerId="ADAL" clId="{236FC9D9-FEE5-4D0A-94B5-16A5AED5FBCF}" dt="2026-04-02T15:27:16.199" v="21909"/>
          <ac:spMkLst>
            <pc:docMk/>
            <pc:sldMk cId="2948935742" sldId="2147479855"/>
            <ac:spMk id="13" creationId="{C8A6F3D2-D4BB-C167-7D44-2CB9EE7EBE09}"/>
          </ac:spMkLst>
        </pc:spChg>
        <pc:spChg chg="mod">
          <ac:chgData name="CARLOS HENRIQUE NAIDHIG" userId="72f09a53-49b8-486d-8465-f4ae31b3597c" providerId="ADAL" clId="{236FC9D9-FEE5-4D0A-94B5-16A5AED5FBCF}" dt="2026-04-02T15:27:16.199" v="21910"/>
          <ac:spMkLst>
            <pc:docMk/>
            <pc:sldMk cId="2948935742" sldId="2147479855"/>
            <ac:spMk id="14" creationId="{5CD46977-C492-33F3-2E6F-95757DCC5F9E}"/>
          </ac:spMkLst>
        </pc:spChg>
        <pc:spChg chg="mod">
          <ac:chgData name="CARLOS HENRIQUE NAIDHIG" userId="72f09a53-49b8-486d-8465-f4ae31b3597c" providerId="ADAL" clId="{236FC9D9-FEE5-4D0A-94B5-16A5AED5FBCF}" dt="2026-04-02T15:27:16.199" v="21912"/>
          <ac:spMkLst>
            <pc:docMk/>
            <pc:sldMk cId="2948935742" sldId="2147479855"/>
            <ac:spMk id="15" creationId="{02055C7D-8477-9F45-04BC-C70EDDD36646}"/>
          </ac:spMkLst>
        </pc:spChg>
        <pc:spChg chg="add mod ord">
          <ac:chgData name="CARLOS HENRIQUE NAIDHIG" userId="72f09a53-49b8-486d-8465-f4ae31b3597c" providerId="ADAL" clId="{236FC9D9-FEE5-4D0A-94B5-16A5AED5FBCF}" dt="2026-04-02T15:28:54.125" v="22249" actId="948"/>
          <ac:spMkLst>
            <pc:docMk/>
            <pc:sldMk cId="2948935742" sldId="2147479855"/>
            <ac:spMk id="16" creationId="{98E9A103-53E6-48BB-BB24-9FB4DD7DC8E4}"/>
          </ac:spMkLst>
        </pc:spChg>
        <pc:spChg chg="mod">
          <ac:chgData name="CARLOS HENRIQUE NAIDHIG" userId="72f09a53-49b8-486d-8465-f4ae31b3597c" providerId="ADAL" clId="{236FC9D9-FEE5-4D0A-94B5-16A5AED5FBCF}" dt="2026-04-02T15:27:16.199" v="21913"/>
          <ac:spMkLst>
            <pc:docMk/>
            <pc:sldMk cId="2948935742" sldId="2147479855"/>
            <ac:spMk id="17" creationId="{B3D4CEBA-BEC2-475D-00C1-E243F285806C}"/>
          </ac:spMkLst>
        </pc:spChg>
        <pc:spChg chg="mod">
          <ac:chgData name="CARLOS HENRIQUE NAIDHIG" userId="72f09a53-49b8-486d-8465-f4ae31b3597c" providerId="ADAL" clId="{236FC9D9-FEE5-4D0A-94B5-16A5AED5FBCF}" dt="2026-04-02T15:27:16.199" v="21914"/>
          <ac:spMkLst>
            <pc:docMk/>
            <pc:sldMk cId="2948935742" sldId="2147479855"/>
            <ac:spMk id="18" creationId="{9086C421-4806-D737-E3B4-CB93C154F063}"/>
          </ac:spMkLst>
        </pc:spChg>
        <pc:spChg chg="mod">
          <ac:chgData name="CARLOS HENRIQUE NAIDHIG" userId="72f09a53-49b8-486d-8465-f4ae31b3597c" providerId="ADAL" clId="{236FC9D9-FEE5-4D0A-94B5-16A5AED5FBCF}" dt="2026-04-02T15:27:16.199" v="21915"/>
          <ac:spMkLst>
            <pc:docMk/>
            <pc:sldMk cId="2948935742" sldId="2147479855"/>
            <ac:spMk id="19" creationId="{D8B81AA5-6CC3-88F1-4D91-7E8978DD514C}"/>
          </ac:spMkLst>
        </pc:spChg>
        <pc:spChg chg="mod">
          <ac:chgData name="CARLOS HENRIQUE NAIDHIG" userId="72f09a53-49b8-486d-8465-f4ae31b3597c" providerId="ADAL" clId="{236FC9D9-FEE5-4D0A-94B5-16A5AED5FBCF}" dt="2026-04-02T15:27:16.199" v="21917"/>
          <ac:spMkLst>
            <pc:docMk/>
            <pc:sldMk cId="2948935742" sldId="2147479855"/>
            <ac:spMk id="20" creationId="{31355A0B-B196-F7BD-BADE-BAC2DE028ECE}"/>
          </ac:spMkLst>
        </pc:spChg>
        <pc:spChg chg="mod">
          <ac:chgData name="CARLOS HENRIQUE NAIDHIG" userId="72f09a53-49b8-486d-8465-f4ae31b3597c" providerId="ADAL" clId="{236FC9D9-FEE5-4D0A-94B5-16A5AED5FBCF}" dt="2026-04-02T15:27:16.183" v="21891"/>
          <ac:spMkLst>
            <pc:docMk/>
            <pc:sldMk cId="2948935742" sldId="2147479855"/>
            <ac:spMk id="23" creationId="{A3FCC4D6-0644-85AD-69A2-B4FBA2E441BD}"/>
          </ac:spMkLst>
        </pc:spChg>
        <pc:spChg chg="mod ord">
          <ac:chgData name="CARLOS HENRIQUE NAIDHIG" userId="72f09a53-49b8-486d-8465-f4ae31b3597c" providerId="ADAL" clId="{236FC9D9-FEE5-4D0A-94B5-16A5AED5FBCF}" dt="2026-04-02T15:28:50.891" v="22202" actId="948"/>
          <ac:spMkLst>
            <pc:docMk/>
            <pc:sldMk cId="2948935742" sldId="2147479855"/>
            <ac:spMk id="24" creationId="{2B543856-A0EA-C9C7-9D92-85515C2E9916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23"/>
          <ac:spMkLst>
            <pc:docMk/>
            <pc:sldMk cId="2948935742" sldId="2147479855"/>
            <ac:spMk id="25" creationId="{B7EDDACE-2447-7A7B-1031-5B5860FCBFBA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43"/>
          <ac:spMkLst>
            <pc:docMk/>
            <pc:sldMk cId="2948935742" sldId="2147479855"/>
            <ac:spMk id="45" creationId="{82F1352C-989B-27C4-96B7-42B907D98C9A}"/>
          </ac:spMkLst>
        </pc:spChg>
        <pc:spChg chg="mod ord">
          <ac:chgData name="CARLOS HENRIQUE NAIDHIG" userId="72f09a53-49b8-486d-8465-f4ae31b3597c" providerId="ADAL" clId="{236FC9D9-FEE5-4D0A-94B5-16A5AED5FBCF}" dt="2026-04-02T15:27:16.183" v="21888"/>
          <ac:spMkLst>
            <pc:docMk/>
            <pc:sldMk cId="2948935742" sldId="2147479855"/>
            <ac:spMk id="61" creationId="{B0350EF1-0D04-49F1-3EEF-D15E40BB29E6}"/>
          </ac:spMkLst>
        </pc:spChg>
        <pc:spChg chg="add mod ord">
          <ac:chgData name="CARLOS HENRIQUE NAIDHIG" userId="72f09a53-49b8-486d-8465-f4ae31b3597c" providerId="ADAL" clId="{236FC9D9-FEE5-4D0A-94B5-16A5AED5FBCF}" dt="2026-04-02T15:27:16.215" v="21983"/>
          <ac:spMkLst>
            <pc:docMk/>
            <pc:sldMk cId="2948935742" sldId="2147479855"/>
            <ac:spMk id="64" creationId="{05CC1822-E4C4-EF16-EEBA-DED63B06FEDF}"/>
          </ac:spMkLst>
        </pc:spChg>
        <pc:spChg chg="mod ord">
          <ac:chgData name="CARLOS HENRIQUE NAIDHIG" userId="72f09a53-49b8-486d-8465-f4ae31b3597c" providerId="ADAL" clId="{236FC9D9-FEE5-4D0A-94B5-16A5AED5FBCF}" dt="2026-04-02T15:27:16.183" v="21886"/>
          <ac:spMkLst>
            <pc:docMk/>
            <pc:sldMk cId="2948935742" sldId="2147479855"/>
            <ac:spMk id="65" creationId="{A352A44D-6E54-23E0-4DA1-7473934CA6EF}"/>
          </ac:spMkLst>
        </pc:spChg>
        <pc:spChg chg="mod">
          <ac:chgData name="CARLOS HENRIQUE NAIDHIG" userId="72f09a53-49b8-486d-8465-f4ae31b3597c" providerId="ADAL" clId="{236FC9D9-FEE5-4D0A-94B5-16A5AED5FBCF}" dt="2026-04-02T15:27:16.199" v="21911"/>
          <ac:spMkLst>
            <pc:docMk/>
            <pc:sldMk cId="2948935742" sldId="2147479855"/>
            <ac:spMk id="132" creationId="{2E593E9E-7D62-DDBC-FC2F-3CD434BC6C57}"/>
          </ac:spMkLst>
        </pc:spChg>
        <pc:spChg chg="mod">
          <ac:chgData name="CARLOS HENRIQUE NAIDHIG" userId="72f09a53-49b8-486d-8465-f4ae31b3597c" providerId="ADAL" clId="{236FC9D9-FEE5-4D0A-94B5-16A5AED5FBCF}" dt="2026-04-02T15:27:16.199" v="21916"/>
          <ac:spMkLst>
            <pc:docMk/>
            <pc:sldMk cId="2948935742" sldId="2147479855"/>
            <ac:spMk id="133" creationId="{175AFCCC-4059-251F-548F-40B8044091B4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29"/>
          <ac:spMkLst>
            <pc:docMk/>
            <pc:sldMk cId="2948935742" sldId="2147479855"/>
            <ac:spMk id="175" creationId="{EB7615FC-30B3-47FA-FBC5-C956BD8EA05E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33"/>
          <ac:spMkLst>
            <pc:docMk/>
            <pc:sldMk cId="2948935742" sldId="2147479855"/>
            <ac:spMk id="178" creationId="{1D8582EE-17EB-DC5F-64F7-E25EE6288812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37"/>
          <ac:spMkLst>
            <pc:docMk/>
            <pc:sldMk cId="2948935742" sldId="2147479855"/>
            <ac:spMk id="181" creationId="{9FC46066-5271-C681-9B3F-648BA28150B5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51"/>
          <ac:spMkLst>
            <pc:docMk/>
            <pc:sldMk cId="2948935742" sldId="2147479855"/>
            <ac:spMk id="192" creationId="{C96533D7-8D70-2C00-0D09-D023CC0A482D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41"/>
          <ac:spMkLst>
            <pc:docMk/>
            <pc:sldMk cId="2948935742" sldId="2147479855"/>
            <ac:spMk id="195" creationId="{60AC7633-6B7C-A555-E252-5CED84DD7846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45"/>
          <ac:spMkLst>
            <pc:docMk/>
            <pc:sldMk cId="2948935742" sldId="2147479855"/>
            <ac:spMk id="196" creationId="{6B3BD90A-1D9F-3A20-6F0F-D8AD472FE6EB}"/>
          </ac:spMkLst>
        </pc:spChg>
        <pc:spChg chg="mod ord">
          <ac:chgData name="CARLOS HENRIQUE NAIDHIG" userId="72f09a53-49b8-486d-8465-f4ae31b3597c" providerId="ADAL" clId="{236FC9D9-FEE5-4D0A-94B5-16A5AED5FBCF}" dt="2026-04-02T15:27:16.183" v="21893"/>
          <ac:spMkLst>
            <pc:docMk/>
            <pc:sldMk cId="2948935742" sldId="2147479855"/>
            <ac:spMk id="214" creationId="{8A287082-0F78-1334-97C9-37861BB42E1F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49"/>
          <ac:spMkLst>
            <pc:docMk/>
            <pc:sldMk cId="2948935742" sldId="2147479855"/>
            <ac:spMk id="218" creationId="{8F61C997-1E38-770F-32FC-18413BBF9C41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53"/>
          <ac:spMkLst>
            <pc:docMk/>
            <pc:sldMk cId="2948935742" sldId="2147479855"/>
            <ac:spMk id="220" creationId="{6074D1F5-685D-90C7-BC63-D653CCCE3A89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55"/>
          <ac:spMkLst>
            <pc:docMk/>
            <pc:sldMk cId="2948935742" sldId="2147479855"/>
            <ac:spMk id="221" creationId="{8D47523F-BA88-90A5-BA27-27B3C50DA864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57"/>
          <ac:spMkLst>
            <pc:docMk/>
            <pc:sldMk cId="2948935742" sldId="2147479855"/>
            <ac:spMk id="222" creationId="{18528A8D-1301-A97E-61BF-633BC9FDA00E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59"/>
          <ac:spMkLst>
            <pc:docMk/>
            <pc:sldMk cId="2948935742" sldId="2147479855"/>
            <ac:spMk id="223" creationId="{C221D009-B4B6-E018-2C30-BD0BFF2AB0D3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61"/>
          <ac:spMkLst>
            <pc:docMk/>
            <pc:sldMk cId="2948935742" sldId="2147479855"/>
            <ac:spMk id="224" creationId="{B2D6549F-0207-2BE0-B215-38E450186568}"/>
          </ac:spMkLst>
        </pc:spChg>
        <pc:spChg chg="mod ord">
          <ac:chgData name="CARLOS HENRIQUE NAIDHIG" userId="72f09a53-49b8-486d-8465-f4ae31b3597c" providerId="ADAL" clId="{236FC9D9-FEE5-4D0A-94B5-16A5AED5FBCF}" dt="2026-04-02T15:27:16.199" v="21963"/>
          <ac:spMkLst>
            <pc:docMk/>
            <pc:sldMk cId="2948935742" sldId="2147479855"/>
            <ac:spMk id="225" creationId="{FF292DE6-5CD9-2B5E-61F6-A47232344454}"/>
          </ac:spMkLst>
        </pc:spChg>
        <pc:spChg chg="mod ord">
          <ac:chgData name="CARLOS HENRIQUE NAIDHIG" userId="72f09a53-49b8-486d-8465-f4ae31b3597c" providerId="ADAL" clId="{236FC9D9-FEE5-4D0A-94B5-16A5AED5FBCF}" dt="2026-04-02T15:27:16.214" v="21971"/>
          <ac:spMkLst>
            <pc:docMk/>
            <pc:sldMk cId="2948935742" sldId="2147479855"/>
            <ac:spMk id="230" creationId="{D759EC2A-1187-8616-5587-830696C07936}"/>
          </ac:spMkLst>
        </pc:spChg>
        <pc:spChg chg="add del mod ord">
          <ac:chgData name="CARLOS HENRIQUE NAIDHIG" userId="72f09a53-49b8-486d-8465-f4ae31b3597c" providerId="ADAL" clId="{236FC9D9-FEE5-4D0A-94B5-16A5AED5FBCF}" dt="2026-04-02T16:45:53.063" v="23975" actId="20577"/>
          <ac:spMkLst>
            <pc:docMk/>
            <pc:sldMk cId="2948935742" sldId="2147479855"/>
            <ac:spMk id="232" creationId="{58BD6C4E-BF28-89C6-948E-A08B9CF53267}"/>
          </ac:spMkLst>
        </pc:spChg>
        <pc:spChg chg="mod ord">
          <ac:chgData name="CARLOS HENRIQUE NAIDHIG" userId="72f09a53-49b8-486d-8465-f4ae31b3597c" providerId="ADAL" clId="{236FC9D9-FEE5-4D0A-94B5-16A5AED5FBCF}" dt="2026-04-02T15:27:16.215" v="21977"/>
          <ac:spMkLst>
            <pc:docMk/>
            <pc:sldMk cId="2948935742" sldId="2147479855"/>
            <ac:spMk id="235" creationId="{E48811F0-6DAC-4051-0B19-9EFC422630C4}"/>
          </ac:spMkLst>
        </pc:spChg>
        <pc:spChg chg="mod ord">
          <ac:chgData name="CARLOS HENRIQUE NAIDHIG" userId="72f09a53-49b8-486d-8465-f4ae31b3597c" providerId="ADAL" clId="{236FC9D9-FEE5-4D0A-94B5-16A5AED5FBCF}" dt="2026-04-02T15:27:16.215" v="21979"/>
          <ac:spMkLst>
            <pc:docMk/>
            <pc:sldMk cId="2948935742" sldId="2147479855"/>
            <ac:spMk id="236" creationId="{780C5BC8-6442-C09E-6732-3AD9E7FC9470}"/>
          </ac:spMkLst>
        </pc:spChg>
        <pc:grpChg chg="mod ord">
          <ac:chgData name="CARLOS HENRIQUE NAIDHIG" userId="72f09a53-49b8-486d-8465-f4ae31b3597c" providerId="ADAL" clId="{236FC9D9-FEE5-4D0A-94B5-16A5AED5FBCF}" dt="2026-04-02T15:27:16.199" v="21947"/>
          <ac:grpSpMkLst>
            <pc:docMk/>
            <pc:sldMk cId="2948935742" sldId="2147479855"/>
            <ac:grpSpMk id="197" creationId="{46D5D35E-324C-F154-4487-0B49428C29E1}"/>
          </ac:grpSpMkLst>
        </pc:grpChg>
        <pc:graphicFrameChg chg="mod ord modGraphic">
          <ac:chgData name="CARLOS HENRIQUE NAIDHIG" userId="72f09a53-49b8-486d-8465-f4ae31b3597c" providerId="ADAL" clId="{236FC9D9-FEE5-4D0A-94B5-16A5AED5FBCF}" dt="2026-04-02T16:45:25.075" v="23967" actId="20577"/>
          <ac:graphicFrameMkLst>
            <pc:docMk/>
            <pc:sldMk cId="2948935742" sldId="2147479855"/>
            <ac:graphicFrameMk id="2" creationId="{9938017E-55B7-1617-DA36-F250899E40EA}"/>
          </ac:graphicFrameMkLst>
        </pc:graphicFrameChg>
        <pc:graphicFrameChg chg="add mod ord">
          <ac:chgData name="CARLOS HENRIQUE NAIDHIG" userId="72f09a53-49b8-486d-8465-f4ae31b3597c" providerId="ADAL" clId="{236FC9D9-FEE5-4D0A-94B5-16A5AED5FBCF}" dt="2026-04-02T15:27:16.183" v="21895"/>
          <ac:graphicFrameMkLst>
            <pc:docMk/>
            <pc:sldMk cId="2948935742" sldId="2147479855"/>
            <ac:graphicFrameMk id="31" creationId="{82287C9F-3278-E126-D37A-45C42B455FC1}"/>
          </ac:graphicFrameMkLst>
        </pc:graphicFrameChg>
        <pc:graphicFrameChg chg="mod">
          <ac:chgData name="CARLOS HENRIQUE NAIDHIG" userId="72f09a53-49b8-486d-8465-f4ae31b3597c" providerId="ADAL" clId="{236FC9D9-FEE5-4D0A-94B5-16A5AED5FBCF}" dt="2026-04-02T15:28:54.142" v="22253"/>
          <ac:graphicFrameMkLst>
            <pc:docMk/>
            <pc:sldMk cId="2948935742" sldId="2147479855"/>
            <ac:graphicFrameMk id="34" creationId="{0B808FDC-A3EE-4615-613C-24214923734A}"/>
          </ac:graphicFrameMkLst>
        </pc:graphicFrameChg>
        <pc:picChg chg="add mod">
          <ac:chgData name="CARLOS HENRIQUE NAIDHIG" userId="72f09a53-49b8-486d-8465-f4ae31b3597c" providerId="ADAL" clId="{236FC9D9-FEE5-4D0A-94B5-16A5AED5FBCF}" dt="2026-04-02T15:27:16.215" v="21984"/>
          <ac:picMkLst>
            <pc:docMk/>
            <pc:sldMk cId="2948935742" sldId="2147479855"/>
            <ac:picMk id="73" creationId="{A18D36F3-E772-B4D5-8C03-83CC4B8152B3}"/>
          </ac:picMkLst>
        </pc:picChg>
        <pc:picChg chg="mod ord">
          <ac:chgData name="CARLOS HENRIQUE NAIDHIG" userId="72f09a53-49b8-486d-8465-f4ae31b3597c" providerId="ADAL" clId="{236FC9D9-FEE5-4D0A-94B5-16A5AED5FBCF}" dt="2026-04-02T15:27:16.199" v="21925"/>
          <ac:picMkLst>
            <pc:docMk/>
            <pc:sldMk cId="2948935742" sldId="2147479855"/>
            <ac:picMk id="147" creationId="{ABC60917-9E00-B17F-1D3F-EF2B41F0E593}"/>
          </ac:picMkLst>
        </pc:picChg>
        <pc:picChg chg="mod ord">
          <ac:chgData name="CARLOS HENRIQUE NAIDHIG" userId="72f09a53-49b8-486d-8465-f4ae31b3597c" providerId="ADAL" clId="{236FC9D9-FEE5-4D0A-94B5-16A5AED5FBCF}" dt="2026-04-02T15:27:16.199" v="21927"/>
          <ac:picMkLst>
            <pc:docMk/>
            <pc:sldMk cId="2948935742" sldId="2147479855"/>
            <ac:picMk id="174" creationId="{E0120F85-4170-ACF3-23DD-DA4BEDE5926B}"/>
          </ac:picMkLst>
        </pc:picChg>
        <pc:picChg chg="mod ord">
          <ac:chgData name="CARLOS HENRIQUE NAIDHIG" userId="72f09a53-49b8-486d-8465-f4ae31b3597c" providerId="ADAL" clId="{236FC9D9-FEE5-4D0A-94B5-16A5AED5FBCF}" dt="2026-04-02T15:27:16.199" v="21931"/>
          <ac:picMkLst>
            <pc:docMk/>
            <pc:sldMk cId="2948935742" sldId="2147479855"/>
            <ac:picMk id="177" creationId="{5998BDBA-7E06-0D86-BCA4-9F93E1E8FC0C}"/>
          </ac:picMkLst>
        </pc:picChg>
        <pc:picChg chg="mod ord">
          <ac:chgData name="CARLOS HENRIQUE NAIDHIG" userId="72f09a53-49b8-486d-8465-f4ae31b3597c" providerId="ADAL" clId="{236FC9D9-FEE5-4D0A-94B5-16A5AED5FBCF}" dt="2026-04-02T15:27:16.199" v="21935"/>
          <ac:picMkLst>
            <pc:docMk/>
            <pc:sldMk cId="2948935742" sldId="2147479855"/>
            <ac:picMk id="180" creationId="{A3CE3E0C-46B4-9E4C-C948-09D07CF1451A}"/>
          </ac:picMkLst>
        </pc:picChg>
        <pc:picChg chg="mod ord">
          <ac:chgData name="CARLOS HENRIQUE NAIDHIG" userId="72f09a53-49b8-486d-8465-f4ae31b3597c" providerId="ADAL" clId="{236FC9D9-FEE5-4D0A-94B5-16A5AED5FBCF}" dt="2026-04-02T15:27:16.199" v="21939"/>
          <ac:picMkLst>
            <pc:docMk/>
            <pc:sldMk cId="2948935742" sldId="2147479855"/>
            <ac:picMk id="183" creationId="{5532D272-37B5-DB55-B9FE-E114FC5933D8}"/>
          </ac:picMkLst>
        </pc:picChg>
        <pc:cxnChg chg="mod ord">
          <ac:chgData name="CARLOS HENRIQUE NAIDHIG" userId="72f09a53-49b8-486d-8465-f4ae31b3597c" providerId="ADAL" clId="{236FC9D9-FEE5-4D0A-94B5-16A5AED5FBCF}" dt="2026-04-02T15:27:16.199" v="21903"/>
          <ac:cxnSpMkLst>
            <pc:docMk/>
            <pc:sldMk cId="2948935742" sldId="2147479855"/>
            <ac:cxnSpMk id="9" creationId="{0BF6E5DC-7A7F-E0AF-EFEA-267C778EC63D}"/>
          </ac:cxnSpMkLst>
        </pc:cxnChg>
        <pc:cxnChg chg="mod ord">
          <ac:chgData name="CARLOS HENRIQUE NAIDHIG" userId="72f09a53-49b8-486d-8465-f4ae31b3597c" providerId="ADAL" clId="{236FC9D9-FEE5-4D0A-94B5-16A5AED5FBCF}" dt="2026-04-02T15:27:16.199" v="21905"/>
          <ac:cxnSpMkLst>
            <pc:docMk/>
            <pc:sldMk cId="2948935742" sldId="2147479855"/>
            <ac:cxnSpMk id="10" creationId="{C78C04CC-E155-3370-22B0-52DB3884272D}"/>
          </ac:cxnSpMkLst>
        </pc:cxnChg>
        <pc:cxnChg chg="mod ord">
          <ac:chgData name="CARLOS HENRIQUE NAIDHIG" userId="72f09a53-49b8-486d-8465-f4ae31b3597c" providerId="ADAL" clId="{236FC9D9-FEE5-4D0A-94B5-16A5AED5FBCF}" dt="2026-04-02T15:27:16.199" v="21907"/>
          <ac:cxnSpMkLst>
            <pc:docMk/>
            <pc:sldMk cId="2948935742" sldId="2147479855"/>
            <ac:cxnSpMk id="11" creationId="{3E4C9C6F-CABA-8168-57C4-9D4779895D19}"/>
          </ac:cxnSpMkLst>
        </pc:cxnChg>
        <pc:cxnChg chg="add mod ord">
          <ac:chgData name="CARLOS HENRIQUE NAIDHIG" userId="72f09a53-49b8-486d-8465-f4ae31b3597c" providerId="ADAL" clId="{236FC9D9-FEE5-4D0A-94B5-16A5AED5FBCF}" dt="2026-04-02T15:27:16.199" v="21897"/>
          <ac:cxnSpMkLst>
            <pc:docMk/>
            <pc:sldMk cId="2948935742" sldId="2147479855"/>
            <ac:cxnSpMk id="26" creationId="{FEB9597D-7A4A-0259-2351-A023910E75F6}"/>
          </ac:cxnSpMkLst>
        </pc:cxnChg>
        <pc:cxnChg chg="add mod ord">
          <ac:chgData name="CARLOS HENRIQUE NAIDHIG" userId="72f09a53-49b8-486d-8465-f4ae31b3597c" providerId="ADAL" clId="{236FC9D9-FEE5-4D0A-94B5-16A5AED5FBCF}" dt="2026-04-02T15:27:16.199" v="21899"/>
          <ac:cxnSpMkLst>
            <pc:docMk/>
            <pc:sldMk cId="2948935742" sldId="2147479855"/>
            <ac:cxnSpMk id="27" creationId="{D79C272A-5E93-E5CE-7CF1-EEB761D8E9DC}"/>
          </ac:cxnSpMkLst>
        </pc:cxnChg>
        <pc:cxnChg chg="add mod ord">
          <ac:chgData name="CARLOS HENRIQUE NAIDHIG" userId="72f09a53-49b8-486d-8465-f4ae31b3597c" providerId="ADAL" clId="{236FC9D9-FEE5-4D0A-94B5-16A5AED5FBCF}" dt="2026-04-02T15:27:16.199" v="21901"/>
          <ac:cxnSpMkLst>
            <pc:docMk/>
            <pc:sldMk cId="2948935742" sldId="2147479855"/>
            <ac:cxnSpMk id="28" creationId="{BF39742F-08AF-5864-2272-0EB44AA5BDAD}"/>
          </ac:cxnSpMkLst>
        </pc:cxnChg>
        <pc:cxnChg chg="mod ord">
          <ac:chgData name="CARLOS HENRIQUE NAIDHIG" userId="72f09a53-49b8-486d-8465-f4ae31b3597c" providerId="ADAL" clId="{236FC9D9-FEE5-4D0A-94B5-16A5AED5FBCF}" dt="2026-04-02T15:27:16.214" v="21965"/>
          <ac:cxnSpMkLst>
            <pc:docMk/>
            <pc:sldMk cId="2948935742" sldId="2147479855"/>
            <ac:cxnSpMk id="226" creationId="{FB71D3C3-81D8-5038-25E5-8BBBE12D20FE}"/>
          </ac:cxnSpMkLst>
        </pc:cxnChg>
        <pc:cxnChg chg="mod ord">
          <ac:chgData name="CARLOS HENRIQUE NAIDHIG" userId="72f09a53-49b8-486d-8465-f4ae31b3597c" providerId="ADAL" clId="{236FC9D9-FEE5-4D0A-94B5-16A5AED5FBCF}" dt="2026-04-02T15:27:16.214" v="21967"/>
          <ac:cxnSpMkLst>
            <pc:docMk/>
            <pc:sldMk cId="2948935742" sldId="2147479855"/>
            <ac:cxnSpMk id="227" creationId="{260C214C-31E7-4FA0-3E3F-BCC95077D7DB}"/>
          </ac:cxnSpMkLst>
        </pc:cxnChg>
        <pc:cxnChg chg="mod ord">
          <ac:chgData name="CARLOS HENRIQUE NAIDHIG" userId="72f09a53-49b8-486d-8465-f4ae31b3597c" providerId="ADAL" clId="{236FC9D9-FEE5-4D0A-94B5-16A5AED5FBCF}" dt="2026-04-02T15:27:16.214" v="21969"/>
          <ac:cxnSpMkLst>
            <pc:docMk/>
            <pc:sldMk cId="2948935742" sldId="2147479855"/>
            <ac:cxnSpMk id="228" creationId="{18DAD78F-8448-51DF-2428-842B3EFCAFAB}"/>
          </ac:cxnSpMkLst>
        </pc:cxnChg>
        <pc:cxnChg chg="mod ord">
          <ac:chgData name="CARLOS HENRIQUE NAIDHIG" userId="72f09a53-49b8-486d-8465-f4ae31b3597c" providerId="ADAL" clId="{236FC9D9-FEE5-4D0A-94B5-16A5AED5FBCF}" dt="2026-04-02T15:27:16.215" v="21975"/>
          <ac:cxnSpMkLst>
            <pc:docMk/>
            <pc:sldMk cId="2948935742" sldId="2147479855"/>
            <ac:cxnSpMk id="234" creationId="{2771C5AB-19B6-149E-5AE0-3210BADAF62E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arloshn\AppData\Local\Microsoft\Windows\INetCache\Content.Outlook\6COFGI7G\Parecer%20t&#233;cnico%20revitaliza&#231;&#227;o%20do%20reator%20060%20%20031_Rev_0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870646766169153E-2"/>
          <c:y val="3.0552291421856639E-2"/>
          <c:w val="0.94825870646766164"/>
          <c:h val="0.9388954171562867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0080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13340800</c:v>
                </c:pt>
                <c:pt idx="1">
                  <c:v>15379385</c:v>
                </c:pt>
                <c:pt idx="2">
                  <c:v>24940800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67-4FF6-B5A1-2E81B9D7B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21869535"/>
        <c:axId val="1"/>
      </c:barChart>
      <c:catAx>
        <c:axId val="14218695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4940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2186953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Display" panose="02010503030508060203" pitchFamily="2" charset="0"/>
                <a:ea typeface="+mn-ea"/>
                <a:cs typeface="+mn-cs"/>
              </a:defRPr>
            </a:pPr>
            <a:r>
              <a:rPr lang="pt-BR" b="1" dirty="0">
                <a:latin typeface="Suzano Display" panose="02010503030508060203" pitchFamily="2" charset="0"/>
              </a:rPr>
              <a:t>Histograma</a:t>
            </a:r>
            <a:r>
              <a:rPr lang="pt-BR" b="1" baseline="0" dirty="0">
                <a:latin typeface="Suzano Display" panose="02010503030508060203" pitchFamily="2" charset="0"/>
              </a:rPr>
              <a:t> </a:t>
            </a:r>
            <a:r>
              <a:rPr lang="pt-BR" b="1" dirty="0" err="1">
                <a:latin typeface="Suzano Display" panose="02010503030508060203" pitchFamily="2" charset="0"/>
              </a:rPr>
              <a:t>Tequaly</a:t>
            </a:r>
            <a:endParaRPr lang="pt-BR" b="1" dirty="0">
              <a:latin typeface="Suzano Display" panose="02010503030508060203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uzano Display" panose="02010503030508060203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Histograma!$G$5</c:f>
              <c:strCache>
                <c:ptCount val="1"/>
                <c:pt idx="0">
                  <c:v>TEQUALY MOI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Histograma!$H$4:$J$4</c:f>
              <c:strCache>
                <c:ptCount val="3"/>
                <c:pt idx="0">
                  <c:v>PREPARATIVO</c:v>
                </c:pt>
                <c:pt idx="1">
                  <c:v>PG</c:v>
                </c:pt>
                <c:pt idx="2">
                  <c:v>PÓS PG</c:v>
                </c:pt>
              </c:strCache>
            </c:strRef>
          </c:cat>
          <c:val>
            <c:numRef>
              <c:f>Histograma!$H$5:$J$5</c:f>
              <c:numCache>
                <c:formatCode>General</c:formatCode>
                <c:ptCount val="3"/>
                <c:pt idx="0">
                  <c:v>24</c:v>
                </c:pt>
                <c:pt idx="1">
                  <c:v>22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CE-4764-8F6A-3E3B78765EB0}"/>
            </c:ext>
          </c:extLst>
        </c:ser>
        <c:ser>
          <c:idx val="1"/>
          <c:order val="1"/>
          <c:tx>
            <c:strRef>
              <c:f>Histograma!$G$6</c:f>
              <c:strCache>
                <c:ptCount val="1"/>
                <c:pt idx="0">
                  <c:v>TEQUALY MOD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Histograma!$H$4:$J$4</c:f>
              <c:strCache>
                <c:ptCount val="3"/>
                <c:pt idx="0">
                  <c:v>PREPARATIVO</c:v>
                </c:pt>
                <c:pt idx="1">
                  <c:v>PG</c:v>
                </c:pt>
                <c:pt idx="2">
                  <c:v>PÓS PG</c:v>
                </c:pt>
              </c:strCache>
            </c:strRef>
          </c:cat>
          <c:val>
            <c:numRef>
              <c:f>Histograma!$H$6:$J$6</c:f>
              <c:numCache>
                <c:formatCode>General</c:formatCode>
                <c:ptCount val="3"/>
                <c:pt idx="0">
                  <c:v>73</c:v>
                </c:pt>
                <c:pt idx="1">
                  <c:v>85</c:v>
                </c:pt>
                <c:pt idx="2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CE-4764-8F6A-3E3B78765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01289215"/>
        <c:axId val="601290175"/>
      </c:barChart>
      <c:catAx>
        <c:axId val="601289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Display" panose="02010503030508060203" pitchFamily="2" charset="0"/>
                <a:ea typeface="+mn-ea"/>
                <a:cs typeface="+mn-cs"/>
              </a:defRPr>
            </a:pPr>
            <a:endParaRPr lang="pt-BR"/>
          </a:p>
        </c:txPr>
        <c:crossAx val="601290175"/>
        <c:crosses val="autoZero"/>
        <c:auto val="1"/>
        <c:lblAlgn val="ctr"/>
        <c:lblOffset val="100"/>
        <c:noMultiLvlLbl val="0"/>
      </c:catAx>
      <c:valAx>
        <c:axId val="60129017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01289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782136231115823E-2"/>
          <c:y val="5.1434223541048464E-2"/>
          <c:w val="0.9724357275377683"/>
          <c:h val="0.897131552917903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BF3-483F-AF14-60D02C7491D5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BF3-483F-AF14-60D02C7491D5}"/>
              </c:ext>
            </c:extLst>
          </c:dPt>
          <c:dPt>
            <c:idx val="3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BF3-483F-AF14-60D02C7491D5}"/>
              </c:ext>
            </c:extLst>
          </c:dPt>
          <c:dPt>
            <c:idx val="4"/>
            <c:invertIfNegative val="0"/>
            <c:bubble3D val="0"/>
            <c:spPr>
              <a:solidFill>
                <a:srgbClr val="0044B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BF3-483F-AF14-60D02C7491D5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13500000</c:v>
                </c:pt>
                <c:pt idx="1">
                  <c:v>14625872.310000001</c:v>
                </c:pt>
                <c:pt idx="2">
                  <c:v>13340800</c:v>
                </c:pt>
                <c:pt idx="3">
                  <c:v>15379385</c:v>
                </c:pt>
                <c:pt idx="4">
                  <c:v>24940800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F3-483F-AF14-60D02C749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35442911"/>
        <c:axId val="1"/>
      </c:barChart>
      <c:catAx>
        <c:axId val="12354429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4940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354429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4217687074829932E-2"/>
          <c:y val="3.5158891142663962E-2"/>
          <c:w val="0.91156462585034015"/>
          <c:h val="0.9296822177146720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0080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F7-4770-9C2F-9D5505FB5754}"/>
            </c:ext>
          </c:extLst>
        </c:ser>
        <c:ser>
          <c:idx val="1"/>
          <c:order val="1"/>
          <c:spPr>
            <a:solidFill>
              <a:srgbClr val="00B0F0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F7-4770-9C2F-9D5505FB5754}"/>
            </c:ext>
          </c:extLst>
        </c:ser>
        <c:ser>
          <c:idx val="2"/>
          <c:order val="2"/>
          <c:spPr>
            <a:solidFill>
              <a:schemeClr val="accent6"/>
            </a:solidFill>
            <a:ln>
              <a:noFill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F7-4770-9C2F-9D5505FB5754}"/>
            </c:ext>
          </c:extLst>
        </c:ser>
        <c:ser>
          <c:idx val="3"/>
          <c:order val="3"/>
          <c:spPr>
            <a:solidFill>
              <a:srgbClr val="79E0FF"/>
            </a:solidFill>
            <a:ln>
              <a:noFill/>
            </a:ln>
          </c:spPr>
          <c:invertIfNegative val="0"/>
          <c:val>
            <c:numRef>
              <c:f>Sheet1!$A$4:$C$4</c:f>
              <c:numCache>
                <c:formatCode>General</c:formatCode>
                <c:ptCount val="3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F7-4770-9C2F-9D5505FB5754}"/>
            </c:ext>
          </c:extLst>
        </c:ser>
        <c:ser>
          <c:idx val="4"/>
          <c:order val="4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Sheet1!$A$5:$C$5</c:f>
              <c:numCache>
                <c:formatCode>General</c:formatCode>
                <c:ptCount val="3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F7-4770-9C2F-9D5505FB5754}"/>
            </c:ext>
          </c:extLst>
        </c:ser>
        <c:ser>
          <c:idx val="5"/>
          <c:order val="5"/>
          <c:spPr>
            <a:solidFill>
              <a:srgbClr val="34C1A8"/>
            </a:solidFill>
            <a:ln>
              <a:noFill/>
            </a:ln>
          </c:spPr>
          <c:invertIfNegative val="0"/>
          <c:val>
            <c:numRef>
              <c:f>Sheet1!$A$6:$C$6</c:f>
              <c:numCache>
                <c:formatCode>General</c:formatCode>
                <c:ptCount val="3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6F7-4770-9C2F-9D5505FB5754}"/>
            </c:ext>
          </c:extLst>
        </c:ser>
        <c:ser>
          <c:idx val="6"/>
          <c:order val="6"/>
          <c:spPr>
            <a:solidFill>
              <a:srgbClr val="008062"/>
            </a:solidFill>
            <a:ln>
              <a:noFill/>
            </a:ln>
          </c:spPr>
          <c:invertIfNegative val="0"/>
          <c:val>
            <c:numRef>
              <c:f>Sheet1!$A$7:$C$7</c:f>
              <c:numCache>
                <c:formatCode>General</c:formatCode>
                <c:ptCount val="3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F7-4770-9C2F-9D5505FB5754}"/>
            </c:ext>
          </c:extLst>
        </c:ser>
        <c:ser>
          <c:idx val="7"/>
          <c:order val="7"/>
          <c:spPr>
            <a:solidFill>
              <a:srgbClr val="007770"/>
            </a:solidFill>
            <a:ln>
              <a:noFill/>
            </a:ln>
          </c:spPr>
          <c:invertIfNegative val="0"/>
          <c:val>
            <c:numRef>
              <c:f>Sheet1!$A$8:$C$8</c:f>
              <c:numCache>
                <c:formatCode>General</c:formatCode>
                <c:ptCount val="3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6F7-4770-9C2F-9D5505FB5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88651967"/>
        <c:axId val="1"/>
      </c:barChart>
      <c:catAx>
        <c:axId val="4886519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886519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773274379759274E-2"/>
          <c:y val="5.9701492537313432E-2"/>
          <c:w val="0.97445345124048144"/>
          <c:h val="0.8805970149253731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98A-4D5C-8E63-AED033BC27E2}"/>
              </c:ext>
            </c:extLst>
          </c:dPt>
          <c:dPt>
            <c:idx val="1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98A-4D5C-8E63-AED033BC27E2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98A-4D5C-8E63-AED033BC27E2}"/>
              </c:ext>
            </c:extLst>
          </c:dPt>
          <c:dPt>
            <c:idx val="4"/>
            <c:invertIfNegative val="0"/>
            <c:bubble3D val="0"/>
            <c:spPr>
              <a:solidFill>
                <a:srgbClr val="0044B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98A-4D5C-8E63-AED033BC27E2}"/>
              </c:ext>
            </c:extLst>
          </c:dPt>
          <c:dPt>
            <c:idx val="7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298A-4D5C-8E63-AED033BC27E2}"/>
              </c:ext>
            </c:extLst>
          </c:dPt>
          <c:dPt>
            <c:idx val="9"/>
            <c:invertIfNegative val="0"/>
            <c:bubble3D val="0"/>
            <c:spPr>
              <a:solidFill>
                <a:srgbClr val="0044B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98A-4D5C-8E63-AED033BC27E2}"/>
              </c:ext>
            </c:extLst>
          </c:dPt>
          <c:val>
            <c:numRef>
              <c:f>Sheet1!$A$1:$J$1</c:f>
              <c:numCache>
                <c:formatCode>General</c:formatCode>
                <c:ptCount val="10"/>
                <c:pt idx="0">
                  <c:v>13500000</c:v>
                </c:pt>
                <c:pt idx="1">
                  <c:v>14625872.310000001</c:v>
                </c:pt>
                <c:pt idx="2">
                  <c:v>14980000</c:v>
                </c:pt>
                <c:pt idx="3">
                  <c:v>15379385</c:v>
                </c:pt>
                <c:pt idx="4">
                  <c:v>28470600.420000002</c:v>
                </c:pt>
                <c:pt idx="7">
                  <c:v>13340800</c:v>
                </c:pt>
                <c:pt idx="8">
                  <c:v>15379385</c:v>
                </c:pt>
                <c:pt idx="9">
                  <c:v>24940800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8A-4D5C-8E63-AED033BC27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743721599"/>
        <c:axId val="1"/>
      </c:barChart>
      <c:catAx>
        <c:axId val="7437215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8470600.42000000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7437215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BF4E9-B9FD-481F-B816-BBFF2E32970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F8258-9D05-40B7-9609-CF45ABEB38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59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57C2D-6D29-7ACD-1FCD-512FE39F7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039BB3-937F-964F-BC7F-8DBD6229F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56DAAFC-54B8-F1CB-6671-FAB641F66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64FC43-4D2D-A011-0F57-2160BAB90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280A72-F926-4A95-80FA-CBA9F20E41A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830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Fornecedores ainda não tem o fechamento do DRE 2025.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F8258-9D05-40B7-9609-CF45ABEB38E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973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DEE2-1522-FF12-FE3A-7EBF0D91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89E003-C9D3-4857-4E08-E6494C0CA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620808-F959-265A-9356-1129C83A5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C2CBC7-D7E1-1570-93C5-6D45E3086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280A72-F926-4A95-80FA-CBA9F20E41A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45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F8258-9D05-40B7-9609-CF45ABEB38E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930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F3A6-19D4-EBE9-0ACB-8E21118C6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286FC5-9527-C03E-8ACF-4628C3EC2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AB9DD1-0333-8EDB-7A1D-46137DA83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504FEB-5B18-A85F-90D4-A84C73E40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280A72-F926-4A95-80FA-CBA9F20E41A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2949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CA14-2185-539C-EA36-D86ED0B8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8BF0046-CEC2-6DDC-325B-5D8DFC768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793CE3-2350-C31E-D6AE-A83AD559B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29772D-3F9D-0BE7-B77B-36548C70B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280A72-F926-4A95-80FA-CBA9F20E41A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096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42506-5260-53F0-1859-7635FAC0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8DA707-B72C-B9C1-587C-45AC4E1E2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E62EAB0-5800-D0F3-C4D0-510C83EC3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F7FD44-20F0-7788-9CBA-952604950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280A72-F926-4A95-80FA-CBA9F20E41A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9870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FEB5A-42AF-D4B4-304D-B3D4E5270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AE317-7525-B05A-A8F9-364784033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C8D7F8-431A-6FE1-E57E-CCAEF4F31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2866C8-5C0D-B54A-1633-8828E596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BEF9EB-CE1E-B868-A7D4-CF8512D3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90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217A2-AE05-B2A7-0D14-F876A13F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1D276A-5DE1-8B3D-9F58-9427BFE46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E83767-1CDC-8FA8-ECC6-321600D8E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88E35B-1B41-8476-0DAC-6367F092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B201B2-2608-992E-DD29-77CE2592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0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FFBDE-9AD8-CB96-1BDE-FAA7A7F88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001ECB-20F6-07E1-5CD7-95D5133D0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1ADB97-6EA4-9D46-B576-71B1FF49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9D2DBE-404C-5360-AD9D-4BDD2753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7E0F38-9DBF-98B3-B810-2D47B76C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481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A740B-0198-7C62-2F71-8ADAE94A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C2C47E-4AF9-1142-1594-0080068D5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D06DFF-5723-1D7A-A68B-35BC1B043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24C39F-A351-0DF4-C399-D486EC8C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810745-E458-C6AA-DB3D-98E889CC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A49661-EC82-329E-0C79-BBE1E673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40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E995F-9116-C52B-3A7F-9C2BF53A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16A352-4B90-BC49-4252-F3378759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2659AF-2C27-1B88-1255-2C8B838BD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577416-A387-3F72-F11D-998BDD0FB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D969E7-7BA3-760C-84D1-385049B09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D4B4F9-2685-89D4-70C7-7A25594F2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57BB10C-F6CC-2040-AC8F-9812E729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F935357-4360-A077-CFF8-638D723A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71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5DCC5-AB0B-FD22-3832-9F86793CA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FF26BAA-26A5-E78E-B9AD-668A9015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B09ED7-2266-DE6C-1684-F1CF86BD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6797BCE-A698-D14D-130B-46850A85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19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A7D4E7-54FE-2871-0D0D-6CBCF5CB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B7D253-CF1E-9A9F-0538-63D5A8AB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36397F-C928-793D-2558-5725B6B0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57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4FF8A-C08D-D3EC-E056-73768E80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F48128-5B47-715A-3155-E5ADB3623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B43C43-F6DD-0E52-56F2-CE0E67D87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881F7C-7304-701F-FDD1-DC78BAA5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013834-84D9-8FB5-23BC-2A8EE47D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1C4400-161C-47A8-6527-6A74A900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35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4E5D8-9CB1-8D8E-0208-CEF859BA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9FF5678-6157-B944-677B-FA9A48EA7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E87861-795B-1844-F060-FD7EA9CB8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008737-E9EE-AB7B-A604-961C0BC5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1913D2-C53B-922E-DEF6-4ADC0F6F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48BF8A-1753-D0C9-AB25-5DF1BF34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599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5E114-101F-7A0D-CB79-F2A348C0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5DE262-A476-B0A1-9ED3-232ED3B67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48105E-2DA3-F67B-CE17-182E19D06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D6ACCD-2AC9-C6DD-D56D-2E90600F7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B2040D-C49A-8E5E-691C-D0EC1EC5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90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76FD74-0819-8167-FEEF-E46F60AA1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BE6830-8789-4786-73C7-C9FE56513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8E5946-8EA8-7A35-12BA-52E15E7A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96B6AB-0093-86B9-8250-8B2F4CB7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A4AB19-05C8-8F03-8D0C-8A21E7F1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63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EAAACF1-FB80-3DFB-2267-A0843A093A00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888940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4" imgW="395" imgH="396" progId="TCLayout.ActiveDocument.1">
                  <p:embed/>
                </p:oleObj>
              </mc:Choice>
              <mc:Fallback>
                <p:oleObj name="Slide do think-cell" r:id="rId14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AAACF1-FB80-3DFB-2267-A0843A093A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8B3367-8ABF-C07A-16B5-2F598224A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7FCDEF-67E9-F569-0E21-64B7B4FEA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A1020E-914F-7981-AC6B-F8F7DA14B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FE150-D944-4895-9FC8-528272F5C7B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10219C-3757-D482-D541-EF219563C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760A6-3245-739B-3EF9-BA540D8CA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7A8A8-BE1F-458D-9289-79AC60E6B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02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8.png"/><Relationship Id="rId18" Type="http://schemas.openxmlformats.org/officeDocument/2006/relationships/image" Target="../media/image12.png"/><Relationship Id="rId3" Type="http://schemas.openxmlformats.org/officeDocument/2006/relationships/tags" Target="../tags/tag6.xml"/><Relationship Id="rId21" Type="http://schemas.openxmlformats.org/officeDocument/2006/relationships/image" Target="../media/image15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7" Type="http://schemas.openxmlformats.org/officeDocument/2006/relationships/image" Target="../media/image11.png"/><Relationship Id="rId2" Type="http://schemas.openxmlformats.org/officeDocument/2006/relationships/tags" Target="../tags/tag5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6.png"/><Relationship Id="rId5" Type="http://schemas.openxmlformats.org/officeDocument/2006/relationships/tags" Target="../tags/tag8.xml"/><Relationship Id="rId15" Type="http://schemas.openxmlformats.org/officeDocument/2006/relationships/image" Target="../media/image9.png"/><Relationship Id="rId10" Type="http://schemas.openxmlformats.org/officeDocument/2006/relationships/image" Target="../media/image1.emf"/><Relationship Id="rId19" Type="http://schemas.openxmlformats.org/officeDocument/2006/relationships/image" Target="../media/image13.png"/><Relationship Id="rId4" Type="http://schemas.openxmlformats.org/officeDocument/2006/relationships/tags" Target="../tags/tag7.xml"/><Relationship Id="rId9" Type="http://schemas.openxmlformats.org/officeDocument/2006/relationships/oleObject" Target="../embeddings/oleObject3.bin"/><Relationship Id="rId1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tags" Target="../tags/tag31.xml"/><Relationship Id="rId26" Type="http://schemas.openxmlformats.org/officeDocument/2006/relationships/image" Target="../media/image6.png"/><Relationship Id="rId3" Type="http://schemas.openxmlformats.org/officeDocument/2006/relationships/tags" Target="../tags/tag16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5" Type="http://schemas.openxmlformats.org/officeDocument/2006/relationships/chart" Target="../charts/chart3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20" Type="http://schemas.openxmlformats.org/officeDocument/2006/relationships/tags" Target="../tags/tag33.xml"/><Relationship Id="rId29" Type="http://schemas.openxmlformats.org/officeDocument/2006/relationships/image" Target="../media/image14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24" Type="http://schemas.openxmlformats.org/officeDocument/2006/relationships/image" Target="../media/image1.emf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23" Type="http://schemas.openxmlformats.org/officeDocument/2006/relationships/oleObject" Target="../embeddings/oleObject7.bin"/><Relationship Id="rId28" Type="http://schemas.openxmlformats.org/officeDocument/2006/relationships/image" Target="../media/image9.png"/><Relationship Id="rId10" Type="http://schemas.openxmlformats.org/officeDocument/2006/relationships/tags" Target="../tags/tag23.xml"/><Relationship Id="rId19" Type="http://schemas.openxmlformats.org/officeDocument/2006/relationships/tags" Target="../tags/tag32.xml"/><Relationship Id="rId31" Type="http://schemas.openxmlformats.org/officeDocument/2006/relationships/image" Target="../media/image8.png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Relationship Id="rId22" Type="http://schemas.openxmlformats.org/officeDocument/2006/relationships/notesSlide" Target="../notesSlides/notesSlide5.xml"/><Relationship Id="rId27" Type="http://schemas.openxmlformats.org/officeDocument/2006/relationships/image" Target="../media/image13.png"/><Relationship Id="rId30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tags" Target="../tags/tag59.xml"/><Relationship Id="rId39" Type="http://schemas.openxmlformats.org/officeDocument/2006/relationships/tags" Target="../tags/tag72.xml"/><Relationship Id="rId21" Type="http://schemas.openxmlformats.org/officeDocument/2006/relationships/tags" Target="../tags/tag54.xml"/><Relationship Id="rId34" Type="http://schemas.openxmlformats.org/officeDocument/2006/relationships/tags" Target="../tags/tag67.xml"/><Relationship Id="rId42" Type="http://schemas.openxmlformats.org/officeDocument/2006/relationships/tags" Target="../tags/tag75.xml"/><Relationship Id="rId47" Type="http://schemas.openxmlformats.org/officeDocument/2006/relationships/oleObject" Target="../embeddings/oleObject8.bin"/><Relationship Id="rId50" Type="http://schemas.openxmlformats.org/officeDocument/2006/relationships/chart" Target="../charts/chart5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9" Type="http://schemas.openxmlformats.org/officeDocument/2006/relationships/tags" Target="../tags/tag62.xml"/><Relationship Id="rId11" Type="http://schemas.openxmlformats.org/officeDocument/2006/relationships/tags" Target="../tags/tag44.xml"/><Relationship Id="rId24" Type="http://schemas.openxmlformats.org/officeDocument/2006/relationships/tags" Target="../tags/tag57.xml"/><Relationship Id="rId32" Type="http://schemas.openxmlformats.org/officeDocument/2006/relationships/tags" Target="../tags/tag65.xml"/><Relationship Id="rId37" Type="http://schemas.openxmlformats.org/officeDocument/2006/relationships/tags" Target="../tags/tag70.xml"/><Relationship Id="rId40" Type="http://schemas.openxmlformats.org/officeDocument/2006/relationships/tags" Target="../tags/tag73.xml"/><Relationship Id="rId45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tags" Target="../tags/tag56.xml"/><Relationship Id="rId28" Type="http://schemas.openxmlformats.org/officeDocument/2006/relationships/tags" Target="../tags/tag61.xml"/><Relationship Id="rId36" Type="http://schemas.openxmlformats.org/officeDocument/2006/relationships/tags" Target="../tags/tag69.xml"/><Relationship Id="rId49" Type="http://schemas.openxmlformats.org/officeDocument/2006/relationships/chart" Target="../charts/chart4.xml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31" Type="http://schemas.openxmlformats.org/officeDocument/2006/relationships/tags" Target="../tags/tag64.xml"/><Relationship Id="rId44" Type="http://schemas.openxmlformats.org/officeDocument/2006/relationships/tags" Target="../tags/tag77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tags" Target="../tags/tag60.xml"/><Relationship Id="rId30" Type="http://schemas.openxmlformats.org/officeDocument/2006/relationships/tags" Target="../tags/tag63.xml"/><Relationship Id="rId35" Type="http://schemas.openxmlformats.org/officeDocument/2006/relationships/tags" Target="../tags/tag68.xml"/><Relationship Id="rId43" Type="http://schemas.openxmlformats.org/officeDocument/2006/relationships/tags" Target="../tags/tag76.xml"/><Relationship Id="rId48" Type="http://schemas.openxmlformats.org/officeDocument/2006/relationships/image" Target="../media/image1.emf"/><Relationship Id="rId8" Type="http://schemas.openxmlformats.org/officeDocument/2006/relationships/tags" Target="../tags/tag41.xml"/><Relationship Id="rId51" Type="http://schemas.openxmlformats.org/officeDocument/2006/relationships/image" Target="../media/image6.png"/><Relationship Id="rId3" Type="http://schemas.openxmlformats.org/officeDocument/2006/relationships/tags" Target="../tags/tag36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tags" Target="../tags/tag58.xml"/><Relationship Id="rId33" Type="http://schemas.openxmlformats.org/officeDocument/2006/relationships/tags" Target="../tags/tag66.xml"/><Relationship Id="rId38" Type="http://schemas.openxmlformats.org/officeDocument/2006/relationships/tags" Target="../tags/tag71.xml"/><Relationship Id="rId46" Type="http://schemas.openxmlformats.org/officeDocument/2006/relationships/notesSlide" Target="../notesSlides/notesSlide6.xml"/><Relationship Id="rId20" Type="http://schemas.openxmlformats.org/officeDocument/2006/relationships/tags" Target="../tags/tag53.xml"/><Relationship Id="rId41" Type="http://schemas.openxmlformats.org/officeDocument/2006/relationships/tags" Target="../tags/tag74.xml"/><Relationship Id="rId1" Type="http://schemas.openxmlformats.org/officeDocument/2006/relationships/tags" Target="../tags/tag34.xml"/><Relationship Id="rId6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24.png"/><Relationship Id="rId4" Type="http://schemas.openxmlformats.org/officeDocument/2006/relationships/image" Target="../media/image1.emf"/><Relationship Id="rId9" Type="http://schemas.openxmlformats.org/officeDocument/2006/relationships/image" Target="../media/image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434A2B1-C2CD-0EBF-8C53-FF9DD5A9FB7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7124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6" progId="TCLayout.ActiveDocument.1">
                  <p:embed/>
                </p:oleObj>
              </mc:Choice>
              <mc:Fallback>
                <p:oleObj name="Slide do think-cell" r:id="rId3" imgW="395" imgH="39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4A2B1-C2CD-0EBF-8C53-FF9DD5A9FB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m 5" descr="Prédio em construção&#10;&#10;O conteúdo gerado por IA pode estar incorreto.">
            <a:extLst>
              <a:ext uri="{FF2B5EF4-FFF2-40B4-BE49-F238E27FC236}">
                <a16:creationId xmlns:a16="http://schemas.microsoft.com/office/drawing/2014/main" id="{5E762FEB-1D9A-0260-7F3A-7B917A93FC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pic>
        <p:nvPicPr>
          <p:cNvPr id="5" name="Oval 7">
            <a:extLst>
              <a:ext uri="{FF2B5EF4-FFF2-40B4-BE49-F238E27FC236}">
                <a16:creationId xmlns:a16="http://schemas.microsoft.com/office/drawing/2014/main" id="{F8642BF6-886A-8BD2-ABE1-3E528DF6BBB8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3258" y="-2597150"/>
            <a:ext cx="13242089" cy="12052300"/>
          </a:xfrm>
          <a:prstGeom prst="rect">
            <a:avLst/>
          </a:prstGeom>
          <a:noFill/>
          <a:ln>
            <a:noFill/>
          </a:ln>
          <a:effectLst>
            <a:outerShdw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Oval 7">
            <a:extLst>
              <a:ext uri="{FF2B5EF4-FFF2-40B4-BE49-F238E27FC236}">
                <a16:creationId xmlns:a16="http://schemas.microsoft.com/office/drawing/2014/main" id="{A4AB9BD9-2F6B-B5DC-FAB7-7C7255959656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00" y="-774700"/>
            <a:ext cx="8394700" cy="840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traight Connector 4">
            <a:extLst>
              <a:ext uri="{FF2B5EF4-FFF2-40B4-BE49-F238E27FC236}">
                <a16:creationId xmlns:a16="http://schemas.microsoft.com/office/drawing/2014/main" id="{364E24BD-DA13-AF28-8B89-DD6AB2739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" y="4270375"/>
            <a:ext cx="10721975" cy="0"/>
          </a:xfrm>
          <a:prstGeom prst="line">
            <a:avLst/>
          </a:prstGeom>
          <a:noFill/>
          <a:ln w="25400">
            <a:solidFill>
              <a:srgbClr val="EBEBEB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endParaRPr lang="pt-BR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4B74DAC-3246-D3C3-1AFA-6D2CFBFF4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4" y="4352926"/>
            <a:ext cx="576072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r>
              <a:rPr lang="en-US" altLang="en-US" sz="2100" dirty="0">
                <a:solidFill>
                  <a:srgbClr val="EBEBEB"/>
                </a:solidFill>
                <a:latin typeface="Suzano Display Light" panose="02010303030508060203" pitchFamily="2" charset="0"/>
                <a:ea typeface="Suzano Sans Bold"/>
                <a:cs typeface="Suzano Sans Bold"/>
                <a:sym typeface="Suzano Sans Bold"/>
              </a:rPr>
              <a:t>Carlos Naidhig - Capex Industrial</a:t>
            </a:r>
          </a:p>
          <a:p>
            <a:pPr eaLnBrk="1"/>
            <a:endParaRPr lang="en-US" altLang="en-US" sz="2100" dirty="0">
              <a:solidFill>
                <a:srgbClr val="EBEBEB"/>
              </a:solidFill>
              <a:latin typeface="Suzano Display Light" panose="02010303030508060203" pitchFamily="2" charset="0"/>
              <a:ea typeface="Suzano Sans Light"/>
              <a:cs typeface="Suzano Sans Light"/>
              <a:sym typeface="Suzano Sans Light"/>
            </a:endParaRPr>
          </a:p>
        </p:txBody>
      </p:sp>
      <p:pic>
        <p:nvPicPr>
          <p:cNvPr id="10" name="Imagem 9" descr="Logotipo, nome da empresa&#10;&#10;Descrição gerada automaticamente">
            <a:extLst>
              <a:ext uri="{FF2B5EF4-FFF2-40B4-BE49-F238E27FC236}">
                <a16:creationId xmlns:a16="http://schemas.microsoft.com/office/drawing/2014/main" id="{FE46401C-B629-8339-2CE6-D7ED57D852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564" y="0"/>
            <a:ext cx="1686268" cy="1142972"/>
          </a:xfrm>
          <a:prstGeom prst="rect">
            <a:avLst/>
          </a:prstGeom>
        </p:spPr>
      </p:pic>
      <p:sp>
        <p:nvSpPr>
          <p:cNvPr id="13" name="TextBox 14">
            <a:extLst>
              <a:ext uri="{FF2B5EF4-FFF2-40B4-BE49-F238E27FC236}">
                <a16:creationId xmlns:a16="http://schemas.microsoft.com/office/drawing/2014/main" id="{DF450CEB-72D6-63F4-611E-0D5E72822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76" y="2125722"/>
            <a:ext cx="1172928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eaLnBrk="1"/>
            <a:r>
              <a:rPr lang="en-US" altLang="en-US" sz="3200" dirty="0">
                <a:solidFill>
                  <a:srgbClr val="EBEBEB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Contratação</a:t>
            </a:r>
          </a:p>
          <a:p>
            <a:pPr marL="457200" indent="-457200" eaLnBrk="1">
              <a:buFont typeface="Arial" panose="020B0604020202020204" pitchFamily="34" charset="0"/>
              <a:buChar char="•"/>
            </a:pPr>
            <a:r>
              <a:rPr lang="en-US" altLang="en-US" sz="3200" dirty="0" err="1">
                <a:solidFill>
                  <a:srgbClr val="EBEBEB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Revitalização</a:t>
            </a:r>
            <a:r>
              <a:rPr lang="en-US" altLang="en-US" sz="3200" dirty="0">
                <a:solidFill>
                  <a:srgbClr val="EBEBEB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 dos </a:t>
            </a:r>
            <a:r>
              <a:rPr lang="en-US" altLang="en-US" sz="3200" dirty="0" err="1">
                <a:solidFill>
                  <a:srgbClr val="EBEBEB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reatores</a:t>
            </a:r>
            <a:r>
              <a:rPr lang="en-US" altLang="en-US" sz="3200" dirty="0">
                <a:solidFill>
                  <a:srgbClr val="EBEBEB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 060 e 031</a:t>
            </a:r>
            <a:endParaRPr lang="en-US" altLang="en-US" sz="2400" dirty="0">
              <a:solidFill>
                <a:srgbClr val="EBEBEB"/>
              </a:solidFill>
              <a:latin typeface="Suzano Unicase" panose="02010503030508060203" pitchFamily="2" charset="0"/>
              <a:ea typeface="Suzano Sans Regular"/>
              <a:cs typeface="Suzano Sans Regular"/>
              <a:sym typeface="Suzano Sans Regular"/>
            </a:endParaRPr>
          </a:p>
          <a:p>
            <a:pPr eaLnBrk="1"/>
            <a:r>
              <a:rPr lang="en-US" altLang="en-US" sz="2000" dirty="0">
                <a:solidFill>
                  <a:srgbClr val="EBEBEB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Pg 2026 –  </a:t>
            </a:r>
            <a:r>
              <a:rPr lang="en-US" altLang="en-US" sz="2000" dirty="0" err="1">
                <a:solidFill>
                  <a:srgbClr val="EBEBEB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aracruz</a:t>
            </a:r>
            <a:endParaRPr lang="en-US" altLang="en-US" sz="2000" dirty="0">
              <a:solidFill>
                <a:srgbClr val="EBEBEB"/>
              </a:solidFill>
              <a:latin typeface="Suzano Unicase" panose="02010503030508060203" pitchFamily="2" charset="0"/>
              <a:ea typeface="Suzano Sans Regular"/>
              <a:cs typeface="Suzano Sans Regular"/>
              <a:sym typeface="Suzano Sans Regular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988E814-34D7-358A-8BF6-2CBDF2527D06}"/>
              </a:ext>
            </a:extLst>
          </p:cNvPr>
          <p:cNvSpPr txBox="1"/>
          <p:nvPr/>
        </p:nvSpPr>
        <p:spPr>
          <a:xfrm>
            <a:off x="10790968" y="6406833"/>
            <a:ext cx="2802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EBEBEB"/>
                </a:solidFill>
                <a:latin typeface="Suzano Display Light" panose="02010303030508060203" pitchFamily="2" charset="0"/>
                <a:ea typeface="Suzano Sans Bold"/>
                <a:cs typeface="Suzano Sans Bold"/>
                <a:sym typeface="Suzano Sans Bold"/>
              </a:rPr>
              <a:t>Abril/26</a:t>
            </a:r>
            <a:endParaRPr lang="en-US" altLang="en-US" sz="1800" dirty="0">
              <a:solidFill>
                <a:srgbClr val="EBEBEB"/>
              </a:solidFill>
              <a:latin typeface="Suzano Display Light" panose="02010303030508060203" pitchFamily="2" charset="0"/>
              <a:ea typeface="Suzano Sans Light"/>
              <a:cs typeface="Suzano Sans Light"/>
              <a:sym typeface="Suzano Sans Light"/>
            </a:endParaRP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98FDCDA8-8FB6-7E4C-A317-70B5EFDD56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812" y="-126041"/>
            <a:ext cx="1953720" cy="195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04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E92F-837A-69CC-2B8D-B90C7BBCF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hink-cell data - do not delete" hidden="1">
            <a:extLst>
              <a:ext uri="{FF2B5EF4-FFF2-40B4-BE49-F238E27FC236}">
                <a16:creationId xmlns:a16="http://schemas.microsoft.com/office/drawing/2014/main" id="{39127345-4323-E213-3468-15F32AE74D3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35076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9" imgW="395" imgH="396" progId="TCLayout.ActiveDocument.1">
                  <p:embed/>
                </p:oleObj>
              </mc:Choice>
              <mc:Fallback>
                <p:oleObj name="Slide do think-cell" r:id="rId9" imgW="395" imgH="396" progId="TCLayout.ActiveDocument.1">
                  <p:embed/>
                  <p:pic>
                    <p:nvPicPr>
                      <p:cNvPr id="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127345-4323-E213-3468-15F32AE74D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8016A24A-F9EF-166B-E63F-12CB3E9BC756}"/>
              </a:ext>
            </a:extLst>
          </p:cNvPr>
          <p:cNvSpPr/>
          <p:nvPr/>
        </p:nvSpPr>
        <p:spPr>
          <a:xfrm>
            <a:off x="5878117" y="2583849"/>
            <a:ext cx="4740267" cy="3785651"/>
          </a:xfrm>
          <a:prstGeom prst="roundRect">
            <a:avLst>
              <a:gd name="adj" fmla="val 509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5F605B9C-AF86-A286-C385-358DBE891373}"/>
              </a:ext>
            </a:extLst>
          </p:cNvPr>
          <p:cNvSpPr/>
          <p:nvPr/>
        </p:nvSpPr>
        <p:spPr>
          <a:xfrm>
            <a:off x="403027" y="5203041"/>
            <a:ext cx="4740267" cy="11684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502877A9-2D38-B488-965E-CFFA958CEBB3}"/>
              </a:ext>
            </a:extLst>
          </p:cNvPr>
          <p:cNvSpPr/>
          <p:nvPr/>
        </p:nvSpPr>
        <p:spPr>
          <a:xfrm>
            <a:off x="371475" y="3749810"/>
            <a:ext cx="4740267" cy="11684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53ED96B2-8531-75D9-291A-62442B27AA4D}"/>
              </a:ext>
            </a:extLst>
          </p:cNvPr>
          <p:cNvSpPr/>
          <p:nvPr/>
        </p:nvSpPr>
        <p:spPr>
          <a:xfrm>
            <a:off x="371475" y="2296579"/>
            <a:ext cx="4740267" cy="11684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F023452-0FA8-2344-4C2A-246AA0671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7" y="45403"/>
            <a:ext cx="8249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Resumo da contratação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sp>
        <p:nvSpPr>
          <p:cNvPr id="25" name="Straight Connector 4">
            <a:extLst>
              <a:ext uri="{FF2B5EF4-FFF2-40B4-BE49-F238E27FC236}">
                <a16:creationId xmlns:a16="http://schemas.microsoft.com/office/drawing/2014/main" id="{EEA532B0-488D-8A49-765A-1CA4C075A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926" y="611091"/>
            <a:ext cx="9964737" cy="14288"/>
          </a:xfrm>
          <a:prstGeom prst="line">
            <a:avLst/>
          </a:prstGeom>
          <a:noFill/>
          <a:ln w="2540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1E4508B9-DBA9-900E-82CC-844AB2554834}"/>
              </a:ext>
            </a:extLst>
          </p:cNvPr>
          <p:cNvGrpSpPr/>
          <p:nvPr/>
        </p:nvGrpSpPr>
        <p:grpSpPr>
          <a:xfrm>
            <a:off x="371475" y="866775"/>
            <a:ext cx="5361776" cy="1168490"/>
            <a:chOff x="371475" y="866775"/>
            <a:chExt cx="5361776" cy="1168490"/>
          </a:xfrm>
        </p:grpSpPr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EF49442B-8E78-4DAA-E67F-1E7FB77223BB}"/>
                </a:ext>
              </a:extLst>
            </p:cNvPr>
            <p:cNvGrpSpPr/>
            <p:nvPr/>
          </p:nvGrpSpPr>
          <p:grpSpPr>
            <a:xfrm>
              <a:off x="371475" y="866775"/>
              <a:ext cx="5361776" cy="1168490"/>
              <a:chOff x="371475" y="866775"/>
              <a:chExt cx="5361776" cy="1168490"/>
            </a:xfrm>
          </p:grpSpPr>
          <p:sp>
            <p:nvSpPr>
              <p:cNvPr id="51" name="Retângulo: Cantos Arredondados 50">
                <a:extLst>
                  <a:ext uri="{FF2B5EF4-FFF2-40B4-BE49-F238E27FC236}">
                    <a16:creationId xmlns:a16="http://schemas.microsoft.com/office/drawing/2014/main" id="{6970FF31-9E2D-21AF-6181-103489B4C295}"/>
                  </a:ext>
                </a:extLst>
              </p:cNvPr>
              <p:cNvSpPr/>
              <p:nvPr/>
            </p:nvSpPr>
            <p:spPr>
              <a:xfrm>
                <a:off x="371475" y="866775"/>
                <a:ext cx="4740267" cy="116849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459D6E5F-C143-E842-A4AC-D6B3369EA415}"/>
                  </a:ext>
                </a:extLst>
              </p:cNvPr>
              <p:cNvSpPr txBox="1"/>
              <p:nvPr/>
            </p:nvSpPr>
            <p:spPr>
              <a:xfrm>
                <a:off x="1553651" y="954832"/>
                <a:ext cx="417960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pt-BR"/>
                </a:defPPr>
                <a:lvl1pPr algn="ctr">
                  <a:defRPr sz="1500">
                    <a:latin typeface="Suzano Display" panose="02010503030508060203" pitchFamily="2" charset="0"/>
                  </a:defRPr>
                </a:lvl1pPr>
              </a:lstStyle>
              <a:p>
                <a:pPr algn="l"/>
                <a:r>
                  <a:rPr lang="pt-BR" b="1">
                    <a:solidFill>
                      <a:srgbClr val="000080"/>
                    </a:solidFill>
                  </a:rPr>
                  <a:t>CONTRATAÇÃO</a:t>
                </a:r>
              </a:p>
            </p:txBody>
          </p:sp>
        </p:grp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E112BB49-3EC5-5C95-0EB7-CA10254C1BA3}"/>
                </a:ext>
              </a:extLst>
            </p:cNvPr>
            <p:cNvSpPr txBox="1"/>
            <p:nvPr/>
          </p:nvSpPr>
          <p:spPr>
            <a:xfrm>
              <a:off x="1553651" y="1188839"/>
              <a:ext cx="345726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>
                <a:defRPr sz="1500">
                  <a:latin typeface="Suzano Display" panose="02010503030508060203" pitchFamily="2" charset="0"/>
                </a:defRPr>
              </a:lvl1pPr>
            </a:lstStyle>
            <a:p>
              <a:pPr algn="l"/>
              <a:r>
                <a:rPr lang="pt-BR" sz="1200" dirty="0"/>
                <a:t>Aprovar a contratação da empresa </a:t>
              </a:r>
              <a:r>
                <a:rPr lang="pt-BR" sz="1200" dirty="0" err="1"/>
                <a:t>Tequaly</a:t>
              </a:r>
              <a:r>
                <a:rPr lang="pt-BR" sz="1200" dirty="0"/>
                <a:t> para execução do Serviço do Projeto de Revitalização dos Reatores 060 e 031 na PG 2026 de Aracruz.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1E8DAB1-2E91-7BD6-49CF-C05EFCE225A5}"/>
              </a:ext>
            </a:extLst>
          </p:cNvPr>
          <p:cNvSpPr txBox="1"/>
          <p:nvPr/>
        </p:nvSpPr>
        <p:spPr>
          <a:xfrm>
            <a:off x="1553651" y="2466342"/>
            <a:ext cx="417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b="1">
                <a:solidFill>
                  <a:srgbClr val="000080"/>
                </a:solidFill>
              </a:rPr>
              <a:t>MODALIDADE DE CONTRATAÇÃO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440ACD3-3624-0578-F5FC-4614D77E508E}"/>
              </a:ext>
            </a:extLst>
          </p:cNvPr>
          <p:cNvSpPr txBox="1"/>
          <p:nvPr/>
        </p:nvSpPr>
        <p:spPr>
          <a:xfrm>
            <a:off x="1553651" y="2813326"/>
            <a:ext cx="2124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200"/>
              <a:t>Preço Global, com custos abertos e macro índices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692190D-9224-F5FE-AF47-2D8F81BCD508}"/>
              </a:ext>
            </a:extLst>
          </p:cNvPr>
          <p:cNvSpPr txBox="1"/>
          <p:nvPr/>
        </p:nvSpPr>
        <p:spPr>
          <a:xfrm>
            <a:off x="6983700" y="2790242"/>
            <a:ext cx="417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 b="1">
                <a:solidFill>
                  <a:srgbClr val="000080"/>
                </a:solidFill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/>
              <a:t>CENÁRIO COMERCIAL (R$ MM)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D1EE7F7C-3164-F565-B26A-B1415D08B148}"/>
              </a:ext>
            </a:extLst>
          </p:cNvPr>
          <p:cNvGrpSpPr/>
          <p:nvPr/>
        </p:nvGrpSpPr>
        <p:grpSpPr>
          <a:xfrm>
            <a:off x="5904544" y="993436"/>
            <a:ext cx="5363835" cy="1168490"/>
            <a:chOff x="5939476" y="1705291"/>
            <a:chExt cx="5363835" cy="1168490"/>
          </a:xfrm>
        </p:grpSpPr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AD0B3193-5EBE-4D00-AD4D-A5A0A641F7FD}"/>
                </a:ext>
              </a:extLst>
            </p:cNvPr>
            <p:cNvSpPr/>
            <p:nvPr/>
          </p:nvSpPr>
          <p:spPr>
            <a:xfrm>
              <a:off x="5939476" y="1705291"/>
              <a:ext cx="4740267" cy="11684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25F76C06-6752-E9F1-7462-11B318CFF2E7}"/>
                </a:ext>
              </a:extLst>
            </p:cNvPr>
            <p:cNvSpPr txBox="1"/>
            <p:nvPr/>
          </p:nvSpPr>
          <p:spPr>
            <a:xfrm>
              <a:off x="7123711" y="1860478"/>
              <a:ext cx="41796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>
                <a:defRPr sz="1500" b="1">
                  <a:solidFill>
                    <a:srgbClr val="000080"/>
                  </a:solidFill>
                  <a:latin typeface="Suzano Display" panose="02010503030508060203" pitchFamily="2" charset="0"/>
                </a:defRPr>
              </a:lvl1pPr>
            </a:lstStyle>
            <a:p>
              <a:pPr algn="l"/>
              <a:r>
                <a:rPr lang="pt-BR"/>
                <a:t>LIMITAÇÕES DE RESPONSABILIDADE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D4271543-0CD4-FF47-1D41-525CCC0A9E5F}"/>
                </a:ext>
              </a:extLst>
            </p:cNvPr>
            <p:cNvSpPr txBox="1"/>
            <p:nvPr/>
          </p:nvSpPr>
          <p:spPr>
            <a:xfrm>
              <a:off x="7152238" y="2229172"/>
              <a:ext cx="183356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>
                <a:defRPr sz="1200">
                  <a:latin typeface="Suzano Display" panose="02010503030508060203" pitchFamily="2" charset="0"/>
                </a:defRPr>
              </a:lvl1pPr>
            </a:lstStyle>
            <a:p>
              <a:r>
                <a:rPr lang="pt-BR"/>
                <a:t>Sem limitação</a:t>
              </a:r>
            </a:p>
          </p:txBody>
        </p:sp>
      </p:grp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B023205-F27B-E2DA-6034-FCEDC2F06BB1}"/>
              </a:ext>
            </a:extLst>
          </p:cNvPr>
          <p:cNvSpPr txBox="1"/>
          <p:nvPr/>
        </p:nvSpPr>
        <p:spPr>
          <a:xfrm>
            <a:off x="1553651" y="5329034"/>
            <a:ext cx="417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 b="1">
                <a:solidFill>
                  <a:srgbClr val="000080"/>
                </a:solidFill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dirty="0"/>
              <a:t>SEGUROS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8BC013D-E5FF-90E3-EE35-9409B7BE183E}"/>
              </a:ext>
            </a:extLst>
          </p:cNvPr>
          <p:cNvSpPr txBox="1"/>
          <p:nvPr/>
        </p:nvSpPr>
        <p:spPr>
          <a:xfrm>
            <a:off x="1553651" y="5597103"/>
            <a:ext cx="3092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200">
                <a:latin typeface="Suzano Display" panose="02010503030508060203" pitchFamily="2" charset="0"/>
              </a:defRPr>
            </a:lvl1pPr>
          </a:lstStyle>
          <a:p>
            <a:r>
              <a:rPr lang="pt-BR" dirty="0"/>
              <a:t>Seguro Garantia para adiantamento</a:t>
            </a:r>
          </a:p>
          <a:p>
            <a:r>
              <a:rPr lang="pt-BR" dirty="0"/>
              <a:t>Seguro de Responsabilidade Civil</a:t>
            </a:r>
          </a:p>
          <a:p>
            <a:r>
              <a:rPr lang="pt-BR" dirty="0"/>
              <a:t>Seguro de vida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DD13A04-0243-743F-8ED8-0E72598827B5}"/>
              </a:ext>
            </a:extLst>
          </p:cNvPr>
          <p:cNvSpPr txBox="1"/>
          <p:nvPr/>
        </p:nvSpPr>
        <p:spPr>
          <a:xfrm>
            <a:off x="1556856" y="4286246"/>
            <a:ext cx="3092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200">
                <a:latin typeface="Suzano Display" panose="02010503030508060203" pitchFamily="2" charset="0"/>
              </a:defRPr>
            </a:lvl1pPr>
          </a:lstStyle>
          <a:p>
            <a:r>
              <a:rPr lang="pt-BR" dirty="0"/>
              <a:t>20% adiantamento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B522272C-AB0B-45BC-9D82-2BC41C8EFA9D}"/>
              </a:ext>
            </a:extLst>
          </p:cNvPr>
          <p:cNvSpPr txBox="1"/>
          <p:nvPr/>
        </p:nvSpPr>
        <p:spPr>
          <a:xfrm>
            <a:off x="1522135" y="3893843"/>
            <a:ext cx="192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 b="1">
                <a:solidFill>
                  <a:srgbClr val="000080"/>
                </a:solidFill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/>
              <a:t>ADIANTAMENTO</a:t>
            </a:r>
          </a:p>
        </p:txBody>
      </p:sp>
      <p:pic>
        <p:nvPicPr>
          <p:cNvPr id="1073" name="Imagem 1072">
            <a:extLst>
              <a:ext uri="{FF2B5EF4-FFF2-40B4-BE49-F238E27FC236}">
                <a16:creationId xmlns:a16="http://schemas.microsoft.com/office/drawing/2014/main" id="{656864C5-A086-B796-4CC2-94F7315BC3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3300" y="0"/>
            <a:ext cx="1028700" cy="685800"/>
          </a:xfrm>
          <a:prstGeom prst="rect">
            <a:avLst/>
          </a:prstGeom>
        </p:spPr>
      </p:pic>
      <p:pic>
        <p:nvPicPr>
          <p:cNvPr id="1075" name="Imagem 1074">
            <a:extLst>
              <a:ext uri="{FF2B5EF4-FFF2-40B4-BE49-F238E27FC236}">
                <a16:creationId xmlns:a16="http://schemas.microsoft.com/office/drawing/2014/main" id="{8E125E88-C0CE-49C1-1EBF-0EF186D08A3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5644" y="5931664"/>
            <a:ext cx="687688" cy="400110"/>
          </a:xfrm>
          <a:prstGeom prst="rect">
            <a:avLst/>
          </a:prstGeom>
        </p:spPr>
      </p:pic>
      <p:pic>
        <p:nvPicPr>
          <p:cNvPr id="1077" name="Picture 8" descr="TEQUALY - Consolidação no mercado de óleo e gás">
            <a:extLst>
              <a:ext uri="{FF2B5EF4-FFF2-40B4-BE49-F238E27FC236}">
                <a16:creationId xmlns:a16="http://schemas.microsoft.com/office/drawing/2014/main" id="{B4CAEF2B-FFBA-9B05-207A-5FF8B8D5F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105" y="6079706"/>
            <a:ext cx="906863" cy="24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E6634A8C-B341-35AF-BF50-138C21F17B7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6053540"/>
              </p:ext>
            </p:extLst>
          </p:nvPr>
        </p:nvGraphicFramePr>
        <p:xfrm>
          <a:off x="7016750" y="3279775"/>
          <a:ext cx="3190875" cy="2701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50" name="Espaço Reservado para Texto 2">
            <a:extLst>
              <a:ext uri="{FF2B5EF4-FFF2-40B4-BE49-F238E27FC236}">
                <a16:creationId xmlns:a16="http://schemas.microsoft.com/office/drawing/2014/main" id="{63D8255D-1BD5-7948-5781-92C83E13D25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594474" y="5124450"/>
            <a:ext cx="5857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938887BB-7975-43CF-9C23-D67B301E3CE7}" type="datetime'''''P''''a''''''''r''''''e''''''d''''''e'''''''''">
              <a:rPr lang="pt-BR" altLang="en-US" sz="1400" b="1" smtClean="0">
                <a:latin typeface="Suzano Display" panose="02010503030508060203" pitchFamily="2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Parede</a:t>
            </a:fld>
            <a:endParaRPr lang="pt-BR" sz="1400" b="1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657FCDEF-67E9-F569-0E21-64B7B4FEAC5B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415213" y="4324350"/>
            <a:ext cx="3762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0DB4B0B-6E32-42DB-AEB2-9D5F0661D364}" type="datetime'''''''''''''''1''''''''''3'''',''''''''3'''">
              <a:rPr lang="pt-BR" altLang="en-US" sz="1400" b="1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13,3</a:t>
            </a:fld>
            <a:endParaRPr lang="pt-BR" sz="1400" b="1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657FCDEF-67E9-F569-0E21-64B7B4FEAC5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8420100" y="4117975"/>
            <a:ext cx="3857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68D7B3D-B4BA-4D9A-9454-5C4014F20CF9}" type="datetime'''''''''''''''''''''''''''''''1''''''''5,''''''''''''4'">
              <a:rPr lang="pt-BR" altLang="en-US" sz="1400" b="1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15,4</a:t>
            </a:fld>
            <a:endParaRPr lang="pt-BR" sz="1400" b="1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20" name="Espaço Reservado para Texto 2">
            <a:extLst>
              <a:ext uri="{FF2B5EF4-FFF2-40B4-BE49-F238E27FC236}">
                <a16:creationId xmlns:a16="http://schemas.microsoft.com/office/drawing/2014/main" id="{657FCDEF-67E9-F569-0E21-64B7B4FEAC5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9423400" y="3144838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529A036-B84F-428C-870A-47E0144156C2}" type="datetime'''''''''''''''''''''''2''''''''''''4'''',''''''''''''''9'''">
              <a:rPr lang="pt-BR" altLang="en-US" sz="1400" b="1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24,9</a:t>
            </a:fld>
            <a:endParaRPr lang="pt-BR" sz="1400" b="1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pic>
        <p:nvPicPr>
          <p:cNvPr id="2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C81C3ACF-8D4C-3E66-8439-E57CE2DA76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06" y="1001020"/>
            <a:ext cx="900000" cy="900000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14E90635-A6AE-698F-E749-27A5C36DD64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51" y="2437456"/>
            <a:ext cx="900000" cy="900000"/>
          </a:xfrm>
          <a:prstGeom prst="rect">
            <a:avLst/>
          </a:prstGeom>
        </p:spPr>
      </p:pic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851D926-E88D-2DB3-5F75-B8951E00EC9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06" y="3873595"/>
            <a:ext cx="900000" cy="900000"/>
          </a:xfrm>
          <a:prstGeom prst="rect">
            <a:avLst/>
          </a:prstGeom>
        </p:spPr>
      </p:pic>
      <p:pic>
        <p:nvPicPr>
          <p:cNvPr id="29" name="Imagem 28" descr="Ícone&#10;&#10;O conteúdo gerado por IA pode estar incorreto.">
            <a:extLst>
              <a:ext uri="{FF2B5EF4-FFF2-40B4-BE49-F238E27FC236}">
                <a16:creationId xmlns:a16="http://schemas.microsoft.com/office/drawing/2014/main" id="{0C66FD65-8FE4-594E-044A-29FBFC95085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06" y="5317182"/>
            <a:ext cx="900000" cy="900000"/>
          </a:xfrm>
          <a:prstGeom prst="rect">
            <a:avLst/>
          </a:prstGeom>
        </p:spPr>
      </p:pic>
      <p:pic>
        <p:nvPicPr>
          <p:cNvPr id="31" name="Imagem 30" descr="Ícone&#10;&#10;O conteúdo gerado por IA pode estar incorreto.">
            <a:extLst>
              <a:ext uri="{FF2B5EF4-FFF2-40B4-BE49-F238E27FC236}">
                <a16:creationId xmlns:a16="http://schemas.microsoft.com/office/drawing/2014/main" id="{EDE6BA01-0D2D-7077-8882-7BE365A37BA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74" y="1130653"/>
            <a:ext cx="900000" cy="900000"/>
          </a:xfrm>
          <a:prstGeom prst="rect">
            <a:avLst/>
          </a:prstGeom>
        </p:spPr>
      </p:pic>
      <p:pic>
        <p:nvPicPr>
          <p:cNvPr id="35" name="Imagem 34" descr="Ícone&#10;&#10;O conteúdo gerado por IA pode estar incorreto.">
            <a:extLst>
              <a:ext uri="{FF2B5EF4-FFF2-40B4-BE49-F238E27FC236}">
                <a16:creationId xmlns:a16="http://schemas.microsoft.com/office/drawing/2014/main" id="{644173E1-16BE-8978-A2C3-D317D86EF49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080" y="2682909"/>
            <a:ext cx="900000" cy="90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B2BF165-8B94-C691-C1B6-C7F28B4FFD0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26996" y="5998393"/>
            <a:ext cx="980629" cy="2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2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8A57-1BDB-48C0-F73C-2AEC5B125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6B507DA-81F4-B527-B532-E28672629A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3656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6" progId="TCLayout.ActiveDocument.1">
                  <p:embed/>
                </p:oleObj>
              </mc:Choice>
              <mc:Fallback>
                <p:oleObj name="Slide do think-cell" r:id="rId4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B507DA-81F4-B527-B532-E28672629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79F4F20-8CFA-0CCE-8814-8AE656B395E3}"/>
              </a:ext>
            </a:extLst>
          </p:cNvPr>
          <p:cNvCxnSpPr>
            <a:cxnSpLocks/>
          </p:cNvCxnSpPr>
          <p:nvPr/>
        </p:nvCxnSpPr>
        <p:spPr>
          <a:xfrm>
            <a:off x="283395" y="503630"/>
            <a:ext cx="111463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14">
            <a:extLst>
              <a:ext uri="{FF2B5EF4-FFF2-40B4-BE49-F238E27FC236}">
                <a16:creationId xmlns:a16="http://schemas.microsoft.com/office/drawing/2014/main" id="{2527FEBB-924B-6656-1E1A-F748DCE07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7" y="45403"/>
            <a:ext cx="35087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Risco e operação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sp>
        <p:nvSpPr>
          <p:cNvPr id="9" name="Straight Connector 4">
            <a:extLst>
              <a:ext uri="{FF2B5EF4-FFF2-40B4-BE49-F238E27FC236}">
                <a16:creationId xmlns:a16="http://schemas.microsoft.com/office/drawing/2014/main" id="{C8E53723-E933-8C71-273B-AE8505FE6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926" y="611091"/>
            <a:ext cx="9964737" cy="14288"/>
          </a:xfrm>
          <a:prstGeom prst="line">
            <a:avLst/>
          </a:prstGeom>
          <a:noFill/>
          <a:ln w="2540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31BBE37-1064-6B38-45D5-7DD635B68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264573"/>
              </p:ext>
            </p:extLst>
          </p:nvPr>
        </p:nvGraphicFramePr>
        <p:xfrm>
          <a:off x="588500" y="690905"/>
          <a:ext cx="10841260" cy="5681338"/>
        </p:xfrm>
        <a:graphic>
          <a:graphicData uri="http://schemas.openxmlformats.org/drawingml/2006/table">
            <a:tbl>
              <a:tblPr firstRow="1" bandRow="1"/>
              <a:tblGrid>
                <a:gridCol w="2872963">
                  <a:extLst>
                    <a:ext uri="{9D8B030D-6E8A-4147-A177-3AD203B41FA5}">
                      <a16:colId xmlns:a16="http://schemas.microsoft.com/office/drawing/2014/main" val="4216057533"/>
                    </a:ext>
                  </a:extLst>
                </a:gridCol>
                <a:gridCol w="2656099">
                  <a:extLst>
                    <a:ext uri="{9D8B030D-6E8A-4147-A177-3AD203B41FA5}">
                      <a16:colId xmlns:a16="http://schemas.microsoft.com/office/drawing/2014/main" val="1560643959"/>
                    </a:ext>
                  </a:extLst>
                </a:gridCol>
                <a:gridCol w="2656099">
                  <a:extLst>
                    <a:ext uri="{9D8B030D-6E8A-4147-A177-3AD203B41FA5}">
                      <a16:colId xmlns:a16="http://schemas.microsoft.com/office/drawing/2014/main" val="3410215925"/>
                    </a:ext>
                  </a:extLst>
                </a:gridCol>
                <a:gridCol w="2656099">
                  <a:extLst>
                    <a:ext uri="{9D8B030D-6E8A-4147-A177-3AD203B41FA5}">
                      <a16:colId xmlns:a16="http://schemas.microsoft.com/office/drawing/2014/main" val="4239860457"/>
                    </a:ext>
                  </a:extLst>
                </a:gridCol>
              </a:tblGrid>
              <a:tr h="2449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pt-BR" sz="1050">
                        <a:solidFill>
                          <a:schemeClr val="bg1"/>
                        </a:solidFill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pt-BR" sz="1050" b="1" kern="1200" dirty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TEQUALY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IMETAME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METALURGICA BOSCH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267318"/>
                  </a:ext>
                </a:extLst>
              </a:tr>
              <a:tr h="2449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de Fundação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15/02/1996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kern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04/11/1988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03/11/2005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899142"/>
                  </a:ext>
                </a:extLst>
              </a:tr>
              <a:tr h="244970">
                <a:tc>
                  <a:txBody>
                    <a:bodyPr/>
                    <a:lstStyle/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Cidade Sede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Curitiba-PR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Aracruz-ES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Contenda-PR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405338"/>
                  </a:ext>
                </a:extLst>
              </a:tr>
              <a:tr h="344639">
                <a:tc>
                  <a:txBody>
                    <a:bodyPr/>
                    <a:lstStyle/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Nº Funcionários - Regime CLT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2.100 diretos + 90 indiretos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kern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4.500 diretos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250 diretos + </a:t>
                      </a:r>
                      <a:r>
                        <a:rPr lang="pt-BR" sz="1050" kern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 indiretos</a:t>
                      </a:r>
                      <a:endParaRPr lang="pt-BR" sz="1050" kern="1200" dirty="0">
                        <a:solidFill>
                          <a:schemeClr val="tx1"/>
                        </a:solidFill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96279"/>
                  </a:ext>
                </a:extLst>
              </a:tr>
              <a:tr h="4020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Certidões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CND Federal: Ok</a:t>
                      </a:r>
                    </a:p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CND Estadual: Ok</a:t>
                      </a:r>
                      <a:endParaRPr lang="pt-BR" sz="1050" dirty="0">
                        <a:solidFill>
                          <a:schemeClr val="accent4"/>
                        </a:solidFill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CND Federal: Ok</a:t>
                      </a:r>
                    </a:p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CND Estadual: Ok</a:t>
                      </a:r>
                      <a:endParaRPr lang="pt-BR" sz="1050" dirty="0">
                        <a:solidFill>
                          <a:schemeClr val="accent4"/>
                        </a:solidFill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CND Federal: Ok</a:t>
                      </a:r>
                    </a:p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CND Estadual: Ok</a:t>
                      </a:r>
                      <a:endParaRPr lang="pt-BR" sz="1050" dirty="0">
                        <a:solidFill>
                          <a:schemeClr val="accent4"/>
                        </a:solidFill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581964"/>
                  </a:ext>
                </a:extLst>
              </a:tr>
              <a:tr h="3446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Débitos com o governo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Nada Consta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R$ 712.895,23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Nada Consta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216098"/>
                  </a:ext>
                </a:extLst>
              </a:tr>
              <a:tr h="4793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Listas Reputacionais/ Compliance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650342"/>
                  </a:ext>
                </a:extLst>
              </a:tr>
              <a:tr h="244970">
                <a:tc>
                  <a:txBody>
                    <a:bodyPr/>
                    <a:lstStyle/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Painel de risco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– Baixo Risco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 – Médio Risco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 Monitorado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532166"/>
                  </a:ext>
                </a:extLst>
              </a:tr>
              <a:tr h="244970">
                <a:tc>
                  <a:txBody>
                    <a:bodyPr/>
                    <a:lstStyle/>
                    <a:p>
                      <a:pPr algn="l"/>
                      <a:r>
                        <a:rPr lang="pt-BR" sz="1050" b="0" err="1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Linkana</a:t>
                      </a:r>
                      <a:endParaRPr lang="pt-BR" sz="1050" b="0">
                        <a:solidFill>
                          <a:schemeClr val="bg1"/>
                        </a:solidFill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Sem Retorno Fornecedor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519858"/>
                  </a:ext>
                </a:extLst>
              </a:tr>
              <a:tr h="244970">
                <a:tc>
                  <a:txBody>
                    <a:bodyPr/>
                    <a:lstStyle/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BKG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404169"/>
                  </a:ext>
                </a:extLst>
              </a:tr>
              <a:tr h="244970">
                <a:tc>
                  <a:txBody>
                    <a:bodyPr/>
                    <a:lstStyle/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Auditoria ESG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 Monitorado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410387"/>
                  </a:ext>
                </a:extLst>
              </a:tr>
              <a:tr h="244970">
                <a:tc>
                  <a:txBody>
                    <a:bodyPr/>
                    <a:lstStyle/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Indice de Desempenho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kern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 Monitorado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025378"/>
                  </a:ext>
                </a:extLst>
              </a:tr>
              <a:tr h="344639">
                <a:tc>
                  <a:txBody>
                    <a:bodyPr/>
                    <a:lstStyle/>
                    <a:p>
                      <a:pPr algn="l"/>
                      <a:r>
                        <a:rPr lang="pt-BR" sz="1050" b="0" dirty="0" err="1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Spend</a:t>
                      </a:r>
                      <a:r>
                        <a:rPr lang="pt-BR" sz="1050" b="0" dirty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2025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R$ 149,8 MBRL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R$ 181,7 MBRL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S/ Histórico de contratação em 2025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747698"/>
                  </a:ext>
                </a:extLst>
              </a:tr>
              <a:tr h="344639">
                <a:tc>
                  <a:txBody>
                    <a:bodyPr/>
                    <a:lstStyle/>
                    <a:p>
                      <a:pPr algn="l"/>
                      <a:r>
                        <a:rPr lang="pt-BR" sz="1050" b="0" err="1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Dependencia</a:t>
                      </a:r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Financeira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32%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17%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0%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939785"/>
                  </a:ext>
                </a:extLst>
              </a:tr>
              <a:tr h="3446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pt-BR" sz="1050" b="0" dirty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Faturamento Anual (2025)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i="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R$500 MM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R$1.1 BI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kern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R$110 MM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448371"/>
                  </a:ext>
                </a:extLst>
              </a:tr>
              <a:tr h="2449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Score Serasa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484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743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968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948071"/>
                  </a:ext>
                </a:extLst>
              </a:tr>
              <a:tr h="3446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Restrições com Terceiros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Nada Consta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R$ 2.769,20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Nada Consta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662105"/>
                  </a:ext>
                </a:extLst>
              </a:tr>
              <a:tr h="479312">
                <a:tc>
                  <a:txBody>
                    <a:bodyPr/>
                    <a:lstStyle/>
                    <a:p>
                      <a:pPr algn="l"/>
                      <a:r>
                        <a:rPr lang="pt-BR" sz="1050" b="0">
                          <a:solidFill>
                            <a:schemeClr val="bg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Controle de Obrigações Acessórias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 Monitorado</a:t>
                      </a:r>
                    </a:p>
                  </a:txBody>
                  <a:tcPr marL="89467" marR="89467" marT="44733" marB="4473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954799"/>
                  </a:ext>
                </a:extLst>
              </a:tr>
            </a:tbl>
          </a:graphicData>
        </a:graphic>
      </p:graphicFrame>
      <p:pic>
        <p:nvPicPr>
          <p:cNvPr id="25" name="Imagem 24">
            <a:extLst>
              <a:ext uri="{FF2B5EF4-FFF2-40B4-BE49-F238E27FC236}">
                <a16:creationId xmlns:a16="http://schemas.microsoft.com/office/drawing/2014/main" id="{027FA64A-A385-E442-BC79-D5BD0250D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0"/>
            <a:ext cx="10287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4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833E-A44B-06C8-AC85-22D814361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810EBB73-FE9E-E04E-4016-741AD84692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90920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6" progId="TCLayout.ActiveDocument.1">
                  <p:embed/>
                </p:oleObj>
              </mc:Choice>
              <mc:Fallback>
                <p:oleObj name="Slide do think-cell" r:id="rId4" imgW="395" imgH="396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0EBB73-FE9E-E04E-4016-741AD84692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1BE334AB-7503-9312-9916-C01C6914D2BB}"/>
              </a:ext>
            </a:extLst>
          </p:cNvPr>
          <p:cNvSpPr/>
          <p:nvPr/>
        </p:nvSpPr>
        <p:spPr>
          <a:xfrm>
            <a:off x="6045103" y="1940527"/>
            <a:ext cx="4811486" cy="103327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149ACA50-7F08-D4E5-F39E-3CFDE62A6448}"/>
              </a:ext>
            </a:extLst>
          </p:cNvPr>
          <p:cNvSpPr/>
          <p:nvPr/>
        </p:nvSpPr>
        <p:spPr>
          <a:xfrm>
            <a:off x="1075329" y="739203"/>
            <a:ext cx="4811486" cy="103327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E36AFF7-9A4D-A28F-D095-EF7363FE7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0"/>
            <a:ext cx="1028700" cy="68580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211A12BE-A9DA-FDB3-15F1-5827C2C5F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26" y="45403"/>
            <a:ext cx="81486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Overview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escopo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1E66944-31FE-0896-2EEA-9B9F7AE36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926" y="567547"/>
            <a:ext cx="9964737" cy="14288"/>
          </a:xfrm>
          <a:prstGeom prst="line">
            <a:avLst/>
          </a:prstGeom>
          <a:noFill/>
          <a:ln w="2540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D27A66D-37E4-1374-C3C4-C272BD0E2BDF}"/>
              </a:ext>
            </a:extLst>
          </p:cNvPr>
          <p:cNvGrpSpPr/>
          <p:nvPr/>
        </p:nvGrpSpPr>
        <p:grpSpPr>
          <a:xfrm>
            <a:off x="2117352" y="887096"/>
            <a:ext cx="4179600" cy="717444"/>
            <a:chOff x="1553651" y="946366"/>
            <a:chExt cx="4179600" cy="717444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D2248DE-51F4-6A0B-837E-A217D3967B42}"/>
                </a:ext>
              </a:extLst>
            </p:cNvPr>
            <p:cNvSpPr txBox="1"/>
            <p:nvPr/>
          </p:nvSpPr>
          <p:spPr>
            <a:xfrm>
              <a:off x="1553651" y="946366"/>
              <a:ext cx="417960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>
                <a:defRPr sz="1500">
                  <a:latin typeface="Suzano Display" panose="02010503030508060203" pitchFamily="2" charset="0"/>
                </a:defRPr>
              </a:lvl1pPr>
            </a:lstStyle>
            <a:p>
              <a:pPr algn="l"/>
              <a:r>
                <a:rPr lang="pt-BR" b="1">
                  <a:solidFill>
                    <a:srgbClr val="000080"/>
                  </a:solidFill>
                </a:rPr>
                <a:t>Local de Execução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78A0AEB-D7AD-58F8-9B9A-4AD603AFCC81}"/>
                </a:ext>
              </a:extLst>
            </p:cNvPr>
            <p:cNvSpPr txBox="1"/>
            <p:nvPr/>
          </p:nvSpPr>
          <p:spPr>
            <a:xfrm>
              <a:off x="1553651" y="1202145"/>
              <a:ext cx="384566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>
                <a:defRPr sz="1500">
                  <a:latin typeface="Suzano Display" panose="02010503030508060203" pitchFamily="2" charset="0"/>
                </a:defRPr>
              </a:lvl1pPr>
            </a:lstStyle>
            <a:p>
              <a:pPr algn="l"/>
              <a:r>
                <a:rPr lang="pt-BR" sz="1200" dirty="0"/>
                <a:t>Unidade Suzano Aracruz/ES</a:t>
              </a:r>
            </a:p>
            <a:p>
              <a:pPr algn="l"/>
              <a:r>
                <a:rPr lang="pt-BR" sz="1200" dirty="0"/>
                <a:t>Rod. Aracruz x Barra do Riacho, Km 25 – Aracruz/ES</a:t>
              </a:r>
            </a:p>
          </p:txBody>
        </p:sp>
      </p:grp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id="{20857EDB-4D58-A913-E23E-D0E3C6AE5E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03" y="858727"/>
            <a:ext cx="720000" cy="720000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9415D66-7907-1A2D-3ECE-6DCDE0F017CE}"/>
              </a:ext>
            </a:extLst>
          </p:cNvPr>
          <p:cNvGrpSpPr/>
          <p:nvPr/>
        </p:nvGrpSpPr>
        <p:grpSpPr>
          <a:xfrm>
            <a:off x="6045103" y="739203"/>
            <a:ext cx="5145421" cy="1033275"/>
            <a:chOff x="511628" y="866774"/>
            <a:chExt cx="5145421" cy="1033275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2CCFE816-FCA8-EBFD-FC35-2B454EDB7A84}"/>
                </a:ext>
              </a:extLst>
            </p:cNvPr>
            <p:cNvGrpSpPr/>
            <p:nvPr/>
          </p:nvGrpSpPr>
          <p:grpSpPr>
            <a:xfrm>
              <a:off x="511628" y="866774"/>
              <a:ext cx="5145421" cy="1033275"/>
              <a:chOff x="511628" y="866774"/>
              <a:chExt cx="5145421" cy="1033275"/>
            </a:xfrm>
          </p:grpSpPr>
          <p:sp>
            <p:nvSpPr>
              <p:cNvPr id="16" name="Retângulo: Cantos Arredondados 15">
                <a:extLst>
                  <a:ext uri="{FF2B5EF4-FFF2-40B4-BE49-F238E27FC236}">
                    <a16:creationId xmlns:a16="http://schemas.microsoft.com/office/drawing/2014/main" id="{85856B05-5AEB-6181-D188-B8EA175663BF}"/>
                  </a:ext>
                </a:extLst>
              </p:cNvPr>
              <p:cNvSpPr/>
              <p:nvPr/>
            </p:nvSpPr>
            <p:spPr>
              <a:xfrm>
                <a:off x="511628" y="866774"/>
                <a:ext cx="4811486" cy="103327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B5FA49A6-020F-4F34-C5FF-CCC64DE738B0}"/>
                  </a:ext>
                </a:extLst>
              </p:cNvPr>
              <p:cNvSpPr txBox="1"/>
              <p:nvPr/>
            </p:nvSpPr>
            <p:spPr>
              <a:xfrm>
                <a:off x="1477449" y="946366"/>
                <a:ext cx="417960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pt-BR"/>
                </a:defPPr>
                <a:lvl1pPr algn="ctr">
                  <a:defRPr sz="1500">
                    <a:latin typeface="Suzano Display" panose="02010503030508060203" pitchFamily="2" charset="0"/>
                  </a:defRPr>
                </a:lvl1pPr>
              </a:lstStyle>
              <a:p>
                <a:pPr algn="l"/>
                <a:r>
                  <a:rPr lang="pt-BR" b="1" dirty="0">
                    <a:solidFill>
                      <a:srgbClr val="000080"/>
                    </a:solidFill>
                  </a:rPr>
                  <a:t>Equipamentos a serem Revitalizados</a:t>
                </a:r>
              </a:p>
            </p:txBody>
          </p:sp>
        </p:grp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4F316053-C66C-D234-56CD-C8AABE873770}"/>
                </a:ext>
              </a:extLst>
            </p:cNvPr>
            <p:cNvSpPr txBox="1"/>
            <p:nvPr/>
          </p:nvSpPr>
          <p:spPr>
            <a:xfrm>
              <a:off x="1477449" y="1202675"/>
              <a:ext cx="40148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 algn="ctr">
                <a:defRPr sz="1500">
                  <a:latin typeface="Suzano Display" panose="02010503030508060203" pitchFamily="2" charset="0"/>
                </a:defRPr>
              </a:lvl1pPr>
            </a:lstStyle>
            <a:p>
              <a:pPr algn="l"/>
              <a:r>
                <a:rPr lang="pt-BR" sz="1200" dirty="0"/>
                <a:t>Reator EOP Branqueamento 5 – TAG 3070‑21‑3223‑60</a:t>
              </a:r>
            </a:p>
            <a:p>
              <a:pPr algn="l"/>
              <a:r>
                <a:rPr lang="pt-BR" sz="1200" dirty="0"/>
                <a:t>Reator 1 Deslignificação – TAG 3070‑21‑3222‑31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EBA2FCC-A901-F2A5-FA89-DADB2FD7551E}"/>
              </a:ext>
            </a:extLst>
          </p:cNvPr>
          <p:cNvSpPr txBox="1"/>
          <p:nvPr/>
        </p:nvSpPr>
        <p:spPr>
          <a:xfrm>
            <a:off x="7087126" y="2124618"/>
            <a:ext cx="417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b="1" dirty="0">
                <a:solidFill>
                  <a:srgbClr val="000080"/>
                </a:solidFill>
              </a:rPr>
              <a:t>Principal Escopo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5AAD7A5-DA9C-931E-849E-58A81EA827B4}"/>
              </a:ext>
            </a:extLst>
          </p:cNvPr>
          <p:cNvSpPr txBox="1"/>
          <p:nvPr/>
        </p:nvSpPr>
        <p:spPr>
          <a:xfrm>
            <a:off x="7087126" y="2380397"/>
            <a:ext cx="3845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200" dirty="0"/>
              <a:t>Substituição completa das calotas dos vasos reatores.</a:t>
            </a:r>
          </a:p>
        </p:txBody>
      </p:sp>
      <p:pic>
        <p:nvPicPr>
          <p:cNvPr id="33" name="Imagem 32" descr="Ícone&#10;&#10;O conteúdo gerado por IA pode estar incorreto.">
            <a:extLst>
              <a:ext uri="{FF2B5EF4-FFF2-40B4-BE49-F238E27FC236}">
                <a16:creationId xmlns:a16="http://schemas.microsoft.com/office/drawing/2014/main" id="{29FFBDF6-78EA-8227-615E-7763CF0336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477" y="895840"/>
            <a:ext cx="720000" cy="720000"/>
          </a:xfrm>
          <a:prstGeom prst="rect">
            <a:avLst/>
          </a:prstGeom>
        </p:spPr>
      </p:pic>
      <p:pic>
        <p:nvPicPr>
          <p:cNvPr id="34" name="Imagem 33" descr="Ícone&#10;&#10;O conteúdo gerado por IA pode estar incorreto.">
            <a:extLst>
              <a:ext uri="{FF2B5EF4-FFF2-40B4-BE49-F238E27FC236}">
                <a16:creationId xmlns:a16="http://schemas.microsoft.com/office/drawing/2014/main" id="{7552EEA3-8237-88E3-5A04-D27A4D95AA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477" y="2087783"/>
            <a:ext cx="720000" cy="720000"/>
          </a:xfrm>
          <a:prstGeom prst="rect">
            <a:avLst/>
          </a:prstGeom>
        </p:spPr>
      </p:pic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9687707F-BE8C-E154-6D55-32BE05F22A8F}"/>
              </a:ext>
            </a:extLst>
          </p:cNvPr>
          <p:cNvSpPr/>
          <p:nvPr/>
        </p:nvSpPr>
        <p:spPr>
          <a:xfrm>
            <a:off x="1075329" y="1940527"/>
            <a:ext cx="4811486" cy="103327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B531D51-207F-2F1C-5C53-CF3DDF27ED8E}"/>
              </a:ext>
            </a:extLst>
          </p:cNvPr>
          <p:cNvSpPr txBox="1"/>
          <p:nvPr/>
        </p:nvSpPr>
        <p:spPr>
          <a:xfrm>
            <a:off x="2117352" y="2124618"/>
            <a:ext cx="417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b="1">
                <a:solidFill>
                  <a:srgbClr val="000080"/>
                </a:solidFill>
              </a:rPr>
              <a:t>Período da Execução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25C6C7B-54C6-9481-0E1B-E0CB457F5F84}"/>
              </a:ext>
            </a:extLst>
          </p:cNvPr>
          <p:cNvSpPr txBox="1"/>
          <p:nvPr/>
        </p:nvSpPr>
        <p:spPr>
          <a:xfrm>
            <a:off x="2117352" y="2380397"/>
            <a:ext cx="3845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200" dirty="0"/>
              <a:t>Os serviços serão executados durante a PG’2026 da unidade, que acontece de 25/</a:t>
            </a:r>
            <a:r>
              <a:rPr lang="pt-BR" sz="1200" dirty="0" err="1"/>
              <a:t>jul</a:t>
            </a:r>
            <a:r>
              <a:rPr lang="pt-BR" sz="1200" dirty="0"/>
              <a:t> a 05/Ago.</a:t>
            </a:r>
          </a:p>
        </p:txBody>
      </p:sp>
      <p:pic>
        <p:nvPicPr>
          <p:cNvPr id="42" name="Imagem 41" descr="Ícone&#10;&#10;O conteúdo gerado por IA pode estar incorreto.">
            <a:extLst>
              <a:ext uri="{FF2B5EF4-FFF2-40B4-BE49-F238E27FC236}">
                <a16:creationId xmlns:a16="http://schemas.microsoft.com/office/drawing/2014/main" id="{5C000312-A20E-650E-0E6F-A83D944DE3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264" y="2087783"/>
            <a:ext cx="720000" cy="720000"/>
          </a:xfrm>
          <a:prstGeom prst="rect">
            <a:avLst/>
          </a:prstGeom>
        </p:spPr>
      </p:pic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E5B074B7-A198-BF5F-F848-0DAD73B0CC3A}"/>
              </a:ext>
            </a:extLst>
          </p:cNvPr>
          <p:cNvSpPr/>
          <p:nvPr/>
        </p:nvSpPr>
        <p:spPr>
          <a:xfrm>
            <a:off x="422185" y="3376428"/>
            <a:ext cx="11214643" cy="3238684"/>
          </a:xfrm>
          <a:prstGeom prst="roundRect">
            <a:avLst>
              <a:gd name="adj" fmla="val 108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5F9A630E-DE4C-436F-E4F6-FFFD92A6E3C1}"/>
              </a:ext>
            </a:extLst>
          </p:cNvPr>
          <p:cNvCxnSpPr/>
          <p:nvPr/>
        </p:nvCxnSpPr>
        <p:spPr>
          <a:xfrm>
            <a:off x="6045103" y="3645506"/>
            <a:ext cx="0" cy="2830286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4ECC716-DD02-9FC4-C52F-59980B51CB0B}"/>
              </a:ext>
            </a:extLst>
          </p:cNvPr>
          <p:cNvSpPr txBox="1"/>
          <p:nvPr/>
        </p:nvSpPr>
        <p:spPr>
          <a:xfrm>
            <a:off x="1443093" y="3633295"/>
            <a:ext cx="3477600" cy="324000"/>
          </a:xfrm>
          <a:prstGeom prst="rect">
            <a:avLst/>
          </a:prstGeom>
          <a:solidFill>
            <a:srgbClr val="000080"/>
          </a:solidFill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Principais Atividades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D4C601EF-3585-A677-93C0-65EC31A37E5E}"/>
              </a:ext>
            </a:extLst>
          </p:cNvPr>
          <p:cNvSpPr txBox="1"/>
          <p:nvPr/>
        </p:nvSpPr>
        <p:spPr>
          <a:xfrm>
            <a:off x="7271006" y="3633295"/>
            <a:ext cx="3477901" cy="323165"/>
          </a:xfrm>
          <a:prstGeom prst="rect">
            <a:avLst/>
          </a:prstGeom>
          <a:solidFill>
            <a:srgbClr val="000080"/>
          </a:solidFill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Materiais e Quantitativos Macros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DD3E5B1D-CFF1-E71C-0D1A-8B066A9301BC}"/>
              </a:ext>
            </a:extLst>
          </p:cNvPr>
          <p:cNvSpPr txBox="1"/>
          <p:nvPr/>
        </p:nvSpPr>
        <p:spPr>
          <a:xfrm>
            <a:off x="587186" y="4162819"/>
            <a:ext cx="51143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Substituição completa das calotas hemisféricas dos reatores 60, 31.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Fabricação das novas calotas em Inox 316L (Reator 60) e Inox 304L (Reatores 31).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Substituição de seção do costado dos reatores, incluindo boca de visita e saídas flangeadas para dreno de dispositivo de segurança.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Instalação do novo sistema de segurança: disco de ruptura ou válvula pino de ruptura (empresa proponente define via estudo).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Execução completa das linhas de dreno (tubulação aço inox 14") até canaleta ou tanque 21‑051.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Corte, adequação e reposição de grades/pisos conforme NR‑12.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Escaneamento 3D da área e geração de maquete 3D.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Elaboração de EPS, RQPS, IEIS e plano de soldagem completo.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Ensaios: Visual, LP, </a:t>
            </a:r>
            <a:r>
              <a:rPr lang="pt-BR" sz="1000" dirty="0" err="1">
                <a:latin typeface="Suzano Display" panose="02010503030508060203" pitchFamily="2" charset="0"/>
              </a:rPr>
              <a:t>Phased</a:t>
            </a:r>
            <a:r>
              <a:rPr lang="pt-BR" sz="1000" dirty="0">
                <a:latin typeface="Suzano Display" panose="02010503030508060203" pitchFamily="2" charset="0"/>
              </a:rPr>
              <a:t> </a:t>
            </a:r>
            <a:r>
              <a:rPr lang="pt-BR" sz="1000" dirty="0" err="1">
                <a:latin typeface="Suzano Display" panose="02010503030508060203" pitchFamily="2" charset="0"/>
              </a:rPr>
              <a:t>Array</a:t>
            </a:r>
            <a:r>
              <a:rPr lang="pt-BR" sz="1000" dirty="0">
                <a:latin typeface="Suzano Display" panose="02010503030508060203" pitchFamily="2" charset="0"/>
              </a:rPr>
              <a:t> (100% das soldas).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Suzano Display" panose="02010503030508060203" pitchFamily="2" charset="0"/>
              </a:rPr>
              <a:t>Execução de pintura final conforme especificação ambiental e operacional.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000" dirty="0">
              <a:latin typeface="Suzano Display" panose="02010503030508060203" pitchFamily="2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DE961D4-5022-7976-08C9-147BC4C06656}"/>
              </a:ext>
            </a:extLst>
          </p:cNvPr>
          <p:cNvSpPr txBox="1"/>
          <p:nvPr/>
        </p:nvSpPr>
        <p:spPr>
          <a:xfrm>
            <a:off x="6157795" y="4162818"/>
            <a:ext cx="81207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171450" indent="-171450">
              <a:buFont typeface="Arial" panose="020B0604020202020204" pitchFamily="34" charset="0"/>
              <a:buChar char="•"/>
              <a:defRPr sz="800">
                <a:latin typeface="Suzano Display" panose="02010503030508060203" pitchFamily="2" charset="0"/>
              </a:defRPr>
            </a:lvl1pPr>
          </a:lstStyle>
          <a:p>
            <a:r>
              <a:rPr lang="pt-BR" sz="1000" dirty="0"/>
              <a:t>Chapas inox 316L e 304L para calotas e costado.</a:t>
            </a:r>
          </a:p>
          <a:p>
            <a:r>
              <a:rPr lang="pt-BR" sz="1000" dirty="0"/>
              <a:t>Tubulação inox Ø14", curvas 45°/90°, flanges e pestanas.</a:t>
            </a:r>
          </a:p>
          <a:p>
            <a:r>
              <a:rPr lang="pt-BR" sz="1000" dirty="0"/>
              <a:t>Válvulas guilhotinas.</a:t>
            </a:r>
          </a:p>
          <a:p>
            <a:r>
              <a:rPr lang="pt-BR" sz="1000" dirty="0"/>
              <a:t>Válvula de segurança: disco ou pino de ruptura.</a:t>
            </a:r>
          </a:p>
          <a:p>
            <a:r>
              <a:rPr lang="pt-BR" sz="1000" dirty="0"/>
              <a:t>40 prisioneiros M33 + porcas + arruelas por reator.</a:t>
            </a:r>
          </a:p>
          <a:p>
            <a:r>
              <a:rPr lang="pt-BR" sz="1000" dirty="0"/>
              <a:t>Materiais de soldagem conforme especificação.</a:t>
            </a:r>
          </a:p>
          <a:p>
            <a:r>
              <a:rPr lang="pt-BR" sz="1000" dirty="0"/>
              <a:t>3 calotas completas substituídas (Reatores 60, 31).</a:t>
            </a:r>
          </a:p>
          <a:p>
            <a:pPr marL="0" indent="0">
              <a:buNone/>
            </a:pPr>
            <a:r>
              <a:rPr lang="pt-BR" sz="1000" dirty="0"/>
              <a:t>       </a:t>
            </a:r>
            <a:r>
              <a:rPr lang="it-IT" sz="1000" dirty="0"/>
              <a:t>Calota Reator 60 ≈ 4.456 kg</a:t>
            </a:r>
          </a:p>
          <a:p>
            <a:pPr marL="0" indent="0">
              <a:buNone/>
            </a:pPr>
            <a:r>
              <a:rPr lang="it-IT" sz="1000" dirty="0"/>
              <a:t>       Calota Reator 31 ≈ 2.343 kg</a:t>
            </a:r>
            <a:endParaRPr lang="pt-BR" sz="1000" dirty="0"/>
          </a:p>
          <a:p>
            <a:r>
              <a:rPr lang="pt-BR" sz="1000" dirty="0"/>
              <a:t>3 sistemas de drenos para dispositivos de segurança.</a:t>
            </a:r>
          </a:p>
          <a:p>
            <a:r>
              <a:rPr lang="pt-BR" sz="1000" dirty="0"/>
              <a:t>+100% de soldas inspecionadas (LP + PA).</a:t>
            </a:r>
          </a:p>
          <a:p>
            <a:r>
              <a:rPr lang="pt-BR" sz="1000" dirty="0"/>
              <a:t>Volume significativo de andaimes internos/externos (reatores de até ~38 m de altura).</a:t>
            </a:r>
          </a:p>
          <a:p>
            <a:r>
              <a:rPr lang="pt-BR" sz="1000" dirty="0"/>
              <a:t>Peso total movimentado superior a 10 toneladas entre calotas e componentes</a:t>
            </a:r>
          </a:p>
          <a:p>
            <a:pPr marL="0" indent="0">
              <a:buNone/>
            </a:pPr>
            <a:r>
              <a:rPr lang="pt-BR" sz="1000" dirty="0"/>
              <a:t> associados.</a:t>
            </a:r>
          </a:p>
        </p:txBody>
      </p:sp>
    </p:spTree>
    <p:extLst>
      <p:ext uri="{BB962C8B-B14F-4D97-AF65-F5344CB8AC3E}">
        <p14:creationId xmlns:p14="http://schemas.microsoft.com/office/powerpoint/2010/main" val="39697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57DB-9925-8E9B-104D-7E1C51A2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DC19DF3-D5E2-FB24-6021-83B516E585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6" progId="TCLayout.ActiveDocument.1">
                  <p:embed/>
                </p:oleObj>
              </mc:Choice>
              <mc:Fallback>
                <p:oleObj name="Slide do think-cell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C19DF3-D5E2-FB24-6021-83B516E585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3309E40-90F9-CC08-BDCB-3DBB138AD01A}"/>
              </a:ext>
            </a:extLst>
          </p:cNvPr>
          <p:cNvGrpSpPr/>
          <p:nvPr/>
        </p:nvGrpSpPr>
        <p:grpSpPr>
          <a:xfrm>
            <a:off x="11504775" y="423"/>
            <a:ext cx="687340" cy="6857577"/>
            <a:chOff x="11513218" y="957"/>
            <a:chExt cx="687340" cy="6857577"/>
          </a:xfrm>
          <a:solidFill>
            <a:schemeClr val="bg1"/>
          </a:solidFill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A0C1B95F-ED5A-10BC-4FC7-1827E23F868E}"/>
                </a:ext>
              </a:extLst>
            </p:cNvPr>
            <p:cNvSpPr/>
            <p:nvPr/>
          </p:nvSpPr>
          <p:spPr>
            <a:xfrm>
              <a:off x="11514550" y="957"/>
              <a:ext cx="685800" cy="1521005"/>
            </a:xfrm>
            <a:custGeom>
              <a:avLst/>
              <a:gdLst/>
              <a:ahLst/>
              <a:cxnLst/>
              <a:rect l="l" t="t" r="r" b="b"/>
              <a:pathLst>
                <a:path w="1130935" h="2508250">
                  <a:moveTo>
                    <a:pt x="509257" y="0"/>
                  </a:moveTo>
                  <a:lnTo>
                    <a:pt x="331749" y="0"/>
                  </a:lnTo>
                  <a:lnTo>
                    <a:pt x="331749" y="621157"/>
                  </a:lnTo>
                  <a:lnTo>
                    <a:pt x="509257" y="621157"/>
                  </a:lnTo>
                  <a:lnTo>
                    <a:pt x="509257" y="0"/>
                  </a:lnTo>
                  <a:close/>
                </a:path>
                <a:path w="1130935" h="2508250">
                  <a:moveTo>
                    <a:pt x="1130846" y="671957"/>
                  </a:moveTo>
                  <a:lnTo>
                    <a:pt x="1087793" y="664514"/>
                  </a:lnTo>
                  <a:lnTo>
                    <a:pt x="1039063" y="658596"/>
                  </a:lnTo>
                  <a:lnTo>
                    <a:pt x="989457" y="655040"/>
                  </a:lnTo>
                  <a:lnTo>
                    <a:pt x="938974" y="653859"/>
                  </a:lnTo>
                  <a:lnTo>
                    <a:pt x="887653" y="655104"/>
                  </a:lnTo>
                  <a:lnTo>
                    <a:pt x="837387" y="658837"/>
                  </a:lnTo>
                  <a:lnTo>
                    <a:pt x="788162" y="665048"/>
                  </a:lnTo>
                  <a:lnTo>
                    <a:pt x="739978" y="673747"/>
                  </a:lnTo>
                  <a:lnTo>
                    <a:pt x="692810" y="684911"/>
                  </a:lnTo>
                  <a:lnTo>
                    <a:pt x="646658" y="698550"/>
                  </a:lnTo>
                  <a:lnTo>
                    <a:pt x="601510" y="714654"/>
                  </a:lnTo>
                  <a:lnTo>
                    <a:pt x="557377" y="733221"/>
                  </a:lnTo>
                  <a:lnTo>
                    <a:pt x="514223" y="754253"/>
                  </a:lnTo>
                  <a:lnTo>
                    <a:pt x="472059" y="777722"/>
                  </a:lnTo>
                  <a:lnTo>
                    <a:pt x="430872" y="803656"/>
                  </a:lnTo>
                  <a:lnTo>
                    <a:pt x="390652" y="832027"/>
                  </a:lnTo>
                  <a:lnTo>
                    <a:pt x="351396" y="862838"/>
                  </a:lnTo>
                  <a:lnTo>
                    <a:pt x="313080" y="896099"/>
                  </a:lnTo>
                  <a:lnTo>
                    <a:pt x="275717" y="931773"/>
                  </a:lnTo>
                  <a:lnTo>
                    <a:pt x="240030" y="969213"/>
                  </a:lnTo>
                  <a:lnTo>
                    <a:pt x="206781" y="1007681"/>
                  </a:lnTo>
                  <a:lnTo>
                    <a:pt x="175958" y="1047203"/>
                  </a:lnTo>
                  <a:lnTo>
                    <a:pt x="147586" y="1087755"/>
                  </a:lnTo>
                  <a:lnTo>
                    <a:pt x="121666" y="1129334"/>
                  </a:lnTo>
                  <a:lnTo>
                    <a:pt x="98183" y="1171930"/>
                  </a:lnTo>
                  <a:lnTo>
                    <a:pt x="77152" y="1215542"/>
                  </a:lnTo>
                  <a:lnTo>
                    <a:pt x="58597" y="1260144"/>
                  </a:lnTo>
                  <a:lnTo>
                    <a:pt x="42494" y="1305750"/>
                  </a:lnTo>
                  <a:lnTo>
                    <a:pt x="28854" y="1352334"/>
                  </a:lnTo>
                  <a:lnTo>
                    <a:pt x="17678" y="1399895"/>
                  </a:lnTo>
                  <a:lnTo>
                    <a:pt x="8991" y="1448409"/>
                  </a:lnTo>
                  <a:lnTo>
                    <a:pt x="2781" y="1497901"/>
                  </a:lnTo>
                  <a:lnTo>
                    <a:pt x="0" y="1535493"/>
                  </a:lnTo>
                  <a:lnTo>
                    <a:pt x="0" y="1661426"/>
                  </a:lnTo>
                  <a:lnTo>
                    <a:pt x="9271" y="1746592"/>
                  </a:lnTo>
                  <a:lnTo>
                    <a:pt x="18186" y="1793570"/>
                  </a:lnTo>
                  <a:lnTo>
                    <a:pt x="29629" y="1839582"/>
                  </a:lnTo>
                  <a:lnTo>
                    <a:pt x="43611" y="1884603"/>
                  </a:lnTo>
                  <a:lnTo>
                    <a:pt x="60121" y="1928660"/>
                  </a:lnTo>
                  <a:lnTo>
                    <a:pt x="79159" y="1971751"/>
                  </a:lnTo>
                  <a:lnTo>
                    <a:pt x="100711" y="2013877"/>
                  </a:lnTo>
                  <a:lnTo>
                    <a:pt x="124777" y="2055050"/>
                  </a:lnTo>
                  <a:lnTo>
                    <a:pt x="151358" y="2095258"/>
                  </a:lnTo>
                  <a:lnTo>
                    <a:pt x="180441" y="2134527"/>
                  </a:lnTo>
                  <a:lnTo>
                    <a:pt x="212039" y="2172830"/>
                  </a:lnTo>
                  <a:lnTo>
                    <a:pt x="246126" y="2210206"/>
                  </a:lnTo>
                  <a:lnTo>
                    <a:pt x="282714" y="2246642"/>
                  </a:lnTo>
                  <a:lnTo>
                    <a:pt x="320548" y="2280488"/>
                  </a:lnTo>
                  <a:lnTo>
                    <a:pt x="359321" y="2311971"/>
                  </a:lnTo>
                  <a:lnTo>
                    <a:pt x="399046" y="2341105"/>
                  </a:lnTo>
                  <a:lnTo>
                    <a:pt x="439712" y="2367877"/>
                  </a:lnTo>
                  <a:lnTo>
                    <a:pt x="481317" y="2392299"/>
                  </a:lnTo>
                  <a:lnTo>
                    <a:pt x="523887" y="2414384"/>
                  </a:lnTo>
                  <a:lnTo>
                    <a:pt x="567410" y="2434120"/>
                  </a:lnTo>
                  <a:lnTo>
                    <a:pt x="611911" y="2451519"/>
                  </a:lnTo>
                  <a:lnTo>
                    <a:pt x="657364" y="2466581"/>
                  </a:lnTo>
                  <a:lnTo>
                    <a:pt x="703795" y="2479319"/>
                  </a:lnTo>
                  <a:lnTo>
                    <a:pt x="751205" y="2489733"/>
                  </a:lnTo>
                  <a:lnTo>
                    <a:pt x="799579" y="2497823"/>
                  </a:lnTo>
                  <a:lnTo>
                    <a:pt x="848956" y="2503601"/>
                  </a:lnTo>
                  <a:lnTo>
                    <a:pt x="899312" y="2507056"/>
                  </a:lnTo>
                  <a:lnTo>
                    <a:pt x="950658" y="2508212"/>
                  </a:lnTo>
                  <a:lnTo>
                    <a:pt x="1001547" y="2506967"/>
                  </a:lnTo>
                  <a:lnTo>
                    <a:pt x="1051433" y="2503233"/>
                  </a:lnTo>
                  <a:lnTo>
                    <a:pt x="1100328" y="2497023"/>
                  </a:lnTo>
                  <a:lnTo>
                    <a:pt x="1130846" y="2491486"/>
                  </a:lnTo>
                  <a:lnTo>
                    <a:pt x="1130846" y="2335390"/>
                  </a:lnTo>
                  <a:lnTo>
                    <a:pt x="1130846" y="2313444"/>
                  </a:lnTo>
                  <a:lnTo>
                    <a:pt x="1096225" y="2321382"/>
                  </a:lnTo>
                  <a:lnTo>
                    <a:pt x="1047394" y="2329167"/>
                  </a:lnTo>
                  <a:lnTo>
                    <a:pt x="997318" y="2333828"/>
                  </a:lnTo>
                  <a:lnTo>
                    <a:pt x="945984" y="2335390"/>
                  </a:lnTo>
                  <a:lnTo>
                    <a:pt x="894067" y="2333879"/>
                  </a:lnTo>
                  <a:lnTo>
                    <a:pt x="843407" y="2329357"/>
                  </a:lnTo>
                  <a:lnTo>
                    <a:pt x="794004" y="2321814"/>
                  </a:lnTo>
                  <a:lnTo>
                    <a:pt x="745832" y="2311260"/>
                  </a:lnTo>
                  <a:lnTo>
                    <a:pt x="698893" y="2297684"/>
                  </a:lnTo>
                  <a:lnTo>
                    <a:pt x="653173" y="2281085"/>
                  </a:lnTo>
                  <a:lnTo>
                    <a:pt x="608685" y="2261476"/>
                  </a:lnTo>
                  <a:lnTo>
                    <a:pt x="565391" y="2238857"/>
                  </a:lnTo>
                  <a:lnTo>
                    <a:pt x="523303" y="2213216"/>
                  </a:lnTo>
                  <a:lnTo>
                    <a:pt x="482409" y="2184552"/>
                  </a:lnTo>
                  <a:lnTo>
                    <a:pt x="442696" y="2152878"/>
                  </a:lnTo>
                  <a:lnTo>
                    <a:pt x="404164" y="2118182"/>
                  </a:lnTo>
                  <a:lnTo>
                    <a:pt x="367766" y="2081301"/>
                  </a:lnTo>
                  <a:lnTo>
                    <a:pt x="334492" y="2043074"/>
                  </a:lnTo>
                  <a:lnTo>
                    <a:pt x="304317" y="2003488"/>
                  </a:lnTo>
                  <a:lnTo>
                    <a:pt x="277266" y="1962581"/>
                  </a:lnTo>
                  <a:lnTo>
                    <a:pt x="253326" y="1920328"/>
                  </a:lnTo>
                  <a:lnTo>
                    <a:pt x="232498" y="1876755"/>
                  </a:lnTo>
                  <a:lnTo>
                    <a:pt x="214795" y="1831873"/>
                  </a:lnTo>
                  <a:lnTo>
                    <a:pt x="200202" y="1785683"/>
                  </a:lnTo>
                  <a:lnTo>
                    <a:pt x="188709" y="1738198"/>
                  </a:lnTo>
                  <a:lnTo>
                    <a:pt x="180352" y="1689430"/>
                  </a:lnTo>
                  <a:lnTo>
                    <a:pt x="175094" y="1639366"/>
                  </a:lnTo>
                  <a:lnTo>
                    <a:pt x="172961" y="1588046"/>
                  </a:lnTo>
                  <a:lnTo>
                    <a:pt x="173977" y="1536128"/>
                  </a:lnTo>
                  <a:lnTo>
                    <a:pt x="178206" y="1485480"/>
                  </a:lnTo>
                  <a:lnTo>
                    <a:pt x="185648" y="1436090"/>
                  </a:lnTo>
                  <a:lnTo>
                    <a:pt x="196303" y="1387970"/>
                  </a:lnTo>
                  <a:lnTo>
                    <a:pt x="210172" y="1341120"/>
                  </a:lnTo>
                  <a:lnTo>
                    <a:pt x="227253" y="1295527"/>
                  </a:lnTo>
                  <a:lnTo>
                    <a:pt x="247548" y="1251204"/>
                  </a:lnTo>
                  <a:lnTo>
                    <a:pt x="271043" y="1208151"/>
                  </a:lnTo>
                  <a:lnTo>
                    <a:pt x="297751" y="1166355"/>
                  </a:lnTo>
                  <a:lnTo>
                    <a:pt x="327672" y="1125816"/>
                  </a:lnTo>
                  <a:lnTo>
                    <a:pt x="360807" y="1086561"/>
                  </a:lnTo>
                  <a:lnTo>
                    <a:pt x="397154" y="1048562"/>
                  </a:lnTo>
                  <a:lnTo>
                    <a:pt x="435737" y="1012748"/>
                  </a:lnTo>
                  <a:lnTo>
                    <a:pt x="475589" y="980059"/>
                  </a:lnTo>
                  <a:lnTo>
                    <a:pt x="516699" y="950506"/>
                  </a:lnTo>
                  <a:lnTo>
                    <a:pt x="559079" y="924090"/>
                  </a:lnTo>
                  <a:lnTo>
                    <a:pt x="602729" y="900811"/>
                  </a:lnTo>
                  <a:lnTo>
                    <a:pt x="647636" y="880694"/>
                  </a:lnTo>
                  <a:lnTo>
                    <a:pt x="693801" y="863739"/>
                  </a:lnTo>
                  <a:lnTo>
                    <a:pt x="741248" y="849947"/>
                  </a:lnTo>
                  <a:lnTo>
                    <a:pt x="789952" y="839343"/>
                  </a:lnTo>
                  <a:lnTo>
                    <a:pt x="839927" y="831926"/>
                  </a:lnTo>
                  <a:lnTo>
                    <a:pt x="891159" y="827709"/>
                  </a:lnTo>
                  <a:lnTo>
                    <a:pt x="943660" y="826681"/>
                  </a:lnTo>
                  <a:lnTo>
                    <a:pt x="994981" y="828776"/>
                  </a:lnTo>
                  <a:lnTo>
                    <a:pt x="1045057" y="833882"/>
                  </a:lnTo>
                  <a:lnTo>
                    <a:pt x="1093889" y="842010"/>
                  </a:lnTo>
                  <a:lnTo>
                    <a:pt x="1130846" y="850671"/>
                  </a:lnTo>
                  <a:lnTo>
                    <a:pt x="1130846" y="826681"/>
                  </a:lnTo>
                  <a:lnTo>
                    <a:pt x="1130846" y="671957"/>
                  </a:lnTo>
                  <a:close/>
                </a:path>
                <a:path w="1130935" h="2508250">
                  <a:moveTo>
                    <a:pt x="1130846" y="324637"/>
                  </a:moveTo>
                  <a:lnTo>
                    <a:pt x="1091349" y="292112"/>
                  </a:lnTo>
                  <a:lnTo>
                    <a:pt x="1053388" y="256832"/>
                  </a:lnTo>
                  <a:lnTo>
                    <a:pt x="1017574" y="219417"/>
                  </a:lnTo>
                  <a:lnTo>
                    <a:pt x="984885" y="180746"/>
                  </a:lnTo>
                  <a:lnTo>
                    <a:pt x="955306" y="140830"/>
                  </a:lnTo>
                  <a:lnTo>
                    <a:pt x="928839" y="99669"/>
                  </a:lnTo>
                  <a:lnTo>
                    <a:pt x="905484" y="57277"/>
                  </a:lnTo>
                  <a:lnTo>
                    <a:pt x="885240" y="13652"/>
                  </a:lnTo>
                  <a:lnTo>
                    <a:pt x="880021" y="0"/>
                  </a:lnTo>
                  <a:lnTo>
                    <a:pt x="684085" y="0"/>
                  </a:lnTo>
                  <a:lnTo>
                    <a:pt x="708063" y="69634"/>
                  </a:lnTo>
                  <a:lnTo>
                    <a:pt x="726744" y="112725"/>
                  </a:lnTo>
                  <a:lnTo>
                    <a:pt x="747915" y="154851"/>
                  </a:lnTo>
                  <a:lnTo>
                    <a:pt x="771588" y="196024"/>
                  </a:lnTo>
                  <a:lnTo>
                    <a:pt x="797737" y="236232"/>
                  </a:lnTo>
                  <a:lnTo>
                    <a:pt x="826389" y="275488"/>
                  </a:lnTo>
                  <a:lnTo>
                    <a:pt x="857529" y="313804"/>
                  </a:lnTo>
                  <a:lnTo>
                    <a:pt x="891159" y="351180"/>
                  </a:lnTo>
                  <a:lnTo>
                    <a:pt x="927277" y="387616"/>
                  </a:lnTo>
                  <a:lnTo>
                    <a:pt x="965542" y="421932"/>
                  </a:lnTo>
                  <a:lnTo>
                    <a:pt x="1004684" y="453885"/>
                  </a:lnTo>
                  <a:lnTo>
                    <a:pt x="1044702" y="483463"/>
                  </a:lnTo>
                  <a:lnTo>
                    <a:pt x="1085596" y="510679"/>
                  </a:lnTo>
                  <a:lnTo>
                    <a:pt x="1127353" y="535533"/>
                  </a:lnTo>
                  <a:lnTo>
                    <a:pt x="1130846" y="537375"/>
                  </a:lnTo>
                  <a:lnTo>
                    <a:pt x="1130846" y="32463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C01E88A3-2D71-28A8-E559-8A42017F106E}"/>
                </a:ext>
              </a:extLst>
            </p:cNvPr>
            <p:cNvSpPr/>
            <p:nvPr/>
          </p:nvSpPr>
          <p:spPr>
            <a:xfrm>
              <a:off x="11513218" y="2324922"/>
              <a:ext cx="687340" cy="2232219"/>
            </a:xfrm>
            <a:custGeom>
              <a:avLst/>
              <a:gdLst/>
              <a:ahLst/>
              <a:cxnLst/>
              <a:rect l="l" t="t" r="r" b="b"/>
              <a:pathLst>
                <a:path w="1133475" h="3681095">
                  <a:moveTo>
                    <a:pt x="511454" y="443725"/>
                  </a:moveTo>
                  <a:lnTo>
                    <a:pt x="509206" y="391401"/>
                  </a:lnTo>
                  <a:lnTo>
                    <a:pt x="502602" y="342188"/>
                  </a:lnTo>
                  <a:lnTo>
                    <a:pt x="491782" y="296113"/>
                  </a:lnTo>
                  <a:lnTo>
                    <a:pt x="476935" y="253212"/>
                  </a:lnTo>
                  <a:lnTo>
                    <a:pt x="458228" y="213525"/>
                  </a:lnTo>
                  <a:lnTo>
                    <a:pt x="435838" y="177088"/>
                  </a:lnTo>
                  <a:lnTo>
                    <a:pt x="409930" y="143954"/>
                  </a:lnTo>
                  <a:lnTo>
                    <a:pt x="380669" y="114147"/>
                  </a:lnTo>
                  <a:lnTo>
                    <a:pt x="348246" y="87693"/>
                  </a:lnTo>
                  <a:lnTo>
                    <a:pt x="312813" y="64655"/>
                  </a:lnTo>
                  <a:lnTo>
                    <a:pt x="274535" y="45059"/>
                  </a:lnTo>
                  <a:lnTo>
                    <a:pt x="233616" y="28930"/>
                  </a:lnTo>
                  <a:lnTo>
                    <a:pt x="190195" y="16332"/>
                  </a:lnTo>
                  <a:lnTo>
                    <a:pt x="144449" y="7289"/>
                  </a:lnTo>
                  <a:lnTo>
                    <a:pt x="96570" y="1828"/>
                  </a:lnTo>
                  <a:lnTo>
                    <a:pt x="46710" y="0"/>
                  </a:lnTo>
                  <a:lnTo>
                    <a:pt x="0" y="0"/>
                  </a:lnTo>
                  <a:lnTo>
                    <a:pt x="0" y="158813"/>
                  </a:lnTo>
                  <a:lnTo>
                    <a:pt x="46710" y="161150"/>
                  </a:lnTo>
                  <a:lnTo>
                    <a:pt x="110197" y="167741"/>
                  </a:lnTo>
                  <a:lnTo>
                    <a:pt x="164058" y="180695"/>
                  </a:lnTo>
                  <a:lnTo>
                    <a:pt x="208280" y="200215"/>
                  </a:lnTo>
                  <a:lnTo>
                    <a:pt x="242874" y="226542"/>
                  </a:lnTo>
                  <a:lnTo>
                    <a:pt x="282727" y="272110"/>
                  </a:lnTo>
                  <a:lnTo>
                    <a:pt x="311188" y="317906"/>
                  </a:lnTo>
                  <a:lnTo>
                    <a:pt x="328256" y="364147"/>
                  </a:lnTo>
                  <a:lnTo>
                    <a:pt x="333946" y="411035"/>
                  </a:lnTo>
                  <a:lnTo>
                    <a:pt x="333946" y="1793621"/>
                  </a:lnTo>
                  <a:lnTo>
                    <a:pt x="511454" y="1793621"/>
                  </a:lnTo>
                  <a:lnTo>
                    <a:pt x="511454" y="443725"/>
                  </a:lnTo>
                  <a:close/>
                </a:path>
                <a:path w="1133475" h="3681095">
                  <a:moveTo>
                    <a:pt x="1133043" y="1844421"/>
                  </a:moveTo>
                  <a:lnTo>
                    <a:pt x="1089990" y="1836966"/>
                  </a:lnTo>
                  <a:lnTo>
                    <a:pt x="1041260" y="1831047"/>
                  </a:lnTo>
                  <a:lnTo>
                    <a:pt x="991654" y="1827504"/>
                  </a:lnTo>
                  <a:lnTo>
                    <a:pt x="941171" y="1826323"/>
                  </a:lnTo>
                  <a:lnTo>
                    <a:pt x="889850" y="1827568"/>
                  </a:lnTo>
                  <a:lnTo>
                    <a:pt x="839584" y="1831289"/>
                  </a:lnTo>
                  <a:lnTo>
                    <a:pt x="790359" y="1837512"/>
                  </a:lnTo>
                  <a:lnTo>
                    <a:pt x="742175" y="1846199"/>
                  </a:lnTo>
                  <a:lnTo>
                    <a:pt x="695007" y="1857375"/>
                  </a:lnTo>
                  <a:lnTo>
                    <a:pt x="648855" y="1871014"/>
                  </a:lnTo>
                  <a:lnTo>
                    <a:pt x="603707" y="1887118"/>
                  </a:lnTo>
                  <a:lnTo>
                    <a:pt x="559574" y="1905685"/>
                  </a:lnTo>
                  <a:lnTo>
                    <a:pt x="516420" y="1926704"/>
                  </a:lnTo>
                  <a:lnTo>
                    <a:pt x="474256" y="1950186"/>
                  </a:lnTo>
                  <a:lnTo>
                    <a:pt x="433070" y="1976107"/>
                  </a:lnTo>
                  <a:lnTo>
                    <a:pt x="392849" y="2004479"/>
                  </a:lnTo>
                  <a:lnTo>
                    <a:pt x="353593" y="2035302"/>
                  </a:lnTo>
                  <a:lnTo>
                    <a:pt x="315277" y="2068550"/>
                  </a:lnTo>
                  <a:lnTo>
                    <a:pt x="277914" y="2104237"/>
                  </a:lnTo>
                  <a:lnTo>
                    <a:pt x="242227" y="2141664"/>
                  </a:lnTo>
                  <a:lnTo>
                    <a:pt x="208978" y="2180145"/>
                  </a:lnTo>
                  <a:lnTo>
                    <a:pt x="178155" y="2219655"/>
                  </a:lnTo>
                  <a:lnTo>
                    <a:pt x="149783" y="2260219"/>
                  </a:lnTo>
                  <a:lnTo>
                    <a:pt x="123863" y="2301798"/>
                  </a:lnTo>
                  <a:lnTo>
                    <a:pt x="100380" y="2344394"/>
                  </a:lnTo>
                  <a:lnTo>
                    <a:pt x="79349" y="2387993"/>
                  </a:lnTo>
                  <a:lnTo>
                    <a:pt x="60794" y="2432608"/>
                  </a:lnTo>
                  <a:lnTo>
                    <a:pt x="44691" y="2478201"/>
                  </a:lnTo>
                  <a:lnTo>
                    <a:pt x="31051" y="2524785"/>
                  </a:lnTo>
                  <a:lnTo>
                    <a:pt x="19875" y="2572347"/>
                  </a:lnTo>
                  <a:lnTo>
                    <a:pt x="11188" y="2620873"/>
                  </a:lnTo>
                  <a:lnTo>
                    <a:pt x="4978" y="2670352"/>
                  </a:lnTo>
                  <a:lnTo>
                    <a:pt x="2197" y="2707957"/>
                  </a:lnTo>
                  <a:lnTo>
                    <a:pt x="2197" y="2833878"/>
                  </a:lnTo>
                  <a:lnTo>
                    <a:pt x="11468" y="2919044"/>
                  </a:lnTo>
                  <a:lnTo>
                    <a:pt x="20383" y="2966034"/>
                  </a:lnTo>
                  <a:lnTo>
                    <a:pt x="31826" y="3012033"/>
                  </a:lnTo>
                  <a:lnTo>
                    <a:pt x="45808" y="3057067"/>
                  </a:lnTo>
                  <a:lnTo>
                    <a:pt x="62318" y="3101124"/>
                  </a:lnTo>
                  <a:lnTo>
                    <a:pt x="81356" y="3144215"/>
                  </a:lnTo>
                  <a:lnTo>
                    <a:pt x="102908" y="3186341"/>
                  </a:lnTo>
                  <a:lnTo>
                    <a:pt x="126974" y="3227501"/>
                  </a:lnTo>
                  <a:lnTo>
                    <a:pt x="153555" y="3267710"/>
                  </a:lnTo>
                  <a:lnTo>
                    <a:pt x="182638" y="3306978"/>
                  </a:lnTo>
                  <a:lnTo>
                    <a:pt x="214236" y="3345294"/>
                  </a:lnTo>
                  <a:lnTo>
                    <a:pt x="248323" y="3382657"/>
                  </a:lnTo>
                  <a:lnTo>
                    <a:pt x="284911" y="3419094"/>
                  </a:lnTo>
                  <a:lnTo>
                    <a:pt x="322745" y="3452939"/>
                  </a:lnTo>
                  <a:lnTo>
                    <a:pt x="361518" y="3484435"/>
                  </a:lnTo>
                  <a:lnTo>
                    <a:pt x="401243" y="3513556"/>
                  </a:lnTo>
                  <a:lnTo>
                    <a:pt x="441909" y="3540328"/>
                  </a:lnTo>
                  <a:lnTo>
                    <a:pt x="483514" y="3564763"/>
                  </a:lnTo>
                  <a:lnTo>
                    <a:pt x="526084" y="3586835"/>
                  </a:lnTo>
                  <a:lnTo>
                    <a:pt x="569607" y="3606571"/>
                  </a:lnTo>
                  <a:lnTo>
                    <a:pt x="614108" y="3623970"/>
                  </a:lnTo>
                  <a:lnTo>
                    <a:pt x="659561" y="3639045"/>
                  </a:lnTo>
                  <a:lnTo>
                    <a:pt x="705993" y="3651783"/>
                  </a:lnTo>
                  <a:lnTo>
                    <a:pt x="753402" y="3662184"/>
                  </a:lnTo>
                  <a:lnTo>
                    <a:pt x="801776" y="3670274"/>
                  </a:lnTo>
                  <a:lnTo>
                    <a:pt x="851154" y="3676053"/>
                  </a:lnTo>
                  <a:lnTo>
                    <a:pt x="901509" y="3679520"/>
                  </a:lnTo>
                  <a:lnTo>
                    <a:pt x="952855" y="3680663"/>
                  </a:lnTo>
                  <a:lnTo>
                    <a:pt x="1003744" y="3679418"/>
                  </a:lnTo>
                  <a:lnTo>
                    <a:pt x="1053630" y="3675697"/>
                  </a:lnTo>
                  <a:lnTo>
                    <a:pt x="1102525" y="3669474"/>
                  </a:lnTo>
                  <a:lnTo>
                    <a:pt x="1133043" y="3663937"/>
                  </a:lnTo>
                  <a:lnTo>
                    <a:pt x="1133043" y="3507841"/>
                  </a:lnTo>
                  <a:lnTo>
                    <a:pt x="1133043" y="3485908"/>
                  </a:lnTo>
                  <a:lnTo>
                    <a:pt x="1098423" y="3493833"/>
                  </a:lnTo>
                  <a:lnTo>
                    <a:pt x="1049591" y="3501618"/>
                  </a:lnTo>
                  <a:lnTo>
                    <a:pt x="999515" y="3506292"/>
                  </a:lnTo>
                  <a:lnTo>
                    <a:pt x="948182" y="3507841"/>
                  </a:lnTo>
                  <a:lnTo>
                    <a:pt x="896264" y="3506343"/>
                  </a:lnTo>
                  <a:lnTo>
                    <a:pt x="845604" y="3501809"/>
                  </a:lnTo>
                  <a:lnTo>
                    <a:pt x="796201" y="3494265"/>
                  </a:lnTo>
                  <a:lnTo>
                    <a:pt x="748030" y="3483711"/>
                  </a:lnTo>
                  <a:lnTo>
                    <a:pt x="701090" y="3470135"/>
                  </a:lnTo>
                  <a:lnTo>
                    <a:pt x="655370" y="3453549"/>
                  </a:lnTo>
                  <a:lnTo>
                    <a:pt x="610882" y="3433940"/>
                  </a:lnTo>
                  <a:lnTo>
                    <a:pt x="567588" y="3411309"/>
                  </a:lnTo>
                  <a:lnTo>
                    <a:pt x="525500" y="3385667"/>
                  </a:lnTo>
                  <a:lnTo>
                    <a:pt x="484606" y="3357003"/>
                  </a:lnTo>
                  <a:lnTo>
                    <a:pt x="444893" y="3325330"/>
                  </a:lnTo>
                  <a:lnTo>
                    <a:pt x="406361" y="3290633"/>
                  </a:lnTo>
                  <a:lnTo>
                    <a:pt x="369963" y="3253765"/>
                  </a:lnTo>
                  <a:lnTo>
                    <a:pt x="336689" y="3215525"/>
                  </a:lnTo>
                  <a:lnTo>
                    <a:pt x="306514" y="3175952"/>
                  </a:lnTo>
                  <a:lnTo>
                    <a:pt x="279463" y="3135033"/>
                  </a:lnTo>
                  <a:lnTo>
                    <a:pt x="255524" y="3092780"/>
                  </a:lnTo>
                  <a:lnTo>
                    <a:pt x="234696" y="3049219"/>
                  </a:lnTo>
                  <a:lnTo>
                    <a:pt x="216992" y="3004337"/>
                  </a:lnTo>
                  <a:lnTo>
                    <a:pt x="202399" y="2958147"/>
                  </a:lnTo>
                  <a:lnTo>
                    <a:pt x="190906" y="2910662"/>
                  </a:lnTo>
                  <a:lnTo>
                    <a:pt x="182549" y="2861881"/>
                  </a:lnTo>
                  <a:lnTo>
                    <a:pt x="177292" y="2811830"/>
                  </a:lnTo>
                  <a:lnTo>
                    <a:pt x="175158" y="2760497"/>
                  </a:lnTo>
                  <a:lnTo>
                    <a:pt x="176174" y="2708579"/>
                  </a:lnTo>
                  <a:lnTo>
                    <a:pt x="180403" y="2657932"/>
                  </a:lnTo>
                  <a:lnTo>
                    <a:pt x="187845" y="2608554"/>
                  </a:lnTo>
                  <a:lnTo>
                    <a:pt x="198501" y="2560434"/>
                  </a:lnTo>
                  <a:lnTo>
                    <a:pt x="212369" y="2513571"/>
                  </a:lnTo>
                  <a:lnTo>
                    <a:pt x="229450" y="2467991"/>
                  </a:lnTo>
                  <a:lnTo>
                    <a:pt x="249745" y="2423668"/>
                  </a:lnTo>
                  <a:lnTo>
                    <a:pt x="273240" y="2380602"/>
                  </a:lnTo>
                  <a:lnTo>
                    <a:pt x="299948" y="2338806"/>
                  </a:lnTo>
                  <a:lnTo>
                    <a:pt x="329869" y="2298281"/>
                  </a:lnTo>
                  <a:lnTo>
                    <a:pt x="363004" y="2259012"/>
                  </a:lnTo>
                  <a:lnTo>
                    <a:pt x="399351" y="2221014"/>
                  </a:lnTo>
                  <a:lnTo>
                    <a:pt x="437934" y="2185212"/>
                  </a:lnTo>
                  <a:lnTo>
                    <a:pt x="477786" y="2152523"/>
                  </a:lnTo>
                  <a:lnTo>
                    <a:pt x="518896" y="2122957"/>
                  </a:lnTo>
                  <a:lnTo>
                    <a:pt x="561276" y="2096541"/>
                  </a:lnTo>
                  <a:lnTo>
                    <a:pt x="604926" y="2073275"/>
                  </a:lnTo>
                  <a:lnTo>
                    <a:pt x="649833" y="2053145"/>
                  </a:lnTo>
                  <a:lnTo>
                    <a:pt x="695998" y="2036191"/>
                  </a:lnTo>
                  <a:lnTo>
                    <a:pt x="743445" y="2022411"/>
                  </a:lnTo>
                  <a:lnTo>
                    <a:pt x="792149" y="2011807"/>
                  </a:lnTo>
                  <a:lnTo>
                    <a:pt x="842124" y="2004390"/>
                  </a:lnTo>
                  <a:lnTo>
                    <a:pt x="893356" y="2000161"/>
                  </a:lnTo>
                  <a:lnTo>
                    <a:pt x="945857" y="1999145"/>
                  </a:lnTo>
                  <a:lnTo>
                    <a:pt x="997178" y="2001227"/>
                  </a:lnTo>
                  <a:lnTo>
                    <a:pt x="1047254" y="2006346"/>
                  </a:lnTo>
                  <a:lnTo>
                    <a:pt x="1096086" y="2014461"/>
                  </a:lnTo>
                  <a:lnTo>
                    <a:pt x="1133043" y="2023122"/>
                  </a:lnTo>
                  <a:lnTo>
                    <a:pt x="1133043" y="1999145"/>
                  </a:lnTo>
                  <a:lnTo>
                    <a:pt x="1133043" y="1844421"/>
                  </a:lnTo>
                  <a:close/>
                </a:path>
                <a:path w="1133475" h="3681095">
                  <a:moveTo>
                    <a:pt x="1133043" y="87845"/>
                  </a:moveTo>
                  <a:lnTo>
                    <a:pt x="1077582" y="121754"/>
                  </a:lnTo>
                  <a:lnTo>
                    <a:pt x="1037386" y="150126"/>
                  </a:lnTo>
                  <a:lnTo>
                    <a:pt x="998143" y="180949"/>
                  </a:lnTo>
                  <a:lnTo>
                    <a:pt x="959840" y="214198"/>
                  </a:lnTo>
                  <a:lnTo>
                    <a:pt x="922464" y="249885"/>
                  </a:lnTo>
                  <a:lnTo>
                    <a:pt x="887247" y="287248"/>
                  </a:lnTo>
                  <a:lnTo>
                    <a:pt x="854468" y="325564"/>
                  </a:lnTo>
                  <a:lnTo>
                    <a:pt x="824103" y="364832"/>
                  </a:lnTo>
                  <a:lnTo>
                    <a:pt x="796175" y="405053"/>
                  </a:lnTo>
                  <a:lnTo>
                    <a:pt x="770661" y="446239"/>
                  </a:lnTo>
                  <a:lnTo>
                    <a:pt x="747598" y="488403"/>
                  </a:lnTo>
                  <a:lnTo>
                    <a:pt x="726948" y="531545"/>
                  </a:lnTo>
                  <a:lnTo>
                    <a:pt x="708736" y="575691"/>
                  </a:lnTo>
                  <a:lnTo>
                    <a:pt x="692937" y="620839"/>
                  </a:lnTo>
                  <a:lnTo>
                    <a:pt x="679589" y="666978"/>
                  </a:lnTo>
                  <a:lnTo>
                    <a:pt x="668655" y="714146"/>
                  </a:lnTo>
                  <a:lnTo>
                    <a:pt x="660158" y="762342"/>
                  </a:lnTo>
                  <a:lnTo>
                    <a:pt x="654075" y="811568"/>
                  </a:lnTo>
                  <a:lnTo>
                    <a:pt x="650430" y="861834"/>
                  </a:lnTo>
                  <a:lnTo>
                    <a:pt x="649224" y="913155"/>
                  </a:lnTo>
                  <a:lnTo>
                    <a:pt x="650468" y="963104"/>
                  </a:lnTo>
                  <a:lnTo>
                    <a:pt x="654202" y="1012063"/>
                  </a:lnTo>
                  <a:lnTo>
                    <a:pt x="660438" y="1060030"/>
                  </a:lnTo>
                  <a:lnTo>
                    <a:pt x="669150" y="1107008"/>
                  </a:lnTo>
                  <a:lnTo>
                    <a:pt x="680364" y="1153020"/>
                  </a:lnTo>
                  <a:lnTo>
                    <a:pt x="694067" y="1198041"/>
                  </a:lnTo>
                  <a:lnTo>
                    <a:pt x="710260" y="1242098"/>
                  </a:lnTo>
                  <a:lnTo>
                    <a:pt x="728941" y="1285189"/>
                  </a:lnTo>
                  <a:lnTo>
                    <a:pt x="750112" y="1327315"/>
                  </a:lnTo>
                  <a:lnTo>
                    <a:pt x="773785" y="1368475"/>
                  </a:lnTo>
                  <a:lnTo>
                    <a:pt x="799934" y="1408696"/>
                  </a:lnTo>
                  <a:lnTo>
                    <a:pt x="828586" y="1447952"/>
                  </a:lnTo>
                  <a:lnTo>
                    <a:pt x="859726" y="1486268"/>
                  </a:lnTo>
                  <a:lnTo>
                    <a:pt x="893356" y="1523644"/>
                  </a:lnTo>
                  <a:lnTo>
                    <a:pt x="929474" y="1560068"/>
                  </a:lnTo>
                  <a:lnTo>
                    <a:pt x="967740" y="1594396"/>
                  </a:lnTo>
                  <a:lnTo>
                    <a:pt x="1006881" y="1626336"/>
                  </a:lnTo>
                  <a:lnTo>
                    <a:pt x="1046899" y="1655927"/>
                  </a:lnTo>
                  <a:lnTo>
                    <a:pt x="1087793" y="1683143"/>
                  </a:lnTo>
                  <a:lnTo>
                    <a:pt x="1129550" y="1707984"/>
                  </a:lnTo>
                  <a:lnTo>
                    <a:pt x="1133043" y="1709839"/>
                  </a:lnTo>
                  <a:lnTo>
                    <a:pt x="1133043" y="1497101"/>
                  </a:lnTo>
                  <a:lnTo>
                    <a:pt x="1132674" y="1496822"/>
                  </a:lnTo>
                  <a:lnTo>
                    <a:pt x="1093546" y="1464564"/>
                  </a:lnTo>
                  <a:lnTo>
                    <a:pt x="1055585" y="1429296"/>
                  </a:lnTo>
                  <a:lnTo>
                    <a:pt x="1019771" y="1391881"/>
                  </a:lnTo>
                  <a:lnTo>
                    <a:pt x="987082" y="1353210"/>
                  </a:lnTo>
                  <a:lnTo>
                    <a:pt x="957503" y="1313281"/>
                  </a:lnTo>
                  <a:lnTo>
                    <a:pt x="931037" y="1272120"/>
                  </a:lnTo>
                  <a:lnTo>
                    <a:pt x="907681" y="1229728"/>
                  </a:lnTo>
                  <a:lnTo>
                    <a:pt x="887437" y="1186116"/>
                  </a:lnTo>
                  <a:lnTo>
                    <a:pt x="870318" y="1141272"/>
                  </a:lnTo>
                  <a:lnTo>
                    <a:pt x="856297" y="1095235"/>
                  </a:lnTo>
                  <a:lnTo>
                    <a:pt x="845400" y="1047991"/>
                  </a:lnTo>
                  <a:lnTo>
                    <a:pt x="837615" y="999566"/>
                  </a:lnTo>
                  <a:lnTo>
                    <a:pt x="832954" y="949947"/>
                  </a:lnTo>
                  <a:lnTo>
                    <a:pt x="831392" y="899147"/>
                  </a:lnTo>
                  <a:lnTo>
                    <a:pt x="832954" y="848360"/>
                  </a:lnTo>
                  <a:lnTo>
                    <a:pt x="837615" y="798741"/>
                  </a:lnTo>
                  <a:lnTo>
                    <a:pt x="845362" y="750303"/>
                  </a:lnTo>
                  <a:lnTo>
                    <a:pt x="856221" y="703059"/>
                  </a:lnTo>
                  <a:lnTo>
                    <a:pt x="870140" y="657009"/>
                  </a:lnTo>
                  <a:lnTo>
                    <a:pt x="887145" y="612178"/>
                  </a:lnTo>
                  <a:lnTo>
                    <a:pt x="907211" y="568553"/>
                  </a:lnTo>
                  <a:lnTo>
                    <a:pt x="930338" y="526161"/>
                  </a:lnTo>
                  <a:lnTo>
                    <a:pt x="956513" y="485000"/>
                  </a:lnTo>
                  <a:lnTo>
                    <a:pt x="985723" y="445071"/>
                  </a:lnTo>
                  <a:lnTo>
                    <a:pt x="1017981" y="406400"/>
                  </a:lnTo>
                  <a:lnTo>
                    <a:pt x="1053249" y="368985"/>
                  </a:lnTo>
                  <a:lnTo>
                    <a:pt x="1091209" y="333184"/>
                  </a:lnTo>
                  <a:lnTo>
                    <a:pt x="1130338" y="300482"/>
                  </a:lnTo>
                  <a:lnTo>
                    <a:pt x="1133043" y="298500"/>
                  </a:lnTo>
                  <a:lnTo>
                    <a:pt x="1133043" y="8784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90108E2C-8463-1158-02FF-45534C41CC93}"/>
                </a:ext>
              </a:extLst>
            </p:cNvPr>
            <p:cNvSpPr/>
            <p:nvPr/>
          </p:nvSpPr>
          <p:spPr>
            <a:xfrm>
              <a:off x="11514550" y="1602410"/>
              <a:ext cx="685800" cy="624960"/>
            </a:xfrm>
            <a:custGeom>
              <a:avLst/>
              <a:gdLst/>
              <a:ahLst/>
              <a:cxnLst/>
              <a:rect l="l" t="t" r="r" b="b"/>
              <a:pathLst>
                <a:path w="1130935" h="1030604">
                  <a:moveTo>
                    <a:pt x="567448" y="114287"/>
                  </a:moveTo>
                  <a:lnTo>
                    <a:pt x="505206" y="121348"/>
                  </a:lnTo>
                  <a:lnTo>
                    <a:pt x="447751" y="132067"/>
                  </a:lnTo>
                  <a:lnTo>
                    <a:pt x="393966" y="145542"/>
                  </a:lnTo>
                  <a:lnTo>
                    <a:pt x="343789" y="161798"/>
                  </a:lnTo>
                  <a:lnTo>
                    <a:pt x="297180" y="180848"/>
                  </a:lnTo>
                  <a:lnTo>
                    <a:pt x="254088" y="202717"/>
                  </a:lnTo>
                  <a:lnTo>
                    <a:pt x="214477" y="227431"/>
                  </a:lnTo>
                  <a:lnTo>
                    <a:pt x="178282" y="255016"/>
                  </a:lnTo>
                  <a:lnTo>
                    <a:pt x="145478" y="285496"/>
                  </a:lnTo>
                  <a:lnTo>
                    <a:pt x="115989" y="318884"/>
                  </a:lnTo>
                  <a:lnTo>
                    <a:pt x="91579" y="352513"/>
                  </a:lnTo>
                  <a:lnTo>
                    <a:pt x="70002" y="388797"/>
                  </a:lnTo>
                  <a:lnTo>
                    <a:pt x="51269" y="427786"/>
                  </a:lnTo>
                  <a:lnTo>
                    <a:pt x="35331" y="469544"/>
                  </a:lnTo>
                  <a:lnTo>
                    <a:pt x="22237" y="514019"/>
                  </a:lnTo>
                  <a:lnTo>
                    <a:pt x="11938" y="561340"/>
                  </a:lnTo>
                  <a:lnTo>
                    <a:pt x="4445" y="611517"/>
                  </a:lnTo>
                  <a:lnTo>
                    <a:pt x="0" y="661784"/>
                  </a:lnTo>
                  <a:lnTo>
                    <a:pt x="0" y="801204"/>
                  </a:lnTo>
                  <a:lnTo>
                    <a:pt x="2362" y="841463"/>
                  </a:lnTo>
                  <a:lnTo>
                    <a:pt x="8801" y="906602"/>
                  </a:lnTo>
                  <a:lnTo>
                    <a:pt x="14439" y="953820"/>
                  </a:lnTo>
                  <a:lnTo>
                    <a:pt x="17424" y="966317"/>
                  </a:lnTo>
                  <a:lnTo>
                    <a:pt x="33909" y="958024"/>
                  </a:lnTo>
                  <a:lnTo>
                    <a:pt x="76466" y="934580"/>
                  </a:lnTo>
                  <a:lnTo>
                    <a:pt x="129374" y="901623"/>
                  </a:lnTo>
                  <a:lnTo>
                    <a:pt x="189395" y="858875"/>
                  </a:lnTo>
                  <a:lnTo>
                    <a:pt x="221221" y="833666"/>
                  </a:lnTo>
                  <a:lnTo>
                    <a:pt x="253707" y="805840"/>
                  </a:lnTo>
                  <a:lnTo>
                    <a:pt x="286499" y="775360"/>
                  </a:lnTo>
                  <a:lnTo>
                    <a:pt x="319201" y="742162"/>
                  </a:lnTo>
                  <a:lnTo>
                    <a:pt x="351447" y="706196"/>
                  </a:lnTo>
                  <a:lnTo>
                    <a:pt x="382854" y="667423"/>
                  </a:lnTo>
                  <a:lnTo>
                    <a:pt x="413054" y="625792"/>
                  </a:lnTo>
                  <a:lnTo>
                    <a:pt x="441642" y="581253"/>
                  </a:lnTo>
                  <a:lnTo>
                    <a:pt x="468261" y="533755"/>
                  </a:lnTo>
                  <a:lnTo>
                    <a:pt x="492518" y="483247"/>
                  </a:lnTo>
                  <a:lnTo>
                    <a:pt x="514045" y="429679"/>
                  </a:lnTo>
                  <a:lnTo>
                    <a:pt x="532472" y="373011"/>
                  </a:lnTo>
                  <a:lnTo>
                    <a:pt x="547395" y="313194"/>
                  </a:lnTo>
                  <a:lnTo>
                    <a:pt x="558457" y="250164"/>
                  </a:lnTo>
                  <a:lnTo>
                    <a:pt x="565264" y="183870"/>
                  </a:lnTo>
                  <a:lnTo>
                    <a:pt x="567448" y="114287"/>
                  </a:lnTo>
                  <a:close/>
                </a:path>
                <a:path w="1130935" h="1030604">
                  <a:moveTo>
                    <a:pt x="1088237" y="94068"/>
                  </a:moveTo>
                  <a:lnTo>
                    <a:pt x="1087488" y="58953"/>
                  </a:lnTo>
                  <a:lnTo>
                    <a:pt x="1084605" y="27686"/>
                  </a:lnTo>
                  <a:lnTo>
                    <a:pt x="1080719" y="0"/>
                  </a:lnTo>
                  <a:lnTo>
                    <a:pt x="1080274" y="0"/>
                  </a:lnTo>
                  <a:lnTo>
                    <a:pt x="1044867" y="21120"/>
                  </a:lnTo>
                  <a:lnTo>
                    <a:pt x="1004874" y="38925"/>
                  </a:lnTo>
                  <a:lnTo>
                    <a:pt x="961021" y="53822"/>
                  </a:lnTo>
                  <a:lnTo>
                    <a:pt x="914069" y="66179"/>
                  </a:lnTo>
                  <a:lnTo>
                    <a:pt x="864743" y="76415"/>
                  </a:lnTo>
                  <a:lnTo>
                    <a:pt x="813790" y="84899"/>
                  </a:lnTo>
                  <a:lnTo>
                    <a:pt x="761961" y="92036"/>
                  </a:lnTo>
                  <a:lnTo>
                    <a:pt x="658596" y="103835"/>
                  </a:lnTo>
                  <a:lnTo>
                    <a:pt x="657694" y="105765"/>
                  </a:lnTo>
                  <a:lnTo>
                    <a:pt x="657263" y="158508"/>
                  </a:lnTo>
                  <a:lnTo>
                    <a:pt x="654126" y="211124"/>
                  </a:lnTo>
                  <a:lnTo>
                    <a:pt x="648296" y="263474"/>
                  </a:lnTo>
                  <a:lnTo>
                    <a:pt x="639787" y="315480"/>
                  </a:lnTo>
                  <a:lnTo>
                    <a:pt x="628599" y="367030"/>
                  </a:lnTo>
                  <a:lnTo>
                    <a:pt x="614959" y="416191"/>
                  </a:lnTo>
                  <a:lnTo>
                    <a:pt x="598741" y="464400"/>
                  </a:lnTo>
                  <a:lnTo>
                    <a:pt x="579983" y="511644"/>
                  </a:lnTo>
                  <a:lnTo>
                    <a:pt x="558685" y="557885"/>
                  </a:lnTo>
                  <a:lnTo>
                    <a:pt x="534873" y="603072"/>
                  </a:lnTo>
                  <a:lnTo>
                    <a:pt x="508571" y="647192"/>
                  </a:lnTo>
                  <a:lnTo>
                    <a:pt x="479780" y="690206"/>
                  </a:lnTo>
                  <a:lnTo>
                    <a:pt x="448538" y="732091"/>
                  </a:lnTo>
                  <a:lnTo>
                    <a:pt x="414845" y="772795"/>
                  </a:lnTo>
                  <a:lnTo>
                    <a:pt x="380047" y="810856"/>
                  </a:lnTo>
                  <a:lnTo>
                    <a:pt x="343585" y="847305"/>
                  </a:lnTo>
                  <a:lnTo>
                    <a:pt x="305511" y="882065"/>
                  </a:lnTo>
                  <a:lnTo>
                    <a:pt x="265887" y="915098"/>
                  </a:lnTo>
                  <a:lnTo>
                    <a:pt x="265887" y="915568"/>
                  </a:lnTo>
                  <a:lnTo>
                    <a:pt x="308597" y="901623"/>
                  </a:lnTo>
                  <a:lnTo>
                    <a:pt x="352196" y="886155"/>
                  </a:lnTo>
                  <a:lnTo>
                    <a:pt x="396455" y="869111"/>
                  </a:lnTo>
                  <a:lnTo>
                    <a:pt x="441185" y="850417"/>
                  </a:lnTo>
                  <a:lnTo>
                    <a:pt x="486168" y="829983"/>
                  </a:lnTo>
                  <a:lnTo>
                    <a:pt x="531202" y="807745"/>
                  </a:lnTo>
                  <a:lnTo>
                    <a:pt x="576059" y="783628"/>
                  </a:lnTo>
                  <a:lnTo>
                    <a:pt x="620534" y="757555"/>
                  </a:lnTo>
                  <a:lnTo>
                    <a:pt x="664425" y="729449"/>
                  </a:lnTo>
                  <a:lnTo>
                    <a:pt x="707504" y="699236"/>
                  </a:lnTo>
                  <a:lnTo>
                    <a:pt x="749579" y="666851"/>
                  </a:lnTo>
                  <a:lnTo>
                    <a:pt x="790435" y="632193"/>
                  </a:lnTo>
                  <a:lnTo>
                    <a:pt x="829856" y="595223"/>
                  </a:lnTo>
                  <a:lnTo>
                    <a:pt x="867625" y="555828"/>
                  </a:lnTo>
                  <a:lnTo>
                    <a:pt x="903541" y="513969"/>
                  </a:lnTo>
                  <a:lnTo>
                    <a:pt x="937412" y="469519"/>
                  </a:lnTo>
                  <a:lnTo>
                    <a:pt x="983678" y="400189"/>
                  </a:lnTo>
                  <a:lnTo>
                    <a:pt x="1019810" y="336511"/>
                  </a:lnTo>
                  <a:lnTo>
                    <a:pt x="1046924" y="278244"/>
                  </a:lnTo>
                  <a:lnTo>
                    <a:pt x="1066190" y="225120"/>
                  </a:lnTo>
                  <a:lnTo>
                    <a:pt x="1078725" y="176898"/>
                  </a:lnTo>
                  <a:lnTo>
                    <a:pt x="1085697" y="133299"/>
                  </a:lnTo>
                  <a:lnTo>
                    <a:pt x="1088237" y="94068"/>
                  </a:lnTo>
                  <a:close/>
                </a:path>
                <a:path w="1130935" h="1030604">
                  <a:moveTo>
                    <a:pt x="1130846" y="306158"/>
                  </a:moveTo>
                  <a:lnTo>
                    <a:pt x="1106436" y="362508"/>
                  </a:lnTo>
                  <a:lnTo>
                    <a:pt x="1085253" y="404672"/>
                  </a:lnTo>
                  <a:lnTo>
                    <a:pt x="1062151" y="445808"/>
                  </a:lnTo>
                  <a:lnTo>
                    <a:pt x="1037145" y="485863"/>
                  </a:lnTo>
                  <a:lnTo>
                    <a:pt x="1010297" y="524764"/>
                  </a:lnTo>
                  <a:lnTo>
                    <a:pt x="976083" y="569302"/>
                  </a:lnTo>
                  <a:lnTo>
                    <a:pt x="940092" y="611352"/>
                  </a:lnTo>
                  <a:lnTo>
                    <a:pt x="902550" y="650976"/>
                  </a:lnTo>
                  <a:lnTo>
                    <a:pt x="863701" y="688225"/>
                  </a:lnTo>
                  <a:lnTo>
                    <a:pt x="823760" y="723176"/>
                  </a:lnTo>
                  <a:lnTo>
                    <a:pt x="782980" y="755904"/>
                  </a:lnTo>
                  <a:lnTo>
                    <a:pt x="741591" y="786447"/>
                  </a:lnTo>
                  <a:lnTo>
                    <a:pt x="699820" y="814895"/>
                  </a:lnTo>
                  <a:lnTo>
                    <a:pt x="657910" y="841286"/>
                  </a:lnTo>
                  <a:lnTo>
                    <a:pt x="616089" y="865720"/>
                  </a:lnTo>
                  <a:lnTo>
                    <a:pt x="574598" y="888238"/>
                  </a:lnTo>
                  <a:lnTo>
                    <a:pt x="533666" y="908900"/>
                  </a:lnTo>
                  <a:lnTo>
                    <a:pt x="493522" y="927798"/>
                  </a:lnTo>
                  <a:lnTo>
                    <a:pt x="454406" y="944968"/>
                  </a:lnTo>
                  <a:lnTo>
                    <a:pt x="416560" y="960488"/>
                  </a:lnTo>
                  <a:lnTo>
                    <a:pt x="380199" y="974432"/>
                  </a:lnTo>
                  <a:lnTo>
                    <a:pt x="334759" y="990676"/>
                  </a:lnTo>
                  <a:lnTo>
                    <a:pt x="291287" y="1004900"/>
                  </a:lnTo>
                  <a:lnTo>
                    <a:pt x="250050" y="1017295"/>
                  </a:lnTo>
                  <a:lnTo>
                    <a:pt x="211302" y="1028026"/>
                  </a:lnTo>
                  <a:lnTo>
                    <a:pt x="211302" y="1028738"/>
                  </a:lnTo>
                  <a:lnTo>
                    <a:pt x="267081" y="1030579"/>
                  </a:lnTo>
                  <a:lnTo>
                    <a:pt x="321551" y="1030376"/>
                  </a:lnTo>
                  <a:lnTo>
                    <a:pt x="374713" y="1028153"/>
                  </a:lnTo>
                  <a:lnTo>
                    <a:pt x="426516" y="1023912"/>
                  </a:lnTo>
                  <a:lnTo>
                    <a:pt x="476923" y="1017651"/>
                  </a:lnTo>
                  <a:lnTo>
                    <a:pt x="525932" y="1009370"/>
                  </a:lnTo>
                  <a:lnTo>
                    <a:pt x="573481" y="999070"/>
                  </a:lnTo>
                  <a:lnTo>
                    <a:pt x="619569" y="986777"/>
                  </a:lnTo>
                  <a:lnTo>
                    <a:pt x="669912" y="970432"/>
                  </a:lnTo>
                  <a:lnTo>
                    <a:pt x="718058" y="951598"/>
                  </a:lnTo>
                  <a:lnTo>
                    <a:pt x="763955" y="930325"/>
                  </a:lnTo>
                  <a:lnTo>
                    <a:pt x="807580" y="906602"/>
                  </a:lnTo>
                  <a:lnTo>
                    <a:pt x="848880" y="880478"/>
                  </a:lnTo>
                  <a:lnTo>
                    <a:pt x="887818" y="851979"/>
                  </a:lnTo>
                  <a:lnTo>
                    <a:pt x="924369" y="821105"/>
                  </a:lnTo>
                  <a:lnTo>
                    <a:pt x="958481" y="787908"/>
                  </a:lnTo>
                  <a:lnTo>
                    <a:pt x="992009" y="750100"/>
                  </a:lnTo>
                  <a:lnTo>
                    <a:pt x="1022299" y="710184"/>
                  </a:lnTo>
                  <a:lnTo>
                    <a:pt x="1049324" y="668274"/>
                  </a:lnTo>
                  <a:lnTo>
                    <a:pt x="1073035" y="624484"/>
                  </a:lnTo>
                  <a:lnTo>
                    <a:pt x="1093393" y="578942"/>
                  </a:lnTo>
                  <a:lnTo>
                    <a:pt x="1110373" y="531749"/>
                  </a:lnTo>
                  <a:lnTo>
                    <a:pt x="1123950" y="483044"/>
                  </a:lnTo>
                  <a:lnTo>
                    <a:pt x="1130846" y="448906"/>
                  </a:lnTo>
                  <a:lnTo>
                    <a:pt x="1130846" y="30615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0" name="object 7">
              <a:extLst>
                <a:ext uri="{FF2B5EF4-FFF2-40B4-BE49-F238E27FC236}">
                  <a16:creationId xmlns:a16="http://schemas.microsoft.com/office/drawing/2014/main" id="{4696BB15-CD0B-E202-867A-B5ADF9AD0E31}"/>
                </a:ext>
              </a:extLst>
            </p:cNvPr>
            <p:cNvSpPr/>
            <p:nvPr/>
          </p:nvSpPr>
          <p:spPr>
            <a:xfrm>
              <a:off x="11513218" y="5359863"/>
              <a:ext cx="687340" cy="1498671"/>
            </a:xfrm>
            <a:custGeom>
              <a:avLst/>
              <a:gdLst/>
              <a:ahLst/>
              <a:cxnLst/>
              <a:rect l="l" t="t" r="r" b="b"/>
              <a:pathLst>
                <a:path w="1133475" h="2471420">
                  <a:moveTo>
                    <a:pt x="511454" y="443725"/>
                  </a:moveTo>
                  <a:lnTo>
                    <a:pt x="509206" y="391414"/>
                  </a:lnTo>
                  <a:lnTo>
                    <a:pt x="502602" y="342188"/>
                  </a:lnTo>
                  <a:lnTo>
                    <a:pt x="491782" y="296113"/>
                  </a:lnTo>
                  <a:lnTo>
                    <a:pt x="476935" y="253212"/>
                  </a:lnTo>
                  <a:lnTo>
                    <a:pt x="458228" y="213525"/>
                  </a:lnTo>
                  <a:lnTo>
                    <a:pt x="435838" y="177101"/>
                  </a:lnTo>
                  <a:lnTo>
                    <a:pt x="409930" y="143967"/>
                  </a:lnTo>
                  <a:lnTo>
                    <a:pt x="380669" y="114147"/>
                  </a:lnTo>
                  <a:lnTo>
                    <a:pt x="348246" y="87706"/>
                  </a:lnTo>
                  <a:lnTo>
                    <a:pt x="312813" y="64668"/>
                  </a:lnTo>
                  <a:lnTo>
                    <a:pt x="274535" y="45059"/>
                  </a:lnTo>
                  <a:lnTo>
                    <a:pt x="233616" y="28943"/>
                  </a:lnTo>
                  <a:lnTo>
                    <a:pt x="190195" y="16344"/>
                  </a:lnTo>
                  <a:lnTo>
                    <a:pt x="144449" y="7289"/>
                  </a:lnTo>
                  <a:lnTo>
                    <a:pt x="96570" y="1828"/>
                  </a:lnTo>
                  <a:lnTo>
                    <a:pt x="46710" y="0"/>
                  </a:lnTo>
                  <a:lnTo>
                    <a:pt x="0" y="0"/>
                  </a:lnTo>
                  <a:lnTo>
                    <a:pt x="0" y="158813"/>
                  </a:lnTo>
                  <a:lnTo>
                    <a:pt x="46710" y="161150"/>
                  </a:lnTo>
                  <a:lnTo>
                    <a:pt x="110197" y="167754"/>
                  </a:lnTo>
                  <a:lnTo>
                    <a:pt x="164058" y="180708"/>
                  </a:lnTo>
                  <a:lnTo>
                    <a:pt x="208280" y="200228"/>
                  </a:lnTo>
                  <a:lnTo>
                    <a:pt x="242874" y="226542"/>
                  </a:lnTo>
                  <a:lnTo>
                    <a:pt x="282727" y="272122"/>
                  </a:lnTo>
                  <a:lnTo>
                    <a:pt x="311188" y="317919"/>
                  </a:lnTo>
                  <a:lnTo>
                    <a:pt x="328256" y="364147"/>
                  </a:lnTo>
                  <a:lnTo>
                    <a:pt x="333946" y="411035"/>
                  </a:lnTo>
                  <a:lnTo>
                    <a:pt x="333946" y="1793621"/>
                  </a:lnTo>
                  <a:lnTo>
                    <a:pt x="511454" y="1793621"/>
                  </a:lnTo>
                  <a:lnTo>
                    <a:pt x="511454" y="443725"/>
                  </a:lnTo>
                  <a:close/>
                </a:path>
                <a:path w="1133475" h="2471420">
                  <a:moveTo>
                    <a:pt x="1133043" y="1844421"/>
                  </a:moveTo>
                  <a:lnTo>
                    <a:pt x="1089990" y="1836978"/>
                  </a:lnTo>
                  <a:lnTo>
                    <a:pt x="1041260" y="1831060"/>
                  </a:lnTo>
                  <a:lnTo>
                    <a:pt x="991654" y="1827504"/>
                  </a:lnTo>
                  <a:lnTo>
                    <a:pt x="941171" y="1826323"/>
                  </a:lnTo>
                  <a:lnTo>
                    <a:pt x="889850" y="1827568"/>
                  </a:lnTo>
                  <a:lnTo>
                    <a:pt x="839584" y="1831301"/>
                  </a:lnTo>
                  <a:lnTo>
                    <a:pt x="790359" y="1837512"/>
                  </a:lnTo>
                  <a:lnTo>
                    <a:pt x="742175" y="1846211"/>
                  </a:lnTo>
                  <a:lnTo>
                    <a:pt x="695007" y="1857375"/>
                  </a:lnTo>
                  <a:lnTo>
                    <a:pt x="648855" y="1871014"/>
                  </a:lnTo>
                  <a:lnTo>
                    <a:pt x="603707" y="1887118"/>
                  </a:lnTo>
                  <a:lnTo>
                    <a:pt x="559574" y="1905685"/>
                  </a:lnTo>
                  <a:lnTo>
                    <a:pt x="516420" y="1926717"/>
                  </a:lnTo>
                  <a:lnTo>
                    <a:pt x="474256" y="1950186"/>
                  </a:lnTo>
                  <a:lnTo>
                    <a:pt x="433070" y="1976120"/>
                  </a:lnTo>
                  <a:lnTo>
                    <a:pt x="392849" y="2004491"/>
                  </a:lnTo>
                  <a:lnTo>
                    <a:pt x="353593" y="2035302"/>
                  </a:lnTo>
                  <a:lnTo>
                    <a:pt x="315277" y="2068563"/>
                  </a:lnTo>
                  <a:lnTo>
                    <a:pt x="277914" y="2104237"/>
                  </a:lnTo>
                  <a:lnTo>
                    <a:pt x="242227" y="2141664"/>
                  </a:lnTo>
                  <a:lnTo>
                    <a:pt x="208978" y="2180145"/>
                  </a:lnTo>
                  <a:lnTo>
                    <a:pt x="178155" y="2219668"/>
                  </a:lnTo>
                  <a:lnTo>
                    <a:pt x="149783" y="2260219"/>
                  </a:lnTo>
                  <a:lnTo>
                    <a:pt x="123863" y="2301798"/>
                  </a:lnTo>
                  <a:lnTo>
                    <a:pt x="100380" y="2344394"/>
                  </a:lnTo>
                  <a:lnTo>
                    <a:pt x="79349" y="2388006"/>
                  </a:lnTo>
                  <a:lnTo>
                    <a:pt x="60794" y="2432608"/>
                  </a:lnTo>
                  <a:lnTo>
                    <a:pt x="47117" y="2471318"/>
                  </a:lnTo>
                  <a:lnTo>
                    <a:pt x="228206" y="2471318"/>
                  </a:lnTo>
                  <a:lnTo>
                    <a:pt x="229450" y="2467991"/>
                  </a:lnTo>
                  <a:lnTo>
                    <a:pt x="249745" y="2423668"/>
                  </a:lnTo>
                  <a:lnTo>
                    <a:pt x="273240" y="2380602"/>
                  </a:lnTo>
                  <a:lnTo>
                    <a:pt x="299948" y="2338819"/>
                  </a:lnTo>
                  <a:lnTo>
                    <a:pt x="329869" y="2298281"/>
                  </a:lnTo>
                  <a:lnTo>
                    <a:pt x="363004" y="2259025"/>
                  </a:lnTo>
                  <a:lnTo>
                    <a:pt x="399351" y="2221026"/>
                  </a:lnTo>
                  <a:lnTo>
                    <a:pt x="437934" y="2185212"/>
                  </a:lnTo>
                  <a:lnTo>
                    <a:pt x="477786" y="2152523"/>
                  </a:lnTo>
                  <a:lnTo>
                    <a:pt x="518896" y="2122970"/>
                  </a:lnTo>
                  <a:lnTo>
                    <a:pt x="561276" y="2096554"/>
                  </a:lnTo>
                  <a:lnTo>
                    <a:pt x="604926" y="2073275"/>
                  </a:lnTo>
                  <a:lnTo>
                    <a:pt x="649833" y="2053158"/>
                  </a:lnTo>
                  <a:lnTo>
                    <a:pt x="695998" y="2036203"/>
                  </a:lnTo>
                  <a:lnTo>
                    <a:pt x="743445" y="2022411"/>
                  </a:lnTo>
                  <a:lnTo>
                    <a:pt x="792149" y="2011807"/>
                  </a:lnTo>
                  <a:lnTo>
                    <a:pt x="842124" y="2004390"/>
                  </a:lnTo>
                  <a:lnTo>
                    <a:pt x="893356" y="2000161"/>
                  </a:lnTo>
                  <a:lnTo>
                    <a:pt x="945857" y="1999145"/>
                  </a:lnTo>
                  <a:lnTo>
                    <a:pt x="997178" y="2001240"/>
                  </a:lnTo>
                  <a:lnTo>
                    <a:pt x="1047254" y="2006346"/>
                  </a:lnTo>
                  <a:lnTo>
                    <a:pt x="1096086" y="2014474"/>
                  </a:lnTo>
                  <a:lnTo>
                    <a:pt x="1133043" y="2023122"/>
                  </a:lnTo>
                  <a:lnTo>
                    <a:pt x="1133043" y="1999145"/>
                  </a:lnTo>
                  <a:lnTo>
                    <a:pt x="1133043" y="1844421"/>
                  </a:lnTo>
                  <a:close/>
                </a:path>
                <a:path w="1133475" h="2471420">
                  <a:moveTo>
                    <a:pt x="1133043" y="87858"/>
                  </a:moveTo>
                  <a:lnTo>
                    <a:pt x="1077582" y="121767"/>
                  </a:lnTo>
                  <a:lnTo>
                    <a:pt x="1037386" y="150139"/>
                  </a:lnTo>
                  <a:lnTo>
                    <a:pt x="998143" y="180949"/>
                  </a:lnTo>
                  <a:lnTo>
                    <a:pt x="959840" y="214198"/>
                  </a:lnTo>
                  <a:lnTo>
                    <a:pt x="922464" y="249885"/>
                  </a:lnTo>
                  <a:lnTo>
                    <a:pt x="887247" y="287261"/>
                  </a:lnTo>
                  <a:lnTo>
                    <a:pt x="854468" y="325564"/>
                  </a:lnTo>
                  <a:lnTo>
                    <a:pt x="824103" y="364832"/>
                  </a:lnTo>
                  <a:lnTo>
                    <a:pt x="796175" y="405053"/>
                  </a:lnTo>
                  <a:lnTo>
                    <a:pt x="770661" y="446239"/>
                  </a:lnTo>
                  <a:lnTo>
                    <a:pt x="747598" y="488403"/>
                  </a:lnTo>
                  <a:lnTo>
                    <a:pt x="726948" y="531558"/>
                  </a:lnTo>
                  <a:lnTo>
                    <a:pt x="708736" y="575703"/>
                  </a:lnTo>
                  <a:lnTo>
                    <a:pt x="692937" y="620839"/>
                  </a:lnTo>
                  <a:lnTo>
                    <a:pt x="679589" y="666991"/>
                  </a:lnTo>
                  <a:lnTo>
                    <a:pt x="668655" y="714159"/>
                  </a:lnTo>
                  <a:lnTo>
                    <a:pt x="660158" y="762355"/>
                  </a:lnTo>
                  <a:lnTo>
                    <a:pt x="654075" y="811580"/>
                  </a:lnTo>
                  <a:lnTo>
                    <a:pt x="650430" y="861847"/>
                  </a:lnTo>
                  <a:lnTo>
                    <a:pt x="649224" y="913168"/>
                  </a:lnTo>
                  <a:lnTo>
                    <a:pt x="650468" y="963117"/>
                  </a:lnTo>
                  <a:lnTo>
                    <a:pt x="654202" y="1012063"/>
                  </a:lnTo>
                  <a:lnTo>
                    <a:pt x="660438" y="1060030"/>
                  </a:lnTo>
                  <a:lnTo>
                    <a:pt x="669150" y="1107020"/>
                  </a:lnTo>
                  <a:lnTo>
                    <a:pt x="680364" y="1153020"/>
                  </a:lnTo>
                  <a:lnTo>
                    <a:pt x="694067" y="1198041"/>
                  </a:lnTo>
                  <a:lnTo>
                    <a:pt x="710260" y="1242098"/>
                  </a:lnTo>
                  <a:lnTo>
                    <a:pt x="728941" y="1285189"/>
                  </a:lnTo>
                  <a:lnTo>
                    <a:pt x="750112" y="1327315"/>
                  </a:lnTo>
                  <a:lnTo>
                    <a:pt x="773785" y="1368488"/>
                  </a:lnTo>
                  <a:lnTo>
                    <a:pt x="799934" y="1408696"/>
                  </a:lnTo>
                  <a:lnTo>
                    <a:pt x="828586" y="1447952"/>
                  </a:lnTo>
                  <a:lnTo>
                    <a:pt x="859726" y="1486268"/>
                  </a:lnTo>
                  <a:lnTo>
                    <a:pt x="893356" y="1523644"/>
                  </a:lnTo>
                  <a:lnTo>
                    <a:pt x="929474" y="1560080"/>
                  </a:lnTo>
                  <a:lnTo>
                    <a:pt x="967740" y="1594396"/>
                  </a:lnTo>
                  <a:lnTo>
                    <a:pt x="1006881" y="1626349"/>
                  </a:lnTo>
                  <a:lnTo>
                    <a:pt x="1046899" y="1655927"/>
                  </a:lnTo>
                  <a:lnTo>
                    <a:pt x="1087793" y="1683143"/>
                  </a:lnTo>
                  <a:lnTo>
                    <a:pt x="1129550" y="1707997"/>
                  </a:lnTo>
                  <a:lnTo>
                    <a:pt x="1133043" y="1709839"/>
                  </a:lnTo>
                  <a:lnTo>
                    <a:pt x="1133043" y="1497101"/>
                  </a:lnTo>
                  <a:lnTo>
                    <a:pt x="1132674" y="1496834"/>
                  </a:lnTo>
                  <a:lnTo>
                    <a:pt x="1093546" y="1464576"/>
                  </a:lnTo>
                  <a:lnTo>
                    <a:pt x="1055585" y="1429296"/>
                  </a:lnTo>
                  <a:lnTo>
                    <a:pt x="1019771" y="1391881"/>
                  </a:lnTo>
                  <a:lnTo>
                    <a:pt x="987082" y="1353210"/>
                  </a:lnTo>
                  <a:lnTo>
                    <a:pt x="957503" y="1313294"/>
                  </a:lnTo>
                  <a:lnTo>
                    <a:pt x="931037" y="1272133"/>
                  </a:lnTo>
                  <a:lnTo>
                    <a:pt x="907681" y="1229741"/>
                  </a:lnTo>
                  <a:lnTo>
                    <a:pt x="887437" y="1186116"/>
                  </a:lnTo>
                  <a:lnTo>
                    <a:pt x="870318" y="1141285"/>
                  </a:lnTo>
                  <a:lnTo>
                    <a:pt x="856297" y="1095248"/>
                  </a:lnTo>
                  <a:lnTo>
                    <a:pt x="845400" y="1048004"/>
                  </a:lnTo>
                  <a:lnTo>
                    <a:pt x="837615" y="999566"/>
                  </a:lnTo>
                  <a:lnTo>
                    <a:pt x="832954" y="949947"/>
                  </a:lnTo>
                  <a:lnTo>
                    <a:pt x="831392" y="899160"/>
                  </a:lnTo>
                  <a:lnTo>
                    <a:pt x="832954" y="848360"/>
                  </a:lnTo>
                  <a:lnTo>
                    <a:pt x="837615" y="798741"/>
                  </a:lnTo>
                  <a:lnTo>
                    <a:pt x="845362" y="750303"/>
                  </a:lnTo>
                  <a:lnTo>
                    <a:pt x="856221" y="703059"/>
                  </a:lnTo>
                  <a:lnTo>
                    <a:pt x="870140" y="657021"/>
                  </a:lnTo>
                  <a:lnTo>
                    <a:pt x="887145" y="612178"/>
                  </a:lnTo>
                  <a:lnTo>
                    <a:pt x="907211" y="568566"/>
                  </a:lnTo>
                  <a:lnTo>
                    <a:pt x="930338" y="526161"/>
                  </a:lnTo>
                  <a:lnTo>
                    <a:pt x="956513" y="485000"/>
                  </a:lnTo>
                  <a:lnTo>
                    <a:pt x="985723" y="445084"/>
                  </a:lnTo>
                  <a:lnTo>
                    <a:pt x="1017981" y="406412"/>
                  </a:lnTo>
                  <a:lnTo>
                    <a:pt x="1053249" y="368998"/>
                  </a:lnTo>
                  <a:lnTo>
                    <a:pt x="1091209" y="333184"/>
                  </a:lnTo>
                  <a:lnTo>
                    <a:pt x="1130338" y="300494"/>
                  </a:lnTo>
                  <a:lnTo>
                    <a:pt x="1133043" y="298500"/>
                  </a:lnTo>
                  <a:lnTo>
                    <a:pt x="1133043" y="8785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1" name="object 8">
              <a:extLst>
                <a:ext uri="{FF2B5EF4-FFF2-40B4-BE49-F238E27FC236}">
                  <a16:creationId xmlns:a16="http://schemas.microsoft.com/office/drawing/2014/main" id="{63EDB97F-9978-01D1-75D1-F9BA070ACDE7}"/>
                </a:ext>
              </a:extLst>
            </p:cNvPr>
            <p:cNvSpPr/>
            <p:nvPr/>
          </p:nvSpPr>
          <p:spPr>
            <a:xfrm>
              <a:off x="11514550" y="4637358"/>
              <a:ext cx="685800" cy="624960"/>
            </a:xfrm>
            <a:custGeom>
              <a:avLst/>
              <a:gdLst/>
              <a:ahLst/>
              <a:cxnLst/>
              <a:rect l="l" t="t" r="r" b="b"/>
              <a:pathLst>
                <a:path w="1130935" h="1030604">
                  <a:moveTo>
                    <a:pt x="567448" y="114287"/>
                  </a:moveTo>
                  <a:lnTo>
                    <a:pt x="505206" y="121348"/>
                  </a:lnTo>
                  <a:lnTo>
                    <a:pt x="447751" y="132067"/>
                  </a:lnTo>
                  <a:lnTo>
                    <a:pt x="393966" y="145542"/>
                  </a:lnTo>
                  <a:lnTo>
                    <a:pt x="343789" y="161785"/>
                  </a:lnTo>
                  <a:lnTo>
                    <a:pt x="297180" y="180835"/>
                  </a:lnTo>
                  <a:lnTo>
                    <a:pt x="254088" y="202704"/>
                  </a:lnTo>
                  <a:lnTo>
                    <a:pt x="214477" y="227431"/>
                  </a:lnTo>
                  <a:lnTo>
                    <a:pt x="178282" y="255016"/>
                  </a:lnTo>
                  <a:lnTo>
                    <a:pt x="145478" y="285483"/>
                  </a:lnTo>
                  <a:lnTo>
                    <a:pt x="115989" y="318871"/>
                  </a:lnTo>
                  <a:lnTo>
                    <a:pt x="91579" y="352501"/>
                  </a:lnTo>
                  <a:lnTo>
                    <a:pt x="70002" y="388797"/>
                  </a:lnTo>
                  <a:lnTo>
                    <a:pt x="51269" y="427786"/>
                  </a:lnTo>
                  <a:lnTo>
                    <a:pt x="35331" y="469544"/>
                  </a:lnTo>
                  <a:lnTo>
                    <a:pt x="22237" y="514019"/>
                  </a:lnTo>
                  <a:lnTo>
                    <a:pt x="11938" y="561340"/>
                  </a:lnTo>
                  <a:lnTo>
                    <a:pt x="4445" y="611505"/>
                  </a:lnTo>
                  <a:lnTo>
                    <a:pt x="0" y="661771"/>
                  </a:lnTo>
                  <a:lnTo>
                    <a:pt x="0" y="801204"/>
                  </a:lnTo>
                  <a:lnTo>
                    <a:pt x="2362" y="841463"/>
                  </a:lnTo>
                  <a:lnTo>
                    <a:pt x="8801" y="906602"/>
                  </a:lnTo>
                  <a:lnTo>
                    <a:pt x="14439" y="953820"/>
                  </a:lnTo>
                  <a:lnTo>
                    <a:pt x="17424" y="966304"/>
                  </a:lnTo>
                  <a:lnTo>
                    <a:pt x="33909" y="958011"/>
                  </a:lnTo>
                  <a:lnTo>
                    <a:pt x="76466" y="934567"/>
                  </a:lnTo>
                  <a:lnTo>
                    <a:pt x="129374" y="901611"/>
                  </a:lnTo>
                  <a:lnTo>
                    <a:pt x="189395" y="858875"/>
                  </a:lnTo>
                  <a:lnTo>
                    <a:pt x="221221" y="833666"/>
                  </a:lnTo>
                  <a:lnTo>
                    <a:pt x="253707" y="805840"/>
                  </a:lnTo>
                  <a:lnTo>
                    <a:pt x="286499" y="775347"/>
                  </a:lnTo>
                  <a:lnTo>
                    <a:pt x="319201" y="742149"/>
                  </a:lnTo>
                  <a:lnTo>
                    <a:pt x="351447" y="706196"/>
                  </a:lnTo>
                  <a:lnTo>
                    <a:pt x="382854" y="667423"/>
                  </a:lnTo>
                  <a:lnTo>
                    <a:pt x="413054" y="625792"/>
                  </a:lnTo>
                  <a:lnTo>
                    <a:pt x="441642" y="581253"/>
                  </a:lnTo>
                  <a:lnTo>
                    <a:pt x="468261" y="533742"/>
                  </a:lnTo>
                  <a:lnTo>
                    <a:pt x="492518" y="483247"/>
                  </a:lnTo>
                  <a:lnTo>
                    <a:pt x="514045" y="429679"/>
                  </a:lnTo>
                  <a:lnTo>
                    <a:pt x="532472" y="373011"/>
                  </a:lnTo>
                  <a:lnTo>
                    <a:pt x="547395" y="313182"/>
                  </a:lnTo>
                  <a:lnTo>
                    <a:pt x="558457" y="250151"/>
                  </a:lnTo>
                  <a:lnTo>
                    <a:pt x="565264" y="183870"/>
                  </a:lnTo>
                  <a:lnTo>
                    <a:pt x="567448" y="114287"/>
                  </a:lnTo>
                  <a:close/>
                </a:path>
                <a:path w="1130935" h="1030604">
                  <a:moveTo>
                    <a:pt x="1088237" y="94056"/>
                  </a:moveTo>
                  <a:lnTo>
                    <a:pt x="1087488" y="58940"/>
                  </a:lnTo>
                  <a:lnTo>
                    <a:pt x="1084605" y="27673"/>
                  </a:lnTo>
                  <a:lnTo>
                    <a:pt x="1080719" y="0"/>
                  </a:lnTo>
                  <a:lnTo>
                    <a:pt x="1080274" y="0"/>
                  </a:lnTo>
                  <a:lnTo>
                    <a:pt x="1044867" y="21120"/>
                  </a:lnTo>
                  <a:lnTo>
                    <a:pt x="1004874" y="38925"/>
                  </a:lnTo>
                  <a:lnTo>
                    <a:pt x="961021" y="53809"/>
                  </a:lnTo>
                  <a:lnTo>
                    <a:pt x="914069" y="66179"/>
                  </a:lnTo>
                  <a:lnTo>
                    <a:pt x="864743" y="76403"/>
                  </a:lnTo>
                  <a:lnTo>
                    <a:pt x="813790" y="84886"/>
                  </a:lnTo>
                  <a:lnTo>
                    <a:pt x="761961" y="92024"/>
                  </a:lnTo>
                  <a:lnTo>
                    <a:pt x="658596" y="103822"/>
                  </a:lnTo>
                  <a:lnTo>
                    <a:pt x="657694" y="105765"/>
                  </a:lnTo>
                  <a:lnTo>
                    <a:pt x="657263" y="158508"/>
                  </a:lnTo>
                  <a:lnTo>
                    <a:pt x="654126" y="211112"/>
                  </a:lnTo>
                  <a:lnTo>
                    <a:pt x="648296" y="263461"/>
                  </a:lnTo>
                  <a:lnTo>
                    <a:pt x="639787" y="315468"/>
                  </a:lnTo>
                  <a:lnTo>
                    <a:pt x="628599" y="367017"/>
                  </a:lnTo>
                  <a:lnTo>
                    <a:pt x="614959" y="416179"/>
                  </a:lnTo>
                  <a:lnTo>
                    <a:pt x="598741" y="464400"/>
                  </a:lnTo>
                  <a:lnTo>
                    <a:pt x="579983" y="511644"/>
                  </a:lnTo>
                  <a:lnTo>
                    <a:pt x="558685" y="557872"/>
                  </a:lnTo>
                  <a:lnTo>
                    <a:pt x="534873" y="603072"/>
                  </a:lnTo>
                  <a:lnTo>
                    <a:pt x="508571" y="647192"/>
                  </a:lnTo>
                  <a:lnTo>
                    <a:pt x="479780" y="690206"/>
                  </a:lnTo>
                  <a:lnTo>
                    <a:pt x="448538" y="732078"/>
                  </a:lnTo>
                  <a:lnTo>
                    <a:pt x="414845" y="772782"/>
                  </a:lnTo>
                  <a:lnTo>
                    <a:pt x="380047" y="810856"/>
                  </a:lnTo>
                  <a:lnTo>
                    <a:pt x="343585" y="847293"/>
                  </a:lnTo>
                  <a:lnTo>
                    <a:pt x="305511" y="882053"/>
                  </a:lnTo>
                  <a:lnTo>
                    <a:pt x="265887" y="915085"/>
                  </a:lnTo>
                  <a:lnTo>
                    <a:pt x="265887" y="915568"/>
                  </a:lnTo>
                  <a:lnTo>
                    <a:pt x="308597" y="901611"/>
                  </a:lnTo>
                  <a:lnTo>
                    <a:pt x="352196" y="886155"/>
                  </a:lnTo>
                  <a:lnTo>
                    <a:pt x="396455" y="869111"/>
                  </a:lnTo>
                  <a:lnTo>
                    <a:pt x="441185" y="850404"/>
                  </a:lnTo>
                  <a:lnTo>
                    <a:pt x="486168" y="829983"/>
                  </a:lnTo>
                  <a:lnTo>
                    <a:pt x="531202" y="807745"/>
                  </a:lnTo>
                  <a:lnTo>
                    <a:pt x="576059" y="783628"/>
                  </a:lnTo>
                  <a:lnTo>
                    <a:pt x="620534" y="757555"/>
                  </a:lnTo>
                  <a:lnTo>
                    <a:pt x="664425" y="729449"/>
                  </a:lnTo>
                  <a:lnTo>
                    <a:pt x="707504" y="699236"/>
                  </a:lnTo>
                  <a:lnTo>
                    <a:pt x="749579" y="666838"/>
                  </a:lnTo>
                  <a:lnTo>
                    <a:pt x="790435" y="632193"/>
                  </a:lnTo>
                  <a:lnTo>
                    <a:pt x="829856" y="595210"/>
                  </a:lnTo>
                  <a:lnTo>
                    <a:pt x="867625" y="555828"/>
                  </a:lnTo>
                  <a:lnTo>
                    <a:pt x="903541" y="513956"/>
                  </a:lnTo>
                  <a:lnTo>
                    <a:pt x="937412" y="469506"/>
                  </a:lnTo>
                  <a:lnTo>
                    <a:pt x="983678" y="400189"/>
                  </a:lnTo>
                  <a:lnTo>
                    <a:pt x="1019810" y="336511"/>
                  </a:lnTo>
                  <a:lnTo>
                    <a:pt x="1046924" y="278231"/>
                  </a:lnTo>
                  <a:lnTo>
                    <a:pt x="1066190" y="225120"/>
                  </a:lnTo>
                  <a:lnTo>
                    <a:pt x="1078725" y="176885"/>
                  </a:lnTo>
                  <a:lnTo>
                    <a:pt x="1085697" y="133286"/>
                  </a:lnTo>
                  <a:lnTo>
                    <a:pt x="1088237" y="94056"/>
                  </a:lnTo>
                  <a:close/>
                </a:path>
                <a:path w="1130935" h="1030604">
                  <a:moveTo>
                    <a:pt x="1130846" y="306158"/>
                  </a:moveTo>
                  <a:lnTo>
                    <a:pt x="1106436" y="362496"/>
                  </a:lnTo>
                  <a:lnTo>
                    <a:pt x="1085253" y="404660"/>
                  </a:lnTo>
                  <a:lnTo>
                    <a:pt x="1062151" y="445808"/>
                  </a:lnTo>
                  <a:lnTo>
                    <a:pt x="1037145" y="485851"/>
                  </a:lnTo>
                  <a:lnTo>
                    <a:pt x="1010297" y="524751"/>
                  </a:lnTo>
                  <a:lnTo>
                    <a:pt x="976083" y="569302"/>
                  </a:lnTo>
                  <a:lnTo>
                    <a:pt x="940092" y="611352"/>
                  </a:lnTo>
                  <a:lnTo>
                    <a:pt x="902550" y="650963"/>
                  </a:lnTo>
                  <a:lnTo>
                    <a:pt x="863701" y="688225"/>
                  </a:lnTo>
                  <a:lnTo>
                    <a:pt x="823760" y="723176"/>
                  </a:lnTo>
                  <a:lnTo>
                    <a:pt x="782980" y="755891"/>
                  </a:lnTo>
                  <a:lnTo>
                    <a:pt x="741591" y="786447"/>
                  </a:lnTo>
                  <a:lnTo>
                    <a:pt x="699820" y="814882"/>
                  </a:lnTo>
                  <a:lnTo>
                    <a:pt x="657910" y="841286"/>
                  </a:lnTo>
                  <a:lnTo>
                    <a:pt x="616089" y="865708"/>
                  </a:lnTo>
                  <a:lnTo>
                    <a:pt x="574598" y="888225"/>
                  </a:lnTo>
                  <a:lnTo>
                    <a:pt x="533666" y="908900"/>
                  </a:lnTo>
                  <a:lnTo>
                    <a:pt x="493522" y="927785"/>
                  </a:lnTo>
                  <a:lnTo>
                    <a:pt x="454406" y="944956"/>
                  </a:lnTo>
                  <a:lnTo>
                    <a:pt x="416560" y="960488"/>
                  </a:lnTo>
                  <a:lnTo>
                    <a:pt x="380199" y="974420"/>
                  </a:lnTo>
                  <a:lnTo>
                    <a:pt x="334759" y="990663"/>
                  </a:lnTo>
                  <a:lnTo>
                    <a:pt x="291287" y="1004900"/>
                  </a:lnTo>
                  <a:lnTo>
                    <a:pt x="250050" y="1017295"/>
                  </a:lnTo>
                  <a:lnTo>
                    <a:pt x="211302" y="1028014"/>
                  </a:lnTo>
                  <a:lnTo>
                    <a:pt x="211302" y="1028738"/>
                  </a:lnTo>
                  <a:lnTo>
                    <a:pt x="267081" y="1030566"/>
                  </a:lnTo>
                  <a:lnTo>
                    <a:pt x="321551" y="1030376"/>
                  </a:lnTo>
                  <a:lnTo>
                    <a:pt x="374713" y="1028153"/>
                  </a:lnTo>
                  <a:lnTo>
                    <a:pt x="426516" y="1023899"/>
                  </a:lnTo>
                  <a:lnTo>
                    <a:pt x="476923" y="1017638"/>
                  </a:lnTo>
                  <a:lnTo>
                    <a:pt x="525932" y="1009357"/>
                  </a:lnTo>
                  <a:lnTo>
                    <a:pt x="573481" y="999070"/>
                  </a:lnTo>
                  <a:lnTo>
                    <a:pt x="619569" y="986764"/>
                  </a:lnTo>
                  <a:lnTo>
                    <a:pt x="669912" y="970419"/>
                  </a:lnTo>
                  <a:lnTo>
                    <a:pt x="718058" y="951598"/>
                  </a:lnTo>
                  <a:lnTo>
                    <a:pt x="763955" y="930313"/>
                  </a:lnTo>
                  <a:lnTo>
                    <a:pt x="807580" y="906602"/>
                  </a:lnTo>
                  <a:lnTo>
                    <a:pt x="848880" y="880478"/>
                  </a:lnTo>
                  <a:lnTo>
                    <a:pt x="887818" y="851966"/>
                  </a:lnTo>
                  <a:lnTo>
                    <a:pt x="924369" y="821105"/>
                  </a:lnTo>
                  <a:lnTo>
                    <a:pt x="958481" y="787895"/>
                  </a:lnTo>
                  <a:lnTo>
                    <a:pt x="992009" y="750100"/>
                  </a:lnTo>
                  <a:lnTo>
                    <a:pt x="1022299" y="710184"/>
                  </a:lnTo>
                  <a:lnTo>
                    <a:pt x="1049324" y="668274"/>
                  </a:lnTo>
                  <a:lnTo>
                    <a:pt x="1073035" y="624484"/>
                  </a:lnTo>
                  <a:lnTo>
                    <a:pt x="1093393" y="578929"/>
                  </a:lnTo>
                  <a:lnTo>
                    <a:pt x="1110373" y="531749"/>
                  </a:lnTo>
                  <a:lnTo>
                    <a:pt x="1123950" y="483044"/>
                  </a:lnTo>
                  <a:lnTo>
                    <a:pt x="1130846" y="448894"/>
                  </a:lnTo>
                  <a:lnTo>
                    <a:pt x="1130846" y="30615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D6AAA1-3B3D-B82D-881B-CA9CE5E10E54}"/>
              </a:ext>
            </a:extLst>
          </p:cNvPr>
          <p:cNvCxnSpPr>
            <a:cxnSpLocks/>
          </p:cNvCxnSpPr>
          <p:nvPr/>
        </p:nvCxnSpPr>
        <p:spPr>
          <a:xfrm>
            <a:off x="283395" y="503630"/>
            <a:ext cx="111463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336D91-8825-00B4-D9F9-0B2C0067DE73}"/>
              </a:ext>
            </a:extLst>
          </p:cNvPr>
          <p:cNvSpPr txBox="1"/>
          <p:nvPr/>
        </p:nvSpPr>
        <p:spPr>
          <a:xfrm>
            <a:off x="2701717" y="1333073"/>
            <a:ext cx="8240487" cy="4998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pt-BR" sz="1200" b="1" i="1" dirty="0" err="1">
                <a:latin typeface="Suzano Display" panose="02010503030508060203" pitchFamily="2" charset="0"/>
                <a:cs typeface="Times New Roman" panose="02020603050405020304" pitchFamily="18" charset="0"/>
              </a:rPr>
              <a:t>Tequaly</a:t>
            </a:r>
            <a:endParaRPr lang="pt-BR" sz="1200" b="1" i="1" dirty="0">
              <a:latin typeface="Suzano Display" panose="02010503030508060203" pitchFamily="2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pt-BR" sz="1200" dirty="0">
                <a:latin typeface="Suzano Display" panose="020105030305080602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Fundada em 1996, a Empresa fornece tecnologia de processos, serviços e equipamentos para indústrias de todos os tamanhos. Quase 30 anos de experiência, a </a:t>
            </a:r>
            <a:r>
              <a:rPr lang="pt-BR" sz="1200" dirty="0" err="1">
                <a:latin typeface="Suzano Display" panose="020105030305080602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Tequaly</a:t>
            </a:r>
            <a:r>
              <a:rPr lang="pt-BR" sz="1200" dirty="0">
                <a:latin typeface="Suzano Display" panose="020105030305080602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atende multissegmentos, com vasto portfólio e clientes, possuindo uma infraestrutura que permite realizar o trabalho do início ao fim, desde o estudo do projeto até a assistência técnica e manutenção (solução 360º).</a:t>
            </a:r>
            <a:endParaRPr lang="pt-BR" sz="1200" b="1" i="1" dirty="0">
              <a:latin typeface="Suzano Display" panose="02010503030508060203" pitchFamily="2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pt-BR" sz="1200" b="1" i="1" dirty="0">
                <a:effectLst/>
                <a:latin typeface="Suzano Display" panose="02010503030508060203" pitchFamily="2" charset="0"/>
                <a:cs typeface="Times New Roman" panose="02020603050405020304" pitchFamily="18" charset="0"/>
              </a:rPr>
              <a:t>Imetame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1200" dirty="0">
                <a:effectLst/>
                <a:latin typeface="Suzano Display" panose="020105030305080602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Imetame iniciou a sua história em 1980 e ao longo dos anos foi se desenvolvendo e expandindo seus negócios. Em 1995, iniciaram importantes atividades em Caldeiras, sendo que o primeiro serviço foi a troca do nariz da Caldeira de Recuperação A da Suzano Aracruz/ES. Atualmente, o Grupo Imetame atua em diferentes mercados como metalmecânico, rochas ornamentais, portuário, energia e óleo e gás.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1200" dirty="0">
                <a:effectLst/>
                <a:highlight>
                  <a:srgbClr val="FFFF00"/>
                </a:highlight>
                <a:latin typeface="Suzano Display" panose="020105030305080602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200" dirty="0">
              <a:highlight>
                <a:srgbClr val="FFFF00"/>
              </a:highlight>
              <a:latin typeface="Suzano Display" panose="02010503030508060203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pt-BR" sz="1200" b="1" i="1" dirty="0" err="1">
                <a:effectLst/>
                <a:latin typeface="Suzano Display" panose="02010503030508060203" pitchFamily="2" charset="0"/>
                <a:cs typeface="Times New Roman" panose="02020603050405020304" pitchFamily="18" charset="0"/>
              </a:rPr>
              <a:t>Metalurgica</a:t>
            </a:r>
            <a:r>
              <a:rPr lang="pt-BR" sz="1200" b="1" i="1" dirty="0">
                <a:effectLst/>
                <a:latin typeface="Suzano Display" panose="02010503030508060203" pitchFamily="2" charset="0"/>
                <a:cs typeface="Times New Roman" panose="02020603050405020304" pitchFamily="18" charset="0"/>
              </a:rPr>
              <a:t> Bosch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1200" dirty="0">
                <a:latin typeface="Suzano Display" panose="020105030305080602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Metalúrgica Industrial Bosch atua desde 1986 fornecendo soluções em caldeiraria pesada, fabricação industrial e serviços mecânicos especializados, atendendo setores como papel e celulose, químico, petroquímico, saneamento, alimentício, farmacêutico, energético e offshore. Com unidades fabris no Paraná, certificações ASME e ISO 9001 e um portfólio robusto de equipamentos industriais, a empresa se destaca pela capacidade técnica, engenharia própria e excelência na execução de projetos de alta complexidade.</a:t>
            </a:r>
            <a:r>
              <a:rPr lang="pt-BR" sz="1200" dirty="0">
                <a:effectLst/>
                <a:highlight>
                  <a:srgbClr val="FFFF00"/>
                </a:highlight>
                <a:latin typeface="Suzano Display" panose="020105030305080602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200" dirty="0">
              <a:highlight>
                <a:srgbClr val="FFFF00"/>
              </a:highlight>
              <a:latin typeface="Suzano Display" panose="02010503030508060203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E17FF727-A547-1620-9D02-525C0947D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133" y="3044357"/>
            <a:ext cx="1571625" cy="9144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03870DBA-4D4F-0340-3A1B-6DFA7AD72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180" y="1802548"/>
            <a:ext cx="1835578" cy="521840"/>
          </a:xfrm>
          <a:prstGeom prst="rect">
            <a:avLst/>
          </a:prstGeom>
        </p:spPr>
      </p:pic>
      <p:sp>
        <p:nvSpPr>
          <p:cNvPr id="3" name="TextBox 14">
            <a:extLst>
              <a:ext uri="{FF2B5EF4-FFF2-40B4-BE49-F238E27FC236}">
                <a16:creationId xmlns:a16="http://schemas.microsoft.com/office/drawing/2014/main" id="{93557C69-3F41-8117-0D48-96F8718D9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7" y="45403"/>
            <a:ext cx="8249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Vendor list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sp>
        <p:nvSpPr>
          <p:cNvPr id="9" name="Straight Connector 4">
            <a:extLst>
              <a:ext uri="{FF2B5EF4-FFF2-40B4-BE49-F238E27FC236}">
                <a16:creationId xmlns:a16="http://schemas.microsoft.com/office/drawing/2014/main" id="{77415552-2DA6-A78D-10FF-E6692EE05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926" y="611091"/>
            <a:ext cx="9964737" cy="14288"/>
          </a:xfrm>
          <a:prstGeom prst="line">
            <a:avLst/>
          </a:prstGeom>
          <a:noFill/>
          <a:ln w="2540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79067AE-3670-FD3D-872C-70E0A151AE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3300" y="0"/>
            <a:ext cx="1028700" cy="6858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C64A7D9-8BB0-F4BC-D450-1C8344DC80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171" y="5098715"/>
            <a:ext cx="1967723" cy="57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4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9E63-187A-67D0-9DD7-60F0A076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55D113-1B57-065E-7438-7444DE8F52C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6" progId="TCLayout.ActiveDocument.1">
                  <p:embed/>
                </p:oleObj>
              </mc:Choice>
              <mc:Fallback>
                <p:oleObj name="Slide do think-cell" r:id="rId4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55D113-1B57-065E-7438-7444DE8F52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83FB81F-1BA6-8048-9568-459E1D361278}"/>
              </a:ext>
            </a:extLst>
          </p:cNvPr>
          <p:cNvGrpSpPr/>
          <p:nvPr/>
        </p:nvGrpSpPr>
        <p:grpSpPr>
          <a:xfrm>
            <a:off x="11504775" y="423"/>
            <a:ext cx="687340" cy="6857577"/>
            <a:chOff x="11513218" y="957"/>
            <a:chExt cx="687340" cy="6857577"/>
          </a:xfrm>
          <a:solidFill>
            <a:schemeClr val="bg1"/>
          </a:solidFill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A793A260-F97E-A304-520E-7B45CD9766DA}"/>
                </a:ext>
              </a:extLst>
            </p:cNvPr>
            <p:cNvSpPr/>
            <p:nvPr/>
          </p:nvSpPr>
          <p:spPr>
            <a:xfrm>
              <a:off x="11514550" y="957"/>
              <a:ext cx="685800" cy="1521005"/>
            </a:xfrm>
            <a:custGeom>
              <a:avLst/>
              <a:gdLst/>
              <a:ahLst/>
              <a:cxnLst/>
              <a:rect l="l" t="t" r="r" b="b"/>
              <a:pathLst>
                <a:path w="1130935" h="2508250">
                  <a:moveTo>
                    <a:pt x="509257" y="0"/>
                  </a:moveTo>
                  <a:lnTo>
                    <a:pt x="331749" y="0"/>
                  </a:lnTo>
                  <a:lnTo>
                    <a:pt x="331749" y="621157"/>
                  </a:lnTo>
                  <a:lnTo>
                    <a:pt x="509257" y="621157"/>
                  </a:lnTo>
                  <a:lnTo>
                    <a:pt x="509257" y="0"/>
                  </a:lnTo>
                  <a:close/>
                </a:path>
                <a:path w="1130935" h="2508250">
                  <a:moveTo>
                    <a:pt x="1130846" y="671957"/>
                  </a:moveTo>
                  <a:lnTo>
                    <a:pt x="1087793" y="664514"/>
                  </a:lnTo>
                  <a:lnTo>
                    <a:pt x="1039063" y="658596"/>
                  </a:lnTo>
                  <a:lnTo>
                    <a:pt x="989457" y="655040"/>
                  </a:lnTo>
                  <a:lnTo>
                    <a:pt x="938974" y="653859"/>
                  </a:lnTo>
                  <a:lnTo>
                    <a:pt x="887653" y="655104"/>
                  </a:lnTo>
                  <a:lnTo>
                    <a:pt x="837387" y="658837"/>
                  </a:lnTo>
                  <a:lnTo>
                    <a:pt x="788162" y="665048"/>
                  </a:lnTo>
                  <a:lnTo>
                    <a:pt x="739978" y="673747"/>
                  </a:lnTo>
                  <a:lnTo>
                    <a:pt x="692810" y="684911"/>
                  </a:lnTo>
                  <a:lnTo>
                    <a:pt x="646658" y="698550"/>
                  </a:lnTo>
                  <a:lnTo>
                    <a:pt x="601510" y="714654"/>
                  </a:lnTo>
                  <a:lnTo>
                    <a:pt x="557377" y="733221"/>
                  </a:lnTo>
                  <a:lnTo>
                    <a:pt x="514223" y="754253"/>
                  </a:lnTo>
                  <a:lnTo>
                    <a:pt x="472059" y="777722"/>
                  </a:lnTo>
                  <a:lnTo>
                    <a:pt x="430872" y="803656"/>
                  </a:lnTo>
                  <a:lnTo>
                    <a:pt x="390652" y="832027"/>
                  </a:lnTo>
                  <a:lnTo>
                    <a:pt x="351396" y="862838"/>
                  </a:lnTo>
                  <a:lnTo>
                    <a:pt x="313080" y="896099"/>
                  </a:lnTo>
                  <a:lnTo>
                    <a:pt x="275717" y="931773"/>
                  </a:lnTo>
                  <a:lnTo>
                    <a:pt x="240030" y="969213"/>
                  </a:lnTo>
                  <a:lnTo>
                    <a:pt x="206781" y="1007681"/>
                  </a:lnTo>
                  <a:lnTo>
                    <a:pt x="175958" y="1047203"/>
                  </a:lnTo>
                  <a:lnTo>
                    <a:pt x="147586" y="1087755"/>
                  </a:lnTo>
                  <a:lnTo>
                    <a:pt x="121666" y="1129334"/>
                  </a:lnTo>
                  <a:lnTo>
                    <a:pt x="98183" y="1171930"/>
                  </a:lnTo>
                  <a:lnTo>
                    <a:pt x="77152" y="1215542"/>
                  </a:lnTo>
                  <a:lnTo>
                    <a:pt x="58597" y="1260144"/>
                  </a:lnTo>
                  <a:lnTo>
                    <a:pt x="42494" y="1305750"/>
                  </a:lnTo>
                  <a:lnTo>
                    <a:pt x="28854" y="1352334"/>
                  </a:lnTo>
                  <a:lnTo>
                    <a:pt x="17678" y="1399895"/>
                  </a:lnTo>
                  <a:lnTo>
                    <a:pt x="8991" y="1448409"/>
                  </a:lnTo>
                  <a:lnTo>
                    <a:pt x="2781" y="1497901"/>
                  </a:lnTo>
                  <a:lnTo>
                    <a:pt x="0" y="1535493"/>
                  </a:lnTo>
                  <a:lnTo>
                    <a:pt x="0" y="1661426"/>
                  </a:lnTo>
                  <a:lnTo>
                    <a:pt x="9271" y="1746592"/>
                  </a:lnTo>
                  <a:lnTo>
                    <a:pt x="18186" y="1793570"/>
                  </a:lnTo>
                  <a:lnTo>
                    <a:pt x="29629" y="1839582"/>
                  </a:lnTo>
                  <a:lnTo>
                    <a:pt x="43611" y="1884603"/>
                  </a:lnTo>
                  <a:lnTo>
                    <a:pt x="60121" y="1928660"/>
                  </a:lnTo>
                  <a:lnTo>
                    <a:pt x="79159" y="1971751"/>
                  </a:lnTo>
                  <a:lnTo>
                    <a:pt x="100711" y="2013877"/>
                  </a:lnTo>
                  <a:lnTo>
                    <a:pt x="124777" y="2055050"/>
                  </a:lnTo>
                  <a:lnTo>
                    <a:pt x="151358" y="2095258"/>
                  </a:lnTo>
                  <a:lnTo>
                    <a:pt x="180441" y="2134527"/>
                  </a:lnTo>
                  <a:lnTo>
                    <a:pt x="212039" y="2172830"/>
                  </a:lnTo>
                  <a:lnTo>
                    <a:pt x="246126" y="2210206"/>
                  </a:lnTo>
                  <a:lnTo>
                    <a:pt x="282714" y="2246642"/>
                  </a:lnTo>
                  <a:lnTo>
                    <a:pt x="320548" y="2280488"/>
                  </a:lnTo>
                  <a:lnTo>
                    <a:pt x="359321" y="2311971"/>
                  </a:lnTo>
                  <a:lnTo>
                    <a:pt x="399046" y="2341105"/>
                  </a:lnTo>
                  <a:lnTo>
                    <a:pt x="439712" y="2367877"/>
                  </a:lnTo>
                  <a:lnTo>
                    <a:pt x="481317" y="2392299"/>
                  </a:lnTo>
                  <a:lnTo>
                    <a:pt x="523887" y="2414384"/>
                  </a:lnTo>
                  <a:lnTo>
                    <a:pt x="567410" y="2434120"/>
                  </a:lnTo>
                  <a:lnTo>
                    <a:pt x="611911" y="2451519"/>
                  </a:lnTo>
                  <a:lnTo>
                    <a:pt x="657364" y="2466581"/>
                  </a:lnTo>
                  <a:lnTo>
                    <a:pt x="703795" y="2479319"/>
                  </a:lnTo>
                  <a:lnTo>
                    <a:pt x="751205" y="2489733"/>
                  </a:lnTo>
                  <a:lnTo>
                    <a:pt x="799579" y="2497823"/>
                  </a:lnTo>
                  <a:lnTo>
                    <a:pt x="848956" y="2503601"/>
                  </a:lnTo>
                  <a:lnTo>
                    <a:pt x="899312" y="2507056"/>
                  </a:lnTo>
                  <a:lnTo>
                    <a:pt x="950658" y="2508212"/>
                  </a:lnTo>
                  <a:lnTo>
                    <a:pt x="1001547" y="2506967"/>
                  </a:lnTo>
                  <a:lnTo>
                    <a:pt x="1051433" y="2503233"/>
                  </a:lnTo>
                  <a:lnTo>
                    <a:pt x="1100328" y="2497023"/>
                  </a:lnTo>
                  <a:lnTo>
                    <a:pt x="1130846" y="2491486"/>
                  </a:lnTo>
                  <a:lnTo>
                    <a:pt x="1130846" y="2335390"/>
                  </a:lnTo>
                  <a:lnTo>
                    <a:pt x="1130846" y="2313444"/>
                  </a:lnTo>
                  <a:lnTo>
                    <a:pt x="1096225" y="2321382"/>
                  </a:lnTo>
                  <a:lnTo>
                    <a:pt x="1047394" y="2329167"/>
                  </a:lnTo>
                  <a:lnTo>
                    <a:pt x="997318" y="2333828"/>
                  </a:lnTo>
                  <a:lnTo>
                    <a:pt x="945984" y="2335390"/>
                  </a:lnTo>
                  <a:lnTo>
                    <a:pt x="894067" y="2333879"/>
                  </a:lnTo>
                  <a:lnTo>
                    <a:pt x="843407" y="2329357"/>
                  </a:lnTo>
                  <a:lnTo>
                    <a:pt x="794004" y="2321814"/>
                  </a:lnTo>
                  <a:lnTo>
                    <a:pt x="745832" y="2311260"/>
                  </a:lnTo>
                  <a:lnTo>
                    <a:pt x="698893" y="2297684"/>
                  </a:lnTo>
                  <a:lnTo>
                    <a:pt x="653173" y="2281085"/>
                  </a:lnTo>
                  <a:lnTo>
                    <a:pt x="608685" y="2261476"/>
                  </a:lnTo>
                  <a:lnTo>
                    <a:pt x="565391" y="2238857"/>
                  </a:lnTo>
                  <a:lnTo>
                    <a:pt x="523303" y="2213216"/>
                  </a:lnTo>
                  <a:lnTo>
                    <a:pt x="482409" y="2184552"/>
                  </a:lnTo>
                  <a:lnTo>
                    <a:pt x="442696" y="2152878"/>
                  </a:lnTo>
                  <a:lnTo>
                    <a:pt x="404164" y="2118182"/>
                  </a:lnTo>
                  <a:lnTo>
                    <a:pt x="367766" y="2081301"/>
                  </a:lnTo>
                  <a:lnTo>
                    <a:pt x="334492" y="2043074"/>
                  </a:lnTo>
                  <a:lnTo>
                    <a:pt x="304317" y="2003488"/>
                  </a:lnTo>
                  <a:lnTo>
                    <a:pt x="277266" y="1962581"/>
                  </a:lnTo>
                  <a:lnTo>
                    <a:pt x="253326" y="1920328"/>
                  </a:lnTo>
                  <a:lnTo>
                    <a:pt x="232498" y="1876755"/>
                  </a:lnTo>
                  <a:lnTo>
                    <a:pt x="214795" y="1831873"/>
                  </a:lnTo>
                  <a:lnTo>
                    <a:pt x="200202" y="1785683"/>
                  </a:lnTo>
                  <a:lnTo>
                    <a:pt x="188709" y="1738198"/>
                  </a:lnTo>
                  <a:lnTo>
                    <a:pt x="180352" y="1689430"/>
                  </a:lnTo>
                  <a:lnTo>
                    <a:pt x="175094" y="1639366"/>
                  </a:lnTo>
                  <a:lnTo>
                    <a:pt x="172961" y="1588046"/>
                  </a:lnTo>
                  <a:lnTo>
                    <a:pt x="173977" y="1536128"/>
                  </a:lnTo>
                  <a:lnTo>
                    <a:pt x="178206" y="1485480"/>
                  </a:lnTo>
                  <a:lnTo>
                    <a:pt x="185648" y="1436090"/>
                  </a:lnTo>
                  <a:lnTo>
                    <a:pt x="196303" y="1387970"/>
                  </a:lnTo>
                  <a:lnTo>
                    <a:pt x="210172" y="1341120"/>
                  </a:lnTo>
                  <a:lnTo>
                    <a:pt x="227253" y="1295527"/>
                  </a:lnTo>
                  <a:lnTo>
                    <a:pt x="247548" y="1251204"/>
                  </a:lnTo>
                  <a:lnTo>
                    <a:pt x="271043" y="1208151"/>
                  </a:lnTo>
                  <a:lnTo>
                    <a:pt x="297751" y="1166355"/>
                  </a:lnTo>
                  <a:lnTo>
                    <a:pt x="327672" y="1125816"/>
                  </a:lnTo>
                  <a:lnTo>
                    <a:pt x="360807" y="1086561"/>
                  </a:lnTo>
                  <a:lnTo>
                    <a:pt x="397154" y="1048562"/>
                  </a:lnTo>
                  <a:lnTo>
                    <a:pt x="435737" y="1012748"/>
                  </a:lnTo>
                  <a:lnTo>
                    <a:pt x="475589" y="980059"/>
                  </a:lnTo>
                  <a:lnTo>
                    <a:pt x="516699" y="950506"/>
                  </a:lnTo>
                  <a:lnTo>
                    <a:pt x="559079" y="924090"/>
                  </a:lnTo>
                  <a:lnTo>
                    <a:pt x="602729" y="900811"/>
                  </a:lnTo>
                  <a:lnTo>
                    <a:pt x="647636" y="880694"/>
                  </a:lnTo>
                  <a:lnTo>
                    <a:pt x="693801" y="863739"/>
                  </a:lnTo>
                  <a:lnTo>
                    <a:pt x="741248" y="849947"/>
                  </a:lnTo>
                  <a:lnTo>
                    <a:pt x="789952" y="839343"/>
                  </a:lnTo>
                  <a:lnTo>
                    <a:pt x="839927" y="831926"/>
                  </a:lnTo>
                  <a:lnTo>
                    <a:pt x="891159" y="827709"/>
                  </a:lnTo>
                  <a:lnTo>
                    <a:pt x="943660" y="826681"/>
                  </a:lnTo>
                  <a:lnTo>
                    <a:pt x="994981" y="828776"/>
                  </a:lnTo>
                  <a:lnTo>
                    <a:pt x="1045057" y="833882"/>
                  </a:lnTo>
                  <a:lnTo>
                    <a:pt x="1093889" y="842010"/>
                  </a:lnTo>
                  <a:lnTo>
                    <a:pt x="1130846" y="850671"/>
                  </a:lnTo>
                  <a:lnTo>
                    <a:pt x="1130846" y="826681"/>
                  </a:lnTo>
                  <a:lnTo>
                    <a:pt x="1130846" y="671957"/>
                  </a:lnTo>
                  <a:close/>
                </a:path>
                <a:path w="1130935" h="2508250">
                  <a:moveTo>
                    <a:pt x="1130846" y="324637"/>
                  </a:moveTo>
                  <a:lnTo>
                    <a:pt x="1091349" y="292112"/>
                  </a:lnTo>
                  <a:lnTo>
                    <a:pt x="1053388" y="256832"/>
                  </a:lnTo>
                  <a:lnTo>
                    <a:pt x="1017574" y="219417"/>
                  </a:lnTo>
                  <a:lnTo>
                    <a:pt x="984885" y="180746"/>
                  </a:lnTo>
                  <a:lnTo>
                    <a:pt x="955306" y="140830"/>
                  </a:lnTo>
                  <a:lnTo>
                    <a:pt x="928839" y="99669"/>
                  </a:lnTo>
                  <a:lnTo>
                    <a:pt x="905484" y="57277"/>
                  </a:lnTo>
                  <a:lnTo>
                    <a:pt x="885240" y="13652"/>
                  </a:lnTo>
                  <a:lnTo>
                    <a:pt x="880021" y="0"/>
                  </a:lnTo>
                  <a:lnTo>
                    <a:pt x="684085" y="0"/>
                  </a:lnTo>
                  <a:lnTo>
                    <a:pt x="708063" y="69634"/>
                  </a:lnTo>
                  <a:lnTo>
                    <a:pt x="726744" y="112725"/>
                  </a:lnTo>
                  <a:lnTo>
                    <a:pt x="747915" y="154851"/>
                  </a:lnTo>
                  <a:lnTo>
                    <a:pt x="771588" y="196024"/>
                  </a:lnTo>
                  <a:lnTo>
                    <a:pt x="797737" y="236232"/>
                  </a:lnTo>
                  <a:lnTo>
                    <a:pt x="826389" y="275488"/>
                  </a:lnTo>
                  <a:lnTo>
                    <a:pt x="857529" y="313804"/>
                  </a:lnTo>
                  <a:lnTo>
                    <a:pt x="891159" y="351180"/>
                  </a:lnTo>
                  <a:lnTo>
                    <a:pt x="927277" y="387616"/>
                  </a:lnTo>
                  <a:lnTo>
                    <a:pt x="965542" y="421932"/>
                  </a:lnTo>
                  <a:lnTo>
                    <a:pt x="1004684" y="453885"/>
                  </a:lnTo>
                  <a:lnTo>
                    <a:pt x="1044702" y="483463"/>
                  </a:lnTo>
                  <a:lnTo>
                    <a:pt x="1085596" y="510679"/>
                  </a:lnTo>
                  <a:lnTo>
                    <a:pt x="1127353" y="535533"/>
                  </a:lnTo>
                  <a:lnTo>
                    <a:pt x="1130846" y="537375"/>
                  </a:lnTo>
                  <a:lnTo>
                    <a:pt x="1130846" y="32463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7D50A47B-2DE3-0D03-E836-6F5410D10B93}"/>
                </a:ext>
              </a:extLst>
            </p:cNvPr>
            <p:cNvSpPr/>
            <p:nvPr/>
          </p:nvSpPr>
          <p:spPr>
            <a:xfrm>
              <a:off x="11513218" y="2324922"/>
              <a:ext cx="687340" cy="2232219"/>
            </a:xfrm>
            <a:custGeom>
              <a:avLst/>
              <a:gdLst/>
              <a:ahLst/>
              <a:cxnLst/>
              <a:rect l="l" t="t" r="r" b="b"/>
              <a:pathLst>
                <a:path w="1133475" h="3681095">
                  <a:moveTo>
                    <a:pt x="511454" y="443725"/>
                  </a:moveTo>
                  <a:lnTo>
                    <a:pt x="509206" y="391401"/>
                  </a:lnTo>
                  <a:lnTo>
                    <a:pt x="502602" y="342188"/>
                  </a:lnTo>
                  <a:lnTo>
                    <a:pt x="491782" y="296113"/>
                  </a:lnTo>
                  <a:lnTo>
                    <a:pt x="476935" y="253212"/>
                  </a:lnTo>
                  <a:lnTo>
                    <a:pt x="458228" y="213525"/>
                  </a:lnTo>
                  <a:lnTo>
                    <a:pt x="435838" y="177088"/>
                  </a:lnTo>
                  <a:lnTo>
                    <a:pt x="409930" y="143954"/>
                  </a:lnTo>
                  <a:lnTo>
                    <a:pt x="380669" y="114147"/>
                  </a:lnTo>
                  <a:lnTo>
                    <a:pt x="348246" y="87693"/>
                  </a:lnTo>
                  <a:lnTo>
                    <a:pt x="312813" y="64655"/>
                  </a:lnTo>
                  <a:lnTo>
                    <a:pt x="274535" y="45059"/>
                  </a:lnTo>
                  <a:lnTo>
                    <a:pt x="233616" y="28930"/>
                  </a:lnTo>
                  <a:lnTo>
                    <a:pt x="190195" y="16332"/>
                  </a:lnTo>
                  <a:lnTo>
                    <a:pt x="144449" y="7289"/>
                  </a:lnTo>
                  <a:lnTo>
                    <a:pt x="96570" y="1828"/>
                  </a:lnTo>
                  <a:lnTo>
                    <a:pt x="46710" y="0"/>
                  </a:lnTo>
                  <a:lnTo>
                    <a:pt x="0" y="0"/>
                  </a:lnTo>
                  <a:lnTo>
                    <a:pt x="0" y="158813"/>
                  </a:lnTo>
                  <a:lnTo>
                    <a:pt x="46710" y="161150"/>
                  </a:lnTo>
                  <a:lnTo>
                    <a:pt x="110197" y="167741"/>
                  </a:lnTo>
                  <a:lnTo>
                    <a:pt x="164058" y="180695"/>
                  </a:lnTo>
                  <a:lnTo>
                    <a:pt x="208280" y="200215"/>
                  </a:lnTo>
                  <a:lnTo>
                    <a:pt x="242874" y="226542"/>
                  </a:lnTo>
                  <a:lnTo>
                    <a:pt x="282727" y="272110"/>
                  </a:lnTo>
                  <a:lnTo>
                    <a:pt x="311188" y="317906"/>
                  </a:lnTo>
                  <a:lnTo>
                    <a:pt x="328256" y="364147"/>
                  </a:lnTo>
                  <a:lnTo>
                    <a:pt x="333946" y="411035"/>
                  </a:lnTo>
                  <a:lnTo>
                    <a:pt x="333946" y="1793621"/>
                  </a:lnTo>
                  <a:lnTo>
                    <a:pt x="511454" y="1793621"/>
                  </a:lnTo>
                  <a:lnTo>
                    <a:pt x="511454" y="443725"/>
                  </a:lnTo>
                  <a:close/>
                </a:path>
                <a:path w="1133475" h="3681095">
                  <a:moveTo>
                    <a:pt x="1133043" y="1844421"/>
                  </a:moveTo>
                  <a:lnTo>
                    <a:pt x="1089990" y="1836966"/>
                  </a:lnTo>
                  <a:lnTo>
                    <a:pt x="1041260" y="1831047"/>
                  </a:lnTo>
                  <a:lnTo>
                    <a:pt x="991654" y="1827504"/>
                  </a:lnTo>
                  <a:lnTo>
                    <a:pt x="941171" y="1826323"/>
                  </a:lnTo>
                  <a:lnTo>
                    <a:pt x="889850" y="1827568"/>
                  </a:lnTo>
                  <a:lnTo>
                    <a:pt x="839584" y="1831289"/>
                  </a:lnTo>
                  <a:lnTo>
                    <a:pt x="790359" y="1837512"/>
                  </a:lnTo>
                  <a:lnTo>
                    <a:pt x="742175" y="1846199"/>
                  </a:lnTo>
                  <a:lnTo>
                    <a:pt x="695007" y="1857375"/>
                  </a:lnTo>
                  <a:lnTo>
                    <a:pt x="648855" y="1871014"/>
                  </a:lnTo>
                  <a:lnTo>
                    <a:pt x="603707" y="1887118"/>
                  </a:lnTo>
                  <a:lnTo>
                    <a:pt x="559574" y="1905685"/>
                  </a:lnTo>
                  <a:lnTo>
                    <a:pt x="516420" y="1926704"/>
                  </a:lnTo>
                  <a:lnTo>
                    <a:pt x="474256" y="1950186"/>
                  </a:lnTo>
                  <a:lnTo>
                    <a:pt x="433070" y="1976107"/>
                  </a:lnTo>
                  <a:lnTo>
                    <a:pt x="392849" y="2004479"/>
                  </a:lnTo>
                  <a:lnTo>
                    <a:pt x="353593" y="2035302"/>
                  </a:lnTo>
                  <a:lnTo>
                    <a:pt x="315277" y="2068550"/>
                  </a:lnTo>
                  <a:lnTo>
                    <a:pt x="277914" y="2104237"/>
                  </a:lnTo>
                  <a:lnTo>
                    <a:pt x="242227" y="2141664"/>
                  </a:lnTo>
                  <a:lnTo>
                    <a:pt x="208978" y="2180145"/>
                  </a:lnTo>
                  <a:lnTo>
                    <a:pt x="178155" y="2219655"/>
                  </a:lnTo>
                  <a:lnTo>
                    <a:pt x="149783" y="2260219"/>
                  </a:lnTo>
                  <a:lnTo>
                    <a:pt x="123863" y="2301798"/>
                  </a:lnTo>
                  <a:lnTo>
                    <a:pt x="100380" y="2344394"/>
                  </a:lnTo>
                  <a:lnTo>
                    <a:pt x="79349" y="2387993"/>
                  </a:lnTo>
                  <a:lnTo>
                    <a:pt x="60794" y="2432608"/>
                  </a:lnTo>
                  <a:lnTo>
                    <a:pt x="44691" y="2478201"/>
                  </a:lnTo>
                  <a:lnTo>
                    <a:pt x="31051" y="2524785"/>
                  </a:lnTo>
                  <a:lnTo>
                    <a:pt x="19875" y="2572347"/>
                  </a:lnTo>
                  <a:lnTo>
                    <a:pt x="11188" y="2620873"/>
                  </a:lnTo>
                  <a:lnTo>
                    <a:pt x="4978" y="2670352"/>
                  </a:lnTo>
                  <a:lnTo>
                    <a:pt x="2197" y="2707957"/>
                  </a:lnTo>
                  <a:lnTo>
                    <a:pt x="2197" y="2833878"/>
                  </a:lnTo>
                  <a:lnTo>
                    <a:pt x="11468" y="2919044"/>
                  </a:lnTo>
                  <a:lnTo>
                    <a:pt x="20383" y="2966034"/>
                  </a:lnTo>
                  <a:lnTo>
                    <a:pt x="31826" y="3012033"/>
                  </a:lnTo>
                  <a:lnTo>
                    <a:pt x="45808" y="3057067"/>
                  </a:lnTo>
                  <a:lnTo>
                    <a:pt x="62318" y="3101124"/>
                  </a:lnTo>
                  <a:lnTo>
                    <a:pt x="81356" y="3144215"/>
                  </a:lnTo>
                  <a:lnTo>
                    <a:pt x="102908" y="3186341"/>
                  </a:lnTo>
                  <a:lnTo>
                    <a:pt x="126974" y="3227501"/>
                  </a:lnTo>
                  <a:lnTo>
                    <a:pt x="153555" y="3267710"/>
                  </a:lnTo>
                  <a:lnTo>
                    <a:pt x="182638" y="3306978"/>
                  </a:lnTo>
                  <a:lnTo>
                    <a:pt x="214236" y="3345294"/>
                  </a:lnTo>
                  <a:lnTo>
                    <a:pt x="248323" y="3382657"/>
                  </a:lnTo>
                  <a:lnTo>
                    <a:pt x="284911" y="3419094"/>
                  </a:lnTo>
                  <a:lnTo>
                    <a:pt x="322745" y="3452939"/>
                  </a:lnTo>
                  <a:lnTo>
                    <a:pt x="361518" y="3484435"/>
                  </a:lnTo>
                  <a:lnTo>
                    <a:pt x="401243" y="3513556"/>
                  </a:lnTo>
                  <a:lnTo>
                    <a:pt x="441909" y="3540328"/>
                  </a:lnTo>
                  <a:lnTo>
                    <a:pt x="483514" y="3564763"/>
                  </a:lnTo>
                  <a:lnTo>
                    <a:pt x="526084" y="3586835"/>
                  </a:lnTo>
                  <a:lnTo>
                    <a:pt x="569607" y="3606571"/>
                  </a:lnTo>
                  <a:lnTo>
                    <a:pt x="614108" y="3623970"/>
                  </a:lnTo>
                  <a:lnTo>
                    <a:pt x="659561" y="3639045"/>
                  </a:lnTo>
                  <a:lnTo>
                    <a:pt x="705993" y="3651783"/>
                  </a:lnTo>
                  <a:lnTo>
                    <a:pt x="753402" y="3662184"/>
                  </a:lnTo>
                  <a:lnTo>
                    <a:pt x="801776" y="3670274"/>
                  </a:lnTo>
                  <a:lnTo>
                    <a:pt x="851154" y="3676053"/>
                  </a:lnTo>
                  <a:lnTo>
                    <a:pt x="901509" y="3679520"/>
                  </a:lnTo>
                  <a:lnTo>
                    <a:pt x="952855" y="3680663"/>
                  </a:lnTo>
                  <a:lnTo>
                    <a:pt x="1003744" y="3679418"/>
                  </a:lnTo>
                  <a:lnTo>
                    <a:pt x="1053630" y="3675697"/>
                  </a:lnTo>
                  <a:lnTo>
                    <a:pt x="1102525" y="3669474"/>
                  </a:lnTo>
                  <a:lnTo>
                    <a:pt x="1133043" y="3663937"/>
                  </a:lnTo>
                  <a:lnTo>
                    <a:pt x="1133043" y="3507841"/>
                  </a:lnTo>
                  <a:lnTo>
                    <a:pt x="1133043" y="3485908"/>
                  </a:lnTo>
                  <a:lnTo>
                    <a:pt x="1098423" y="3493833"/>
                  </a:lnTo>
                  <a:lnTo>
                    <a:pt x="1049591" y="3501618"/>
                  </a:lnTo>
                  <a:lnTo>
                    <a:pt x="999515" y="3506292"/>
                  </a:lnTo>
                  <a:lnTo>
                    <a:pt x="948182" y="3507841"/>
                  </a:lnTo>
                  <a:lnTo>
                    <a:pt x="896264" y="3506343"/>
                  </a:lnTo>
                  <a:lnTo>
                    <a:pt x="845604" y="3501809"/>
                  </a:lnTo>
                  <a:lnTo>
                    <a:pt x="796201" y="3494265"/>
                  </a:lnTo>
                  <a:lnTo>
                    <a:pt x="748030" y="3483711"/>
                  </a:lnTo>
                  <a:lnTo>
                    <a:pt x="701090" y="3470135"/>
                  </a:lnTo>
                  <a:lnTo>
                    <a:pt x="655370" y="3453549"/>
                  </a:lnTo>
                  <a:lnTo>
                    <a:pt x="610882" y="3433940"/>
                  </a:lnTo>
                  <a:lnTo>
                    <a:pt x="567588" y="3411309"/>
                  </a:lnTo>
                  <a:lnTo>
                    <a:pt x="525500" y="3385667"/>
                  </a:lnTo>
                  <a:lnTo>
                    <a:pt x="484606" y="3357003"/>
                  </a:lnTo>
                  <a:lnTo>
                    <a:pt x="444893" y="3325330"/>
                  </a:lnTo>
                  <a:lnTo>
                    <a:pt x="406361" y="3290633"/>
                  </a:lnTo>
                  <a:lnTo>
                    <a:pt x="369963" y="3253765"/>
                  </a:lnTo>
                  <a:lnTo>
                    <a:pt x="336689" y="3215525"/>
                  </a:lnTo>
                  <a:lnTo>
                    <a:pt x="306514" y="3175952"/>
                  </a:lnTo>
                  <a:lnTo>
                    <a:pt x="279463" y="3135033"/>
                  </a:lnTo>
                  <a:lnTo>
                    <a:pt x="255524" y="3092780"/>
                  </a:lnTo>
                  <a:lnTo>
                    <a:pt x="234696" y="3049219"/>
                  </a:lnTo>
                  <a:lnTo>
                    <a:pt x="216992" y="3004337"/>
                  </a:lnTo>
                  <a:lnTo>
                    <a:pt x="202399" y="2958147"/>
                  </a:lnTo>
                  <a:lnTo>
                    <a:pt x="190906" y="2910662"/>
                  </a:lnTo>
                  <a:lnTo>
                    <a:pt x="182549" y="2861881"/>
                  </a:lnTo>
                  <a:lnTo>
                    <a:pt x="177292" y="2811830"/>
                  </a:lnTo>
                  <a:lnTo>
                    <a:pt x="175158" y="2760497"/>
                  </a:lnTo>
                  <a:lnTo>
                    <a:pt x="176174" y="2708579"/>
                  </a:lnTo>
                  <a:lnTo>
                    <a:pt x="180403" y="2657932"/>
                  </a:lnTo>
                  <a:lnTo>
                    <a:pt x="187845" y="2608554"/>
                  </a:lnTo>
                  <a:lnTo>
                    <a:pt x="198501" y="2560434"/>
                  </a:lnTo>
                  <a:lnTo>
                    <a:pt x="212369" y="2513571"/>
                  </a:lnTo>
                  <a:lnTo>
                    <a:pt x="229450" y="2467991"/>
                  </a:lnTo>
                  <a:lnTo>
                    <a:pt x="249745" y="2423668"/>
                  </a:lnTo>
                  <a:lnTo>
                    <a:pt x="273240" y="2380602"/>
                  </a:lnTo>
                  <a:lnTo>
                    <a:pt x="299948" y="2338806"/>
                  </a:lnTo>
                  <a:lnTo>
                    <a:pt x="329869" y="2298281"/>
                  </a:lnTo>
                  <a:lnTo>
                    <a:pt x="363004" y="2259012"/>
                  </a:lnTo>
                  <a:lnTo>
                    <a:pt x="399351" y="2221014"/>
                  </a:lnTo>
                  <a:lnTo>
                    <a:pt x="437934" y="2185212"/>
                  </a:lnTo>
                  <a:lnTo>
                    <a:pt x="477786" y="2152523"/>
                  </a:lnTo>
                  <a:lnTo>
                    <a:pt x="518896" y="2122957"/>
                  </a:lnTo>
                  <a:lnTo>
                    <a:pt x="561276" y="2096541"/>
                  </a:lnTo>
                  <a:lnTo>
                    <a:pt x="604926" y="2073275"/>
                  </a:lnTo>
                  <a:lnTo>
                    <a:pt x="649833" y="2053145"/>
                  </a:lnTo>
                  <a:lnTo>
                    <a:pt x="695998" y="2036191"/>
                  </a:lnTo>
                  <a:lnTo>
                    <a:pt x="743445" y="2022411"/>
                  </a:lnTo>
                  <a:lnTo>
                    <a:pt x="792149" y="2011807"/>
                  </a:lnTo>
                  <a:lnTo>
                    <a:pt x="842124" y="2004390"/>
                  </a:lnTo>
                  <a:lnTo>
                    <a:pt x="893356" y="2000161"/>
                  </a:lnTo>
                  <a:lnTo>
                    <a:pt x="945857" y="1999145"/>
                  </a:lnTo>
                  <a:lnTo>
                    <a:pt x="997178" y="2001227"/>
                  </a:lnTo>
                  <a:lnTo>
                    <a:pt x="1047254" y="2006346"/>
                  </a:lnTo>
                  <a:lnTo>
                    <a:pt x="1096086" y="2014461"/>
                  </a:lnTo>
                  <a:lnTo>
                    <a:pt x="1133043" y="2023122"/>
                  </a:lnTo>
                  <a:lnTo>
                    <a:pt x="1133043" y="1999145"/>
                  </a:lnTo>
                  <a:lnTo>
                    <a:pt x="1133043" y="1844421"/>
                  </a:lnTo>
                  <a:close/>
                </a:path>
                <a:path w="1133475" h="3681095">
                  <a:moveTo>
                    <a:pt x="1133043" y="87845"/>
                  </a:moveTo>
                  <a:lnTo>
                    <a:pt x="1077582" y="121754"/>
                  </a:lnTo>
                  <a:lnTo>
                    <a:pt x="1037386" y="150126"/>
                  </a:lnTo>
                  <a:lnTo>
                    <a:pt x="998143" y="180949"/>
                  </a:lnTo>
                  <a:lnTo>
                    <a:pt x="959840" y="214198"/>
                  </a:lnTo>
                  <a:lnTo>
                    <a:pt x="922464" y="249885"/>
                  </a:lnTo>
                  <a:lnTo>
                    <a:pt x="887247" y="287248"/>
                  </a:lnTo>
                  <a:lnTo>
                    <a:pt x="854468" y="325564"/>
                  </a:lnTo>
                  <a:lnTo>
                    <a:pt x="824103" y="364832"/>
                  </a:lnTo>
                  <a:lnTo>
                    <a:pt x="796175" y="405053"/>
                  </a:lnTo>
                  <a:lnTo>
                    <a:pt x="770661" y="446239"/>
                  </a:lnTo>
                  <a:lnTo>
                    <a:pt x="747598" y="488403"/>
                  </a:lnTo>
                  <a:lnTo>
                    <a:pt x="726948" y="531545"/>
                  </a:lnTo>
                  <a:lnTo>
                    <a:pt x="708736" y="575691"/>
                  </a:lnTo>
                  <a:lnTo>
                    <a:pt x="692937" y="620839"/>
                  </a:lnTo>
                  <a:lnTo>
                    <a:pt x="679589" y="666978"/>
                  </a:lnTo>
                  <a:lnTo>
                    <a:pt x="668655" y="714146"/>
                  </a:lnTo>
                  <a:lnTo>
                    <a:pt x="660158" y="762342"/>
                  </a:lnTo>
                  <a:lnTo>
                    <a:pt x="654075" y="811568"/>
                  </a:lnTo>
                  <a:lnTo>
                    <a:pt x="650430" y="861834"/>
                  </a:lnTo>
                  <a:lnTo>
                    <a:pt x="649224" y="913155"/>
                  </a:lnTo>
                  <a:lnTo>
                    <a:pt x="650468" y="963104"/>
                  </a:lnTo>
                  <a:lnTo>
                    <a:pt x="654202" y="1012063"/>
                  </a:lnTo>
                  <a:lnTo>
                    <a:pt x="660438" y="1060030"/>
                  </a:lnTo>
                  <a:lnTo>
                    <a:pt x="669150" y="1107008"/>
                  </a:lnTo>
                  <a:lnTo>
                    <a:pt x="680364" y="1153020"/>
                  </a:lnTo>
                  <a:lnTo>
                    <a:pt x="694067" y="1198041"/>
                  </a:lnTo>
                  <a:lnTo>
                    <a:pt x="710260" y="1242098"/>
                  </a:lnTo>
                  <a:lnTo>
                    <a:pt x="728941" y="1285189"/>
                  </a:lnTo>
                  <a:lnTo>
                    <a:pt x="750112" y="1327315"/>
                  </a:lnTo>
                  <a:lnTo>
                    <a:pt x="773785" y="1368475"/>
                  </a:lnTo>
                  <a:lnTo>
                    <a:pt x="799934" y="1408696"/>
                  </a:lnTo>
                  <a:lnTo>
                    <a:pt x="828586" y="1447952"/>
                  </a:lnTo>
                  <a:lnTo>
                    <a:pt x="859726" y="1486268"/>
                  </a:lnTo>
                  <a:lnTo>
                    <a:pt x="893356" y="1523644"/>
                  </a:lnTo>
                  <a:lnTo>
                    <a:pt x="929474" y="1560068"/>
                  </a:lnTo>
                  <a:lnTo>
                    <a:pt x="967740" y="1594396"/>
                  </a:lnTo>
                  <a:lnTo>
                    <a:pt x="1006881" y="1626336"/>
                  </a:lnTo>
                  <a:lnTo>
                    <a:pt x="1046899" y="1655927"/>
                  </a:lnTo>
                  <a:lnTo>
                    <a:pt x="1087793" y="1683143"/>
                  </a:lnTo>
                  <a:lnTo>
                    <a:pt x="1129550" y="1707984"/>
                  </a:lnTo>
                  <a:lnTo>
                    <a:pt x="1133043" y="1709839"/>
                  </a:lnTo>
                  <a:lnTo>
                    <a:pt x="1133043" y="1497101"/>
                  </a:lnTo>
                  <a:lnTo>
                    <a:pt x="1132674" y="1496822"/>
                  </a:lnTo>
                  <a:lnTo>
                    <a:pt x="1093546" y="1464564"/>
                  </a:lnTo>
                  <a:lnTo>
                    <a:pt x="1055585" y="1429296"/>
                  </a:lnTo>
                  <a:lnTo>
                    <a:pt x="1019771" y="1391881"/>
                  </a:lnTo>
                  <a:lnTo>
                    <a:pt x="987082" y="1353210"/>
                  </a:lnTo>
                  <a:lnTo>
                    <a:pt x="957503" y="1313281"/>
                  </a:lnTo>
                  <a:lnTo>
                    <a:pt x="931037" y="1272120"/>
                  </a:lnTo>
                  <a:lnTo>
                    <a:pt x="907681" y="1229728"/>
                  </a:lnTo>
                  <a:lnTo>
                    <a:pt x="887437" y="1186116"/>
                  </a:lnTo>
                  <a:lnTo>
                    <a:pt x="870318" y="1141272"/>
                  </a:lnTo>
                  <a:lnTo>
                    <a:pt x="856297" y="1095235"/>
                  </a:lnTo>
                  <a:lnTo>
                    <a:pt x="845400" y="1047991"/>
                  </a:lnTo>
                  <a:lnTo>
                    <a:pt x="837615" y="999566"/>
                  </a:lnTo>
                  <a:lnTo>
                    <a:pt x="832954" y="949947"/>
                  </a:lnTo>
                  <a:lnTo>
                    <a:pt x="831392" y="899147"/>
                  </a:lnTo>
                  <a:lnTo>
                    <a:pt x="832954" y="848360"/>
                  </a:lnTo>
                  <a:lnTo>
                    <a:pt x="837615" y="798741"/>
                  </a:lnTo>
                  <a:lnTo>
                    <a:pt x="845362" y="750303"/>
                  </a:lnTo>
                  <a:lnTo>
                    <a:pt x="856221" y="703059"/>
                  </a:lnTo>
                  <a:lnTo>
                    <a:pt x="870140" y="657009"/>
                  </a:lnTo>
                  <a:lnTo>
                    <a:pt x="887145" y="612178"/>
                  </a:lnTo>
                  <a:lnTo>
                    <a:pt x="907211" y="568553"/>
                  </a:lnTo>
                  <a:lnTo>
                    <a:pt x="930338" y="526161"/>
                  </a:lnTo>
                  <a:lnTo>
                    <a:pt x="956513" y="485000"/>
                  </a:lnTo>
                  <a:lnTo>
                    <a:pt x="985723" y="445071"/>
                  </a:lnTo>
                  <a:lnTo>
                    <a:pt x="1017981" y="406400"/>
                  </a:lnTo>
                  <a:lnTo>
                    <a:pt x="1053249" y="368985"/>
                  </a:lnTo>
                  <a:lnTo>
                    <a:pt x="1091209" y="333184"/>
                  </a:lnTo>
                  <a:lnTo>
                    <a:pt x="1130338" y="300482"/>
                  </a:lnTo>
                  <a:lnTo>
                    <a:pt x="1133043" y="298500"/>
                  </a:lnTo>
                  <a:lnTo>
                    <a:pt x="1133043" y="8784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5AD2B8D5-48D8-326A-B367-22048B69016E}"/>
                </a:ext>
              </a:extLst>
            </p:cNvPr>
            <p:cNvSpPr/>
            <p:nvPr/>
          </p:nvSpPr>
          <p:spPr>
            <a:xfrm>
              <a:off x="11514550" y="1602410"/>
              <a:ext cx="685800" cy="624960"/>
            </a:xfrm>
            <a:custGeom>
              <a:avLst/>
              <a:gdLst/>
              <a:ahLst/>
              <a:cxnLst/>
              <a:rect l="l" t="t" r="r" b="b"/>
              <a:pathLst>
                <a:path w="1130935" h="1030604">
                  <a:moveTo>
                    <a:pt x="567448" y="114287"/>
                  </a:moveTo>
                  <a:lnTo>
                    <a:pt x="505206" y="121348"/>
                  </a:lnTo>
                  <a:lnTo>
                    <a:pt x="447751" y="132067"/>
                  </a:lnTo>
                  <a:lnTo>
                    <a:pt x="393966" y="145542"/>
                  </a:lnTo>
                  <a:lnTo>
                    <a:pt x="343789" y="161798"/>
                  </a:lnTo>
                  <a:lnTo>
                    <a:pt x="297180" y="180848"/>
                  </a:lnTo>
                  <a:lnTo>
                    <a:pt x="254088" y="202717"/>
                  </a:lnTo>
                  <a:lnTo>
                    <a:pt x="214477" y="227431"/>
                  </a:lnTo>
                  <a:lnTo>
                    <a:pt x="178282" y="255016"/>
                  </a:lnTo>
                  <a:lnTo>
                    <a:pt x="145478" y="285496"/>
                  </a:lnTo>
                  <a:lnTo>
                    <a:pt x="115989" y="318884"/>
                  </a:lnTo>
                  <a:lnTo>
                    <a:pt x="91579" y="352513"/>
                  </a:lnTo>
                  <a:lnTo>
                    <a:pt x="70002" y="388797"/>
                  </a:lnTo>
                  <a:lnTo>
                    <a:pt x="51269" y="427786"/>
                  </a:lnTo>
                  <a:lnTo>
                    <a:pt x="35331" y="469544"/>
                  </a:lnTo>
                  <a:lnTo>
                    <a:pt x="22237" y="514019"/>
                  </a:lnTo>
                  <a:lnTo>
                    <a:pt x="11938" y="561340"/>
                  </a:lnTo>
                  <a:lnTo>
                    <a:pt x="4445" y="611517"/>
                  </a:lnTo>
                  <a:lnTo>
                    <a:pt x="0" y="661784"/>
                  </a:lnTo>
                  <a:lnTo>
                    <a:pt x="0" y="801204"/>
                  </a:lnTo>
                  <a:lnTo>
                    <a:pt x="2362" y="841463"/>
                  </a:lnTo>
                  <a:lnTo>
                    <a:pt x="8801" y="906602"/>
                  </a:lnTo>
                  <a:lnTo>
                    <a:pt x="14439" y="953820"/>
                  </a:lnTo>
                  <a:lnTo>
                    <a:pt x="17424" y="966317"/>
                  </a:lnTo>
                  <a:lnTo>
                    <a:pt x="33909" y="958024"/>
                  </a:lnTo>
                  <a:lnTo>
                    <a:pt x="76466" y="934580"/>
                  </a:lnTo>
                  <a:lnTo>
                    <a:pt x="129374" y="901623"/>
                  </a:lnTo>
                  <a:lnTo>
                    <a:pt x="189395" y="858875"/>
                  </a:lnTo>
                  <a:lnTo>
                    <a:pt x="221221" y="833666"/>
                  </a:lnTo>
                  <a:lnTo>
                    <a:pt x="253707" y="805840"/>
                  </a:lnTo>
                  <a:lnTo>
                    <a:pt x="286499" y="775360"/>
                  </a:lnTo>
                  <a:lnTo>
                    <a:pt x="319201" y="742162"/>
                  </a:lnTo>
                  <a:lnTo>
                    <a:pt x="351447" y="706196"/>
                  </a:lnTo>
                  <a:lnTo>
                    <a:pt x="382854" y="667423"/>
                  </a:lnTo>
                  <a:lnTo>
                    <a:pt x="413054" y="625792"/>
                  </a:lnTo>
                  <a:lnTo>
                    <a:pt x="441642" y="581253"/>
                  </a:lnTo>
                  <a:lnTo>
                    <a:pt x="468261" y="533755"/>
                  </a:lnTo>
                  <a:lnTo>
                    <a:pt x="492518" y="483247"/>
                  </a:lnTo>
                  <a:lnTo>
                    <a:pt x="514045" y="429679"/>
                  </a:lnTo>
                  <a:lnTo>
                    <a:pt x="532472" y="373011"/>
                  </a:lnTo>
                  <a:lnTo>
                    <a:pt x="547395" y="313194"/>
                  </a:lnTo>
                  <a:lnTo>
                    <a:pt x="558457" y="250164"/>
                  </a:lnTo>
                  <a:lnTo>
                    <a:pt x="565264" y="183870"/>
                  </a:lnTo>
                  <a:lnTo>
                    <a:pt x="567448" y="114287"/>
                  </a:lnTo>
                  <a:close/>
                </a:path>
                <a:path w="1130935" h="1030604">
                  <a:moveTo>
                    <a:pt x="1088237" y="94068"/>
                  </a:moveTo>
                  <a:lnTo>
                    <a:pt x="1087488" y="58953"/>
                  </a:lnTo>
                  <a:lnTo>
                    <a:pt x="1084605" y="27686"/>
                  </a:lnTo>
                  <a:lnTo>
                    <a:pt x="1080719" y="0"/>
                  </a:lnTo>
                  <a:lnTo>
                    <a:pt x="1080274" y="0"/>
                  </a:lnTo>
                  <a:lnTo>
                    <a:pt x="1044867" y="21120"/>
                  </a:lnTo>
                  <a:lnTo>
                    <a:pt x="1004874" y="38925"/>
                  </a:lnTo>
                  <a:lnTo>
                    <a:pt x="961021" y="53822"/>
                  </a:lnTo>
                  <a:lnTo>
                    <a:pt x="914069" y="66179"/>
                  </a:lnTo>
                  <a:lnTo>
                    <a:pt x="864743" y="76415"/>
                  </a:lnTo>
                  <a:lnTo>
                    <a:pt x="813790" y="84899"/>
                  </a:lnTo>
                  <a:lnTo>
                    <a:pt x="761961" y="92036"/>
                  </a:lnTo>
                  <a:lnTo>
                    <a:pt x="658596" y="103835"/>
                  </a:lnTo>
                  <a:lnTo>
                    <a:pt x="657694" y="105765"/>
                  </a:lnTo>
                  <a:lnTo>
                    <a:pt x="657263" y="158508"/>
                  </a:lnTo>
                  <a:lnTo>
                    <a:pt x="654126" y="211124"/>
                  </a:lnTo>
                  <a:lnTo>
                    <a:pt x="648296" y="263474"/>
                  </a:lnTo>
                  <a:lnTo>
                    <a:pt x="639787" y="315480"/>
                  </a:lnTo>
                  <a:lnTo>
                    <a:pt x="628599" y="367030"/>
                  </a:lnTo>
                  <a:lnTo>
                    <a:pt x="614959" y="416191"/>
                  </a:lnTo>
                  <a:lnTo>
                    <a:pt x="598741" y="464400"/>
                  </a:lnTo>
                  <a:lnTo>
                    <a:pt x="579983" y="511644"/>
                  </a:lnTo>
                  <a:lnTo>
                    <a:pt x="558685" y="557885"/>
                  </a:lnTo>
                  <a:lnTo>
                    <a:pt x="534873" y="603072"/>
                  </a:lnTo>
                  <a:lnTo>
                    <a:pt x="508571" y="647192"/>
                  </a:lnTo>
                  <a:lnTo>
                    <a:pt x="479780" y="690206"/>
                  </a:lnTo>
                  <a:lnTo>
                    <a:pt x="448538" y="732091"/>
                  </a:lnTo>
                  <a:lnTo>
                    <a:pt x="414845" y="772795"/>
                  </a:lnTo>
                  <a:lnTo>
                    <a:pt x="380047" y="810856"/>
                  </a:lnTo>
                  <a:lnTo>
                    <a:pt x="343585" y="847305"/>
                  </a:lnTo>
                  <a:lnTo>
                    <a:pt x="305511" y="882065"/>
                  </a:lnTo>
                  <a:lnTo>
                    <a:pt x="265887" y="915098"/>
                  </a:lnTo>
                  <a:lnTo>
                    <a:pt x="265887" y="915568"/>
                  </a:lnTo>
                  <a:lnTo>
                    <a:pt x="308597" y="901623"/>
                  </a:lnTo>
                  <a:lnTo>
                    <a:pt x="352196" y="886155"/>
                  </a:lnTo>
                  <a:lnTo>
                    <a:pt x="396455" y="869111"/>
                  </a:lnTo>
                  <a:lnTo>
                    <a:pt x="441185" y="850417"/>
                  </a:lnTo>
                  <a:lnTo>
                    <a:pt x="486168" y="829983"/>
                  </a:lnTo>
                  <a:lnTo>
                    <a:pt x="531202" y="807745"/>
                  </a:lnTo>
                  <a:lnTo>
                    <a:pt x="576059" y="783628"/>
                  </a:lnTo>
                  <a:lnTo>
                    <a:pt x="620534" y="757555"/>
                  </a:lnTo>
                  <a:lnTo>
                    <a:pt x="664425" y="729449"/>
                  </a:lnTo>
                  <a:lnTo>
                    <a:pt x="707504" y="699236"/>
                  </a:lnTo>
                  <a:lnTo>
                    <a:pt x="749579" y="666851"/>
                  </a:lnTo>
                  <a:lnTo>
                    <a:pt x="790435" y="632193"/>
                  </a:lnTo>
                  <a:lnTo>
                    <a:pt x="829856" y="595223"/>
                  </a:lnTo>
                  <a:lnTo>
                    <a:pt x="867625" y="555828"/>
                  </a:lnTo>
                  <a:lnTo>
                    <a:pt x="903541" y="513969"/>
                  </a:lnTo>
                  <a:lnTo>
                    <a:pt x="937412" y="469519"/>
                  </a:lnTo>
                  <a:lnTo>
                    <a:pt x="983678" y="400189"/>
                  </a:lnTo>
                  <a:lnTo>
                    <a:pt x="1019810" y="336511"/>
                  </a:lnTo>
                  <a:lnTo>
                    <a:pt x="1046924" y="278244"/>
                  </a:lnTo>
                  <a:lnTo>
                    <a:pt x="1066190" y="225120"/>
                  </a:lnTo>
                  <a:lnTo>
                    <a:pt x="1078725" y="176898"/>
                  </a:lnTo>
                  <a:lnTo>
                    <a:pt x="1085697" y="133299"/>
                  </a:lnTo>
                  <a:lnTo>
                    <a:pt x="1088237" y="94068"/>
                  </a:lnTo>
                  <a:close/>
                </a:path>
                <a:path w="1130935" h="1030604">
                  <a:moveTo>
                    <a:pt x="1130846" y="306158"/>
                  </a:moveTo>
                  <a:lnTo>
                    <a:pt x="1106436" y="362508"/>
                  </a:lnTo>
                  <a:lnTo>
                    <a:pt x="1085253" y="404672"/>
                  </a:lnTo>
                  <a:lnTo>
                    <a:pt x="1062151" y="445808"/>
                  </a:lnTo>
                  <a:lnTo>
                    <a:pt x="1037145" y="485863"/>
                  </a:lnTo>
                  <a:lnTo>
                    <a:pt x="1010297" y="524764"/>
                  </a:lnTo>
                  <a:lnTo>
                    <a:pt x="976083" y="569302"/>
                  </a:lnTo>
                  <a:lnTo>
                    <a:pt x="940092" y="611352"/>
                  </a:lnTo>
                  <a:lnTo>
                    <a:pt x="902550" y="650976"/>
                  </a:lnTo>
                  <a:lnTo>
                    <a:pt x="863701" y="688225"/>
                  </a:lnTo>
                  <a:lnTo>
                    <a:pt x="823760" y="723176"/>
                  </a:lnTo>
                  <a:lnTo>
                    <a:pt x="782980" y="755904"/>
                  </a:lnTo>
                  <a:lnTo>
                    <a:pt x="741591" y="786447"/>
                  </a:lnTo>
                  <a:lnTo>
                    <a:pt x="699820" y="814895"/>
                  </a:lnTo>
                  <a:lnTo>
                    <a:pt x="657910" y="841286"/>
                  </a:lnTo>
                  <a:lnTo>
                    <a:pt x="616089" y="865720"/>
                  </a:lnTo>
                  <a:lnTo>
                    <a:pt x="574598" y="888238"/>
                  </a:lnTo>
                  <a:lnTo>
                    <a:pt x="533666" y="908900"/>
                  </a:lnTo>
                  <a:lnTo>
                    <a:pt x="493522" y="927798"/>
                  </a:lnTo>
                  <a:lnTo>
                    <a:pt x="454406" y="944968"/>
                  </a:lnTo>
                  <a:lnTo>
                    <a:pt x="416560" y="960488"/>
                  </a:lnTo>
                  <a:lnTo>
                    <a:pt x="380199" y="974432"/>
                  </a:lnTo>
                  <a:lnTo>
                    <a:pt x="334759" y="990676"/>
                  </a:lnTo>
                  <a:lnTo>
                    <a:pt x="291287" y="1004900"/>
                  </a:lnTo>
                  <a:lnTo>
                    <a:pt x="250050" y="1017295"/>
                  </a:lnTo>
                  <a:lnTo>
                    <a:pt x="211302" y="1028026"/>
                  </a:lnTo>
                  <a:lnTo>
                    <a:pt x="211302" y="1028738"/>
                  </a:lnTo>
                  <a:lnTo>
                    <a:pt x="267081" y="1030579"/>
                  </a:lnTo>
                  <a:lnTo>
                    <a:pt x="321551" y="1030376"/>
                  </a:lnTo>
                  <a:lnTo>
                    <a:pt x="374713" y="1028153"/>
                  </a:lnTo>
                  <a:lnTo>
                    <a:pt x="426516" y="1023912"/>
                  </a:lnTo>
                  <a:lnTo>
                    <a:pt x="476923" y="1017651"/>
                  </a:lnTo>
                  <a:lnTo>
                    <a:pt x="525932" y="1009370"/>
                  </a:lnTo>
                  <a:lnTo>
                    <a:pt x="573481" y="999070"/>
                  </a:lnTo>
                  <a:lnTo>
                    <a:pt x="619569" y="986777"/>
                  </a:lnTo>
                  <a:lnTo>
                    <a:pt x="669912" y="970432"/>
                  </a:lnTo>
                  <a:lnTo>
                    <a:pt x="718058" y="951598"/>
                  </a:lnTo>
                  <a:lnTo>
                    <a:pt x="763955" y="930325"/>
                  </a:lnTo>
                  <a:lnTo>
                    <a:pt x="807580" y="906602"/>
                  </a:lnTo>
                  <a:lnTo>
                    <a:pt x="848880" y="880478"/>
                  </a:lnTo>
                  <a:lnTo>
                    <a:pt x="887818" y="851979"/>
                  </a:lnTo>
                  <a:lnTo>
                    <a:pt x="924369" y="821105"/>
                  </a:lnTo>
                  <a:lnTo>
                    <a:pt x="958481" y="787908"/>
                  </a:lnTo>
                  <a:lnTo>
                    <a:pt x="992009" y="750100"/>
                  </a:lnTo>
                  <a:lnTo>
                    <a:pt x="1022299" y="710184"/>
                  </a:lnTo>
                  <a:lnTo>
                    <a:pt x="1049324" y="668274"/>
                  </a:lnTo>
                  <a:lnTo>
                    <a:pt x="1073035" y="624484"/>
                  </a:lnTo>
                  <a:lnTo>
                    <a:pt x="1093393" y="578942"/>
                  </a:lnTo>
                  <a:lnTo>
                    <a:pt x="1110373" y="531749"/>
                  </a:lnTo>
                  <a:lnTo>
                    <a:pt x="1123950" y="483044"/>
                  </a:lnTo>
                  <a:lnTo>
                    <a:pt x="1130846" y="448906"/>
                  </a:lnTo>
                  <a:lnTo>
                    <a:pt x="1130846" y="30615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0" name="object 7">
              <a:extLst>
                <a:ext uri="{FF2B5EF4-FFF2-40B4-BE49-F238E27FC236}">
                  <a16:creationId xmlns:a16="http://schemas.microsoft.com/office/drawing/2014/main" id="{BD0B5499-9181-4510-8E58-8D0F777F1972}"/>
                </a:ext>
              </a:extLst>
            </p:cNvPr>
            <p:cNvSpPr/>
            <p:nvPr/>
          </p:nvSpPr>
          <p:spPr>
            <a:xfrm>
              <a:off x="11513218" y="5359863"/>
              <a:ext cx="687340" cy="1498671"/>
            </a:xfrm>
            <a:custGeom>
              <a:avLst/>
              <a:gdLst/>
              <a:ahLst/>
              <a:cxnLst/>
              <a:rect l="l" t="t" r="r" b="b"/>
              <a:pathLst>
                <a:path w="1133475" h="2471420">
                  <a:moveTo>
                    <a:pt x="511454" y="443725"/>
                  </a:moveTo>
                  <a:lnTo>
                    <a:pt x="509206" y="391414"/>
                  </a:lnTo>
                  <a:lnTo>
                    <a:pt x="502602" y="342188"/>
                  </a:lnTo>
                  <a:lnTo>
                    <a:pt x="491782" y="296113"/>
                  </a:lnTo>
                  <a:lnTo>
                    <a:pt x="476935" y="253212"/>
                  </a:lnTo>
                  <a:lnTo>
                    <a:pt x="458228" y="213525"/>
                  </a:lnTo>
                  <a:lnTo>
                    <a:pt x="435838" y="177101"/>
                  </a:lnTo>
                  <a:lnTo>
                    <a:pt x="409930" y="143967"/>
                  </a:lnTo>
                  <a:lnTo>
                    <a:pt x="380669" y="114147"/>
                  </a:lnTo>
                  <a:lnTo>
                    <a:pt x="348246" y="87706"/>
                  </a:lnTo>
                  <a:lnTo>
                    <a:pt x="312813" y="64668"/>
                  </a:lnTo>
                  <a:lnTo>
                    <a:pt x="274535" y="45059"/>
                  </a:lnTo>
                  <a:lnTo>
                    <a:pt x="233616" y="28943"/>
                  </a:lnTo>
                  <a:lnTo>
                    <a:pt x="190195" y="16344"/>
                  </a:lnTo>
                  <a:lnTo>
                    <a:pt x="144449" y="7289"/>
                  </a:lnTo>
                  <a:lnTo>
                    <a:pt x="96570" y="1828"/>
                  </a:lnTo>
                  <a:lnTo>
                    <a:pt x="46710" y="0"/>
                  </a:lnTo>
                  <a:lnTo>
                    <a:pt x="0" y="0"/>
                  </a:lnTo>
                  <a:lnTo>
                    <a:pt x="0" y="158813"/>
                  </a:lnTo>
                  <a:lnTo>
                    <a:pt x="46710" y="161150"/>
                  </a:lnTo>
                  <a:lnTo>
                    <a:pt x="110197" y="167754"/>
                  </a:lnTo>
                  <a:lnTo>
                    <a:pt x="164058" y="180708"/>
                  </a:lnTo>
                  <a:lnTo>
                    <a:pt x="208280" y="200228"/>
                  </a:lnTo>
                  <a:lnTo>
                    <a:pt x="242874" y="226542"/>
                  </a:lnTo>
                  <a:lnTo>
                    <a:pt x="282727" y="272122"/>
                  </a:lnTo>
                  <a:lnTo>
                    <a:pt x="311188" y="317919"/>
                  </a:lnTo>
                  <a:lnTo>
                    <a:pt x="328256" y="364147"/>
                  </a:lnTo>
                  <a:lnTo>
                    <a:pt x="333946" y="411035"/>
                  </a:lnTo>
                  <a:lnTo>
                    <a:pt x="333946" y="1793621"/>
                  </a:lnTo>
                  <a:lnTo>
                    <a:pt x="511454" y="1793621"/>
                  </a:lnTo>
                  <a:lnTo>
                    <a:pt x="511454" y="443725"/>
                  </a:lnTo>
                  <a:close/>
                </a:path>
                <a:path w="1133475" h="2471420">
                  <a:moveTo>
                    <a:pt x="1133043" y="1844421"/>
                  </a:moveTo>
                  <a:lnTo>
                    <a:pt x="1089990" y="1836978"/>
                  </a:lnTo>
                  <a:lnTo>
                    <a:pt x="1041260" y="1831060"/>
                  </a:lnTo>
                  <a:lnTo>
                    <a:pt x="991654" y="1827504"/>
                  </a:lnTo>
                  <a:lnTo>
                    <a:pt x="941171" y="1826323"/>
                  </a:lnTo>
                  <a:lnTo>
                    <a:pt x="889850" y="1827568"/>
                  </a:lnTo>
                  <a:lnTo>
                    <a:pt x="839584" y="1831301"/>
                  </a:lnTo>
                  <a:lnTo>
                    <a:pt x="790359" y="1837512"/>
                  </a:lnTo>
                  <a:lnTo>
                    <a:pt x="742175" y="1846211"/>
                  </a:lnTo>
                  <a:lnTo>
                    <a:pt x="695007" y="1857375"/>
                  </a:lnTo>
                  <a:lnTo>
                    <a:pt x="648855" y="1871014"/>
                  </a:lnTo>
                  <a:lnTo>
                    <a:pt x="603707" y="1887118"/>
                  </a:lnTo>
                  <a:lnTo>
                    <a:pt x="559574" y="1905685"/>
                  </a:lnTo>
                  <a:lnTo>
                    <a:pt x="516420" y="1926717"/>
                  </a:lnTo>
                  <a:lnTo>
                    <a:pt x="474256" y="1950186"/>
                  </a:lnTo>
                  <a:lnTo>
                    <a:pt x="433070" y="1976120"/>
                  </a:lnTo>
                  <a:lnTo>
                    <a:pt x="392849" y="2004491"/>
                  </a:lnTo>
                  <a:lnTo>
                    <a:pt x="353593" y="2035302"/>
                  </a:lnTo>
                  <a:lnTo>
                    <a:pt x="315277" y="2068563"/>
                  </a:lnTo>
                  <a:lnTo>
                    <a:pt x="277914" y="2104237"/>
                  </a:lnTo>
                  <a:lnTo>
                    <a:pt x="242227" y="2141664"/>
                  </a:lnTo>
                  <a:lnTo>
                    <a:pt x="208978" y="2180145"/>
                  </a:lnTo>
                  <a:lnTo>
                    <a:pt x="178155" y="2219668"/>
                  </a:lnTo>
                  <a:lnTo>
                    <a:pt x="149783" y="2260219"/>
                  </a:lnTo>
                  <a:lnTo>
                    <a:pt x="123863" y="2301798"/>
                  </a:lnTo>
                  <a:lnTo>
                    <a:pt x="100380" y="2344394"/>
                  </a:lnTo>
                  <a:lnTo>
                    <a:pt x="79349" y="2388006"/>
                  </a:lnTo>
                  <a:lnTo>
                    <a:pt x="60794" y="2432608"/>
                  </a:lnTo>
                  <a:lnTo>
                    <a:pt x="47117" y="2471318"/>
                  </a:lnTo>
                  <a:lnTo>
                    <a:pt x="228206" y="2471318"/>
                  </a:lnTo>
                  <a:lnTo>
                    <a:pt x="229450" y="2467991"/>
                  </a:lnTo>
                  <a:lnTo>
                    <a:pt x="249745" y="2423668"/>
                  </a:lnTo>
                  <a:lnTo>
                    <a:pt x="273240" y="2380602"/>
                  </a:lnTo>
                  <a:lnTo>
                    <a:pt x="299948" y="2338819"/>
                  </a:lnTo>
                  <a:lnTo>
                    <a:pt x="329869" y="2298281"/>
                  </a:lnTo>
                  <a:lnTo>
                    <a:pt x="363004" y="2259025"/>
                  </a:lnTo>
                  <a:lnTo>
                    <a:pt x="399351" y="2221026"/>
                  </a:lnTo>
                  <a:lnTo>
                    <a:pt x="437934" y="2185212"/>
                  </a:lnTo>
                  <a:lnTo>
                    <a:pt x="477786" y="2152523"/>
                  </a:lnTo>
                  <a:lnTo>
                    <a:pt x="518896" y="2122970"/>
                  </a:lnTo>
                  <a:lnTo>
                    <a:pt x="561276" y="2096554"/>
                  </a:lnTo>
                  <a:lnTo>
                    <a:pt x="604926" y="2073275"/>
                  </a:lnTo>
                  <a:lnTo>
                    <a:pt x="649833" y="2053158"/>
                  </a:lnTo>
                  <a:lnTo>
                    <a:pt x="695998" y="2036203"/>
                  </a:lnTo>
                  <a:lnTo>
                    <a:pt x="743445" y="2022411"/>
                  </a:lnTo>
                  <a:lnTo>
                    <a:pt x="792149" y="2011807"/>
                  </a:lnTo>
                  <a:lnTo>
                    <a:pt x="842124" y="2004390"/>
                  </a:lnTo>
                  <a:lnTo>
                    <a:pt x="893356" y="2000161"/>
                  </a:lnTo>
                  <a:lnTo>
                    <a:pt x="945857" y="1999145"/>
                  </a:lnTo>
                  <a:lnTo>
                    <a:pt x="997178" y="2001240"/>
                  </a:lnTo>
                  <a:lnTo>
                    <a:pt x="1047254" y="2006346"/>
                  </a:lnTo>
                  <a:lnTo>
                    <a:pt x="1096086" y="2014474"/>
                  </a:lnTo>
                  <a:lnTo>
                    <a:pt x="1133043" y="2023122"/>
                  </a:lnTo>
                  <a:lnTo>
                    <a:pt x="1133043" y="1999145"/>
                  </a:lnTo>
                  <a:lnTo>
                    <a:pt x="1133043" y="1844421"/>
                  </a:lnTo>
                  <a:close/>
                </a:path>
                <a:path w="1133475" h="2471420">
                  <a:moveTo>
                    <a:pt x="1133043" y="87858"/>
                  </a:moveTo>
                  <a:lnTo>
                    <a:pt x="1077582" y="121767"/>
                  </a:lnTo>
                  <a:lnTo>
                    <a:pt x="1037386" y="150139"/>
                  </a:lnTo>
                  <a:lnTo>
                    <a:pt x="998143" y="180949"/>
                  </a:lnTo>
                  <a:lnTo>
                    <a:pt x="959840" y="214198"/>
                  </a:lnTo>
                  <a:lnTo>
                    <a:pt x="922464" y="249885"/>
                  </a:lnTo>
                  <a:lnTo>
                    <a:pt x="887247" y="287261"/>
                  </a:lnTo>
                  <a:lnTo>
                    <a:pt x="854468" y="325564"/>
                  </a:lnTo>
                  <a:lnTo>
                    <a:pt x="824103" y="364832"/>
                  </a:lnTo>
                  <a:lnTo>
                    <a:pt x="796175" y="405053"/>
                  </a:lnTo>
                  <a:lnTo>
                    <a:pt x="770661" y="446239"/>
                  </a:lnTo>
                  <a:lnTo>
                    <a:pt x="747598" y="488403"/>
                  </a:lnTo>
                  <a:lnTo>
                    <a:pt x="726948" y="531558"/>
                  </a:lnTo>
                  <a:lnTo>
                    <a:pt x="708736" y="575703"/>
                  </a:lnTo>
                  <a:lnTo>
                    <a:pt x="692937" y="620839"/>
                  </a:lnTo>
                  <a:lnTo>
                    <a:pt x="679589" y="666991"/>
                  </a:lnTo>
                  <a:lnTo>
                    <a:pt x="668655" y="714159"/>
                  </a:lnTo>
                  <a:lnTo>
                    <a:pt x="660158" y="762355"/>
                  </a:lnTo>
                  <a:lnTo>
                    <a:pt x="654075" y="811580"/>
                  </a:lnTo>
                  <a:lnTo>
                    <a:pt x="650430" y="861847"/>
                  </a:lnTo>
                  <a:lnTo>
                    <a:pt x="649224" y="913168"/>
                  </a:lnTo>
                  <a:lnTo>
                    <a:pt x="650468" y="963117"/>
                  </a:lnTo>
                  <a:lnTo>
                    <a:pt x="654202" y="1012063"/>
                  </a:lnTo>
                  <a:lnTo>
                    <a:pt x="660438" y="1060030"/>
                  </a:lnTo>
                  <a:lnTo>
                    <a:pt x="669150" y="1107020"/>
                  </a:lnTo>
                  <a:lnTo>
                    <a:pt x="680364" y="1153020"/>
                  </a:lnTo>
                  <a:lnTo>
                    <a:pt x="694067" y="1198041"/>
                  </a:lnTo>
                  <a:lnTo>
                    <a:pt x="710260" y="1242098"/>
                  </a:lnTo>
                  <a:lnTo>
                    <a:pt x="728941" y="1285189"/>
                  </a:lnTo>
                  <a:lnTo>
                    <a:pt x="750112" y="1327315"/>
                  </a:lnTo>
                  <a:lnTo>
                    <a:pt x="773785" y="1368488"/>
                  </a:lnTo>
                  <a:lnTo>
                    <a:pt x="799934" y="1408696"/>
                  </a:lnTo>
                  <a:lnTo>
                    <a:pt x="828586" y="1447952"/>
                  </a:lnTo>
                  <a:lnTo>
                    <a:pt x="859726" y="1486268"/>
                  </a:lnTo>
                  <a:lnTo>
                    <a:pt x="893356" y="1523644"/>
                  </a:lnTo>
                  <a:lnTo>
                    <a:pt x="929474" y="1560080"/>
                  </a:lnTo>
                  <a:lnTo>
                    <a:pt x="967740" y="1594396"/>
                  </a:lnTo>
                  <a:lnTo>
                    <a:pt x="1006881" y="1626349"/>
                  </a:lnTo>
                  <a:lnTo>
                    <a:pt x="1046899" y="1655927"/>
                  </a:lnTo>
                  <a:lnTo>
                    <a:pt x="1087793" y="1683143"/>
                  </a:lnTo>
                  <a:lnTo>
                    <a:pt x="1129550" y="1707997"/>
                  </a:lnTo>
                  <a:lnTo>
                    <a:pt x="1133043" y="1709839"/>
                  </a:lnTo>
                  <a:lnTo>
                    <a:pt x="1133043" y="1497101"/>
                  </a:lnTo>
                  <a:lnTo>
                    <a:pt x="1132674" y="1496834"/>
                  </a:lnTo>
                  <a:lnTo>
                    <a:pt x="1093546" y="1464576"/>
                  </a:lnTo>
                  <a:lnTo>
                    <a:pt x="1055585" y="1429296"/>
                  </a:lnTo>
                  <a:lnTo>
                    <a:pt x="1019771" y="1391881"/>
                  </a:lnTo>
                  <a:lnTo>
                    <a:pt x="987082" y="1353210"/>
                  </a:lnTo>
                  <a:lnTo>
                    <a:pt x="957503" y="1313294"/>
                  </a:lnTo>
                  <a:lnTo>
                    <a:pt x="931037" y="1272133"/>
                  </a:lnTo>
                  <a:lnTo>
                    <a:pt x="907681" y="1229741"/>
                  </a:lnTo>
                  <a:lnTo>
                    <a:pt x="887437" y="1186116"/>
                  </a:lnTo>
                  <a:lnTo>
                    <a:pt x="870318" y="1141285"/>
                  </a:lnTo>
                  <a:lnTo>
                    <a:pt x="856297" y="1095248"/>
                  </a:lnTo>
                  <a:lnTo>
                    <a:pt x="845400" y="1048004"/>
                  </a:lnTo>
                  <a:lnTo>
                    <a:pt x="837615" y="999566"/>
                  </a:lnTo>
                  <a:lnTo>
                    <a:pt x="832954" y="949947"/>
                  </a:lnTo>
                  <a:lnTo>
                    <a:pt x="831392" y="899160"/>
                  </a:lnTo>
                  <a:lnTo>
                    <a:pt x="832954" y="848360"/>
                  </a:lnTo>
                  <a:lnTo>
                    <a:pt x="837615" y="798741"/>
                  </a:lnTo>
                  <a:lnTo>
                    <a:pt x="845362" y="750303"/>
                  </a:lnTo>
                  <a:lnTo>
                    <a:pt x="856221" y="703059"/>
                  </a:lnTo>
                  <a:lnTo>
                    <a:pt x="870140" y="657021"/>
                  </a:lnTo>
                  <a:lnTo>
                    <a:pt x="887145" y="612178"/>
                  </a:lnTo>
                  <a:lnTo>
                    <a:pt x="907211" y="568566"/>
                  </a:lnTo>
                  <a:lnTo>
                    <a:pt x="930338" y="526161"/>
                  </a:lnTo>
                  <a:lnTo>
                    <a:pt x="956513" y="485000"/>
                  </a:lnTo>
                  <a:lnTo>
                    <a:pt x="985723" y="445084"/>
                  </a:lnTo>
                  <a:lnTo>
                    <a:pt x="1017981" y="406412"/>
                  </a:lnTo>
                  <a:lnTo>
                    <a:pt x="1053249" y="368998"/>
                  </a:lnTo>
                  <a:lnTo>
                    <a:pt x="1091209" y="333184"/>
                  </a:lnTo>
                  <a:lnTo>
                    <a:pt x="1130338" y="300494"/>
                  </a:lnTo>
                  <a:lnTo>
                    <a:pt x="1133043" y="298500"/>
                  </a:lnTo>
                  <a:lnTo>
                    <a:pt x="1133043" y="8785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1" name="object 8">
              <a:extLst>
                <a:ext uri="{FF2B5EF4-FFF2-40B4-BE49-F238E27FC236}">
                  <a16:creationId xmlns:a16="http://schemas.microsoft.com/office/drawing/2014/main" id="{F5D5A4F3-A38C-2E9D-A71C-EEC69D3691F6}"/>
                </a:ext>
              </a:extLst>
            </p:cNvPr>
            <p:cNvSpPr/>
            <p:nvPr/>
          </p:nvSpPr>
          <p:spPr>
            <a:xfrm>
              <a:off x="11514550" y="4637358"/>
              <a:ext cx="685800" cy="624960"/>
            </a:xfrm>
            <a:custGeom>
              <a:avLst/>
              <a:gdLst/>
              <a:ahLst/>
              <a:cxnLst/>
              <a:rect l="l" t="t" r="r" b="b"/>
              <a:pathLst>
                <a:path w="1130935" h="1030604">
                  <a:moveTo>
                    <a:pt x="567448" y="114287"/>
                  </a:moveTo>
                  <a:lnTo>
                    <a:pt x="505206" y="121348"/>
                  </a:lnTo>
                  <a:lnTo>
                    <a:pt x="447751" y="132067"/>
                  </a:lnTo>
                  <a:lnTo>
                    <a:pt x="393966" y="145542"/>
                  </a:lnTo>
                  <a:lnTo>
                    <a:pt x="343789" y="161785"/>
                  </a:lnTo>
                  <a:lnTo>
                    <a:pt x="297180" y="180835"/>
                  </a:lnTo>
                  <a:lnTo>
                    <a:pt x="254088" y="202704"/>
                  </a:lnTo>
                  <a:lnTo>
                    <a:pt x="214477" y="227431"/>
                  </a:lnTo>
                  <a:lnTo>
                    <a:pt x="178282" y="255016"/>
                  </a:lnTo>
                  <a:lnTo>
                    <a:pt x="145478" y="285483"/>
                  </a:lnTo>
                  <a:lnTo>
                    <a:pt x="115989" y="318871"/>
                  </a:lnTo>
                  <a:lnTo>
                    <a:pt x="91579" y="352501"/>
                  </a:lnTo>
                  <a:lnTo>
                    <a:pt x="70002" y="388797"/>
                  </a:lnTo>
                  <a:lnTo>
                    <a:pt x="51269" y="427786"/>
                  </a:lnTo>
                  <a:lnTo>
                    <a:pt x="35331" y="469544"/>
                  </a:lnTo>
                  <a:lnTo>
                    <a:pt x="22237" y="514019"/>
                  </a:lnTo>
                  <a:lnTo>
                    <a:pt x="11938" y="561340"/>
                  </a:lnTo>
                  <a:lnTo>
                    <a:pt x="4445" y="611505"/>
                  </a:lnTo>
                  <a:lnTo>
                    <a:pt x="0" y="661771"/>
                  </a:lnTo>
                  <a:lnTo>
                    <a:pt x="0" y="801204"/>
                  </a:lnTo>
                  <a:lnTo>
                    <a:pt x="2362" y="841463"/>
                  </a:lnTo>
                  <a:lnTo>
                    <a:pt x="8801" y="906602"/>
                  </a:lnTo>
                  <a:lnTo>
                    <a:pt x="14439" y="953820"/>
                  </a:lnTo>
                  <a:lnTo>
                    <a:pt x="17424" y="966304"/>
                  </a:lnTo>
                  <a:lnTo>
                    <a:pt x="33909" y="958011"/>
                  </a:lnTo>
                  <a:lnTo>
                    <a:pt x="76466" y="934567"/>
                  </a:lnTo>
                  <a:lnTo>
                    <a:pt x="129374" y="901611"/>
                  </a:lnTo>
                  <a:lnTo>
                    <a:pt x="189395" y="858875"/>
                  </a:lnTo>
                  <a:lnTo>
                    <a:pt x="221221" y="833666"/>
                  </a:lnTo>
                  <a:lnTo>
                    <a:pt x="253707" y="805840"/>
                  </a:lnTo>
                  <a:lnTo>
                    <a:pt x="286499" y="775347"/>
                  </a:lnTo>
                  <a:lnTo>
                    <a:pt x="319201" y="742149"/>
                  </a:lnTo>
                  <a:lnTo>
                    <a:pt x="351447" y="706196"/>
                  </a:lnTo>
                  <a:lnTo>
                    <a:pt x="382854" y="667423"/>
                  </a:lnTo>
                  <a:lnTo>
                    <a:pt x="413054" y="625792"/>
                  </a:lnTo>
                  <a:lnTo>
                    <a:pt x="441642" y="581253"/>
                  </a:lnTo>
                  <a:lnTo>
                    <a:pt x="468261" y="533742"/>
                  </a:lnTo>
                  <a:lnTo>
                    <a:pt x="492518" y="483247"/>
                  </a:lnTo>
                  <a:lnTo>
                    <a:pt x="514045" y="429679"/>
                  </a:lnTo>
                  <a:lnTo>
                    <a:pt x="532472" y="373011"/>
                  </a:lnTo>
                  <a:lnTo>
                    <a:pt x="547395" y="313182"/>
                  </a:lnTo>
                  <a:lnTo>
                    <a:pt x="558457" y="250151"/>
                  </a:lnTo>
                  <a:lnTo>
                    <a:pt x="565264" y="183870"/>
                  </a:lnTo>
                  <a:lnTo>
                    <a:pt x="567448" y="114287"/>
                  </a:lnTo>
                  <a:close/>
                </a:path>
                <a:path w="1130935" h="1030604">
                  <a:moveTo>
                    <a:pt x="1088237" y="94056"/>
                  </a:moveTo>
                  <a:lnTo>
                    <a:pt x="1087488" y="58940"/>
                  </a:lnTo>
                  <a:lnTo>
                    <a:pt x="1084605" y="27673"/>
                  </a:lnTo>
                  <a:lnTo>
                    <a:pt x="1080719" y="0"/>
                  </a:lnTo>
                  <a:lnTo>
                    <a:pt x="1080274" y="0"/>
                  </a:lnTo>
                  <a:lnTo>
                    <a:pt x="1044867" y="21120"/>
                  </a:lnTo>
                  <a:lnTo>
                    <a:pt x="1004874" y="38925"/>
                  </a:lnTo>
                  <a:lnTo>
                    <a:pt x="961021" y="53809"/>
                  </a:lnTo>
                  <a:lnTo>
                    <a:pt x="914069" y="66179"/>
                  </a:lnTo>
                  <a:lnTo>
                    <a:pt x="864743" y="76403"/>
                  </a:lnTo>
                  <a:lnTo>
                    <a:pt x="813790" y="84886"/>
                  </a:lnTo>
                  <a:lnTo>
                    <a:pt x="761961" y="92024"/>
                  </a:lnTo>
                  <a:lnTo>
                    <a:pt x="658596" y="103822"/>
                  </a:lnTo>
                  <a:lnTo>
                    <a:pt x="657694" y="105765"/>
                  </a:lnTo>
                  <a:lnTo>
                    <a:pt x="657263" y="158508"/>
                  </a:lnTo>
                  <a:lnTo>
                    <a:pt x="654126" y="211112"/>
                  </a:lnTo>
                  <a:lnTo>
                    <a:pt x="648296" y="263461"/>
                  </a:lnTo>
                  <a:lnTo>
                    <a:pt x="639787" y="315468"/>
                  </a:lnTo>
                  <a:lnTo>
                    <a:pt x="628599" y="367017"/>
                  </a:lnTo>
                  <a:lnTo>
                    <a:pt x="614959" y="416179"/>
                  </a:lnTo>
                  <a:lnTo>
                    <a:pt x="598741" y="464400"/>
                  </a:lnTo>
                  <a:lnTo>
                    <a:pt x="579983" y="511644"/>
                  </a:lnTo>
                  <a:lnTo>
                    <a:pt x="558685" y="557872"/>
                  </a:lnTo>
                  <a:lnTo>
                    <a:pt x="534873" y="603072"/>
                  </a:lnTo>
                  <a:lnTo>
                    <a:pt x="508571" y="647192"/>
                  </a:lnTo>
                  <a:lnTo>
                    <a:pt x="479780" y="690206"/>
                  </a:lnTo>
                  <a:lnTo>
                    <a:pt x="448538" y="732078"/>
                  </a:lnTo>
                  <a:lnTo>
                    <a:pt x="414845" y="772782"/>
                  </a:lnTo>
                  <a:lnTo>
                    <a:pt x="380047" y="810856"/>
                  </a:lnTo>
                  <a:lnTo>
                    <a:pt x="343585" y="847293"/>
                  </a:lnTo>
                  <a:lnTo>
                    <a:pt x="305511" y="882053"/>
                  </a:lnTo>
                  <a:lnTo>
                    <a:pt x="265887" y="915085"/>
                  </a:lnTo>
                  <a:lnTo>
                    <a:pt x="265887" y="915568"/>
                  </a:lnTo>
                  <a:lnTo>
                    <a:pt x="308597" y="901611"/>
                  </a:lnTo>
                  <a:lnTo>
                    <a:pt x="352196" y="886155"/>
                  </a:lnTo>
                  <a:lnTo>
                    <a:pt x="396455" y="869111"/>
                  </a:lnTo>
                  <a:lnTo>
                    <a:pt x="441185" y="850404"/>
                  </a:lnTo>
                  <a:lnTo>
                    <a:pt x="486168" y="829983"/>
                  </a:lnTo>
                  <a:lnTo>
                    <a:pt x="531202" y="807745"/>
                  </a:lnTo>
                  <a:lnTo>
                    <a:pt x="576059" y="783628"/>
                  </a:lnTo>
                  <a:lnTo>
                    <a:pt x="620534" y="757555"/>
                  </a:lnTo>
                  <a:lnTo>
                    <a:pt x="664425" y="729449"/>
                  </a:lnTo>
                  <a:lnTo>
                    <a:pt x="707504" y="699236"/>
                  </a:lnTo>
                  <a:lnTo>
                    <a:pt x="749579" y="666838"/>
                  </a:lnTo>
                  <a:lnTo>
                    <a:pt x="790435" y="632193"/>
                  </a:lnTo>
                  <a:lnTo>
                    <a:pt x="829856" y="595210"/>
                  </a:lnTo>
                  <a:lnTo>
                    <a:pt x="867625" y="555828"/>
                  </a:lnTo>
                  <a:lnTo>
                    <a:pt x="903541" y="513956"/>
                  </a:lnTo>
                  <a:lnTo>
                    <a:pt x="937412" y="469506"/>
                  </a:lnTo>
                  <a:lnTo>
                    <a:pt x="983678" y="400189"/>
                  </a:lnTo>
                  <a:lnTo>
                    <a:pt x="1019810" y="336511"/>
                  </a:lnTo>
                  <a:lnTo>
                    <a:pt x="1046924" y="278231"/>
                  </a:lnTo>
                  <a:lnTo>
                    <a:pt x="1066190" y="225120"/>
                  </a:lnTo>
                  <a:lnTo>
                    <a:pt x="1078725" y="176885"/>
                  </a:lnTo>
                  <a:lnTo>
                    <a:pt x="1085697" y="133286"/>
                  </a:lnTo>
                  <a:lnTo>
                    <a:pt x="1088237" y="94056"/>
                  </a:lnTo>
                  <a:close/>
                </a:path>
                <a:path w="1130935" h="1030604">
                  <a:moveTo>
                    <a:pt x="1130846" y="306158"/>
                  </a:moveTo>
                  <a:lnTo>
                    <a:pt x="1106436" y="362496"/>
                  </a:lnTo>
                  <a:lnTo>
                    <a:pt x="1085253" y="404660"/>
                  </a:lnTo>
                  <a:lnTo>
                    <a:pt x="1062151" y="445808"/>
                  </a:lnTo>
                  <a:lnTo>
                    <a:pt x="1037145" y="485851"/>
                  </a:lnTo>
                  <a:lnTo>
                    <a:pt x="1010297" y="524751"/>
                  </a:lnTo>
                  <a:lnTo>
                    <a:pt x="976083" y="569302"/>
                  </a:lnTo>
                  <a:lnTo>
                    <a:pt x="940092" y="611352"/>
                  </a:lnTo>
                  <a:lnTo>
                    <a:pt x="902550" y="650963"/>
                  </a:lnTo>
                  <a:lnTo>
                    <a:pt x="863701" y="688225"/>
                  </a:lnTo>
                  <a:lnTo>
                    <a:pt x="823760" y="723176"/>
                  </a:lnTo>
                  <a:lnTo>
                    <a:pt x="782980" y="755891"/>
                  </a:lnTo>
                  <a:lnTo>
                    <a:pt x="741591" y="786447"/>
                  </a:lnTo>
                  <a:lnTo>
                    <a:pt x="699820" y="814882"/>
                  </a:lnTo>
                  <a:lnTo>
                    <a:pt x="657910" y="841286"/>
                  </a:lnTo>
                  <a:lnTo>
                    <a:pt x="616089" y="865708"/>
                  </a:lnTo>
                  <a:lnTo>
                    <a:pt x="574598" y="888225"/>
                  </a:lnTo>
                  <a:lnTo>
                    <a:pt x="533666" y="908900"/>
                  </a:lnTo>
                  <a:lnTo>
                    <a:pt x="493522" y="927785"/>
                  </a:lnTo>
                  <a:lnTo>
                    <a:pt x="454406" y="944956"/>
                  </a:lnTo>
                  <a:lnTo>
                    <a:pt x="416560" y="960488"/>
                  </a:lnTo>
                  <a:lnTo>
                    <a:pt x="380199" y="974420"/>
                  </a:lnTo>
                  <a:lnTo>
                    <a:pt x="334759" y="990663"/>
                  </a:lnTo>
                  <a:lnTo>
                    <a:pt x="291287" y="1004900"/>
                  </a:lnTo>
                  <a:lnTo>
                    <a:pt x="250050" y="1017295"/>
                  </a:lnTo>
                  <a:lnTo>
                    <a:pt x="211302" y="1028014"/>
                  </a:lnTo>
                  <a:lnTo>
                    <a:pt x="211302" y="1028738"/>
                  </a:lnTo>
                  <a:lnTo>
                    <a:pt x="267081" y="1030566"/>
                  </a:lnTo>
                  <a:lnTo>
                    <a:pt x="321551" y="1030376"/>
                  </a:lnTo>
                  <a:lnTo>
                    <a:pt x="374713" y="1028153"/>
                  </a:lnTo>
                  <a:lnTo>
                    <a:pt x="426516" y="1023899"/>
                  </a:lnTo>
                  <a:lnTo>
                    <a:pt x="476923" y="1017638"/>
                  </a:lnTo>
                  <a:lnTo>
                    <a:pt x="525932" y="1009357"/>
                  </a:lnTo>
                  <a:lnTo>
                    <a:pt x="573481" y="999070"/>
                  </a:lnTo>
                  <a:lnTo>
                    <a:pt x="619569" y="986764"/>
                  </a:lnTo>
                  <a:lnTo>
                    <a:pt x="669912" y="970419"/>
                  </a:lnTo>
                  <a:lnTo>
                    <a:pt x="718058" y="951598"/>
                  </a:lnTo>
                  <a:lnTo>
                    <a:pt x="763955" y="930313"/>
                  </a:lnTo>
                  <a:lnTo>
                    <a:pt x="807580" y="906602"/>
                  </a:lnTo>
                  <a:lnTo>
                    <a:pt x="848880" y="880478"/>
                  </a:lnTo>
                  <a:lnTo>
                    <a:pt x="887818" y="851966"/>
                  </a:lnTo>
                  <a:lnTo>
                    <a:pt x="924369" y="821105"/>
                  </a:lnTo>
                  <a:lnTo>
                    <a:pt x="958481" y="787895"/>
                  </a:lnTo>
                  <a:lnTo>
                    <a:pt x="992009" y="750100"/>
                  </a:lnTo>
                  <a:lnTo>
                    <a:pt x="1022299" y="710184"/>
                  </a:lnTo>
                  <a:lnTo>
                    <a:pt x="1049324" y="668274"/>
                  </a:lnTo>
                  <a:lnTo>
                    <a:pt x="1073035" y="624484"/>
                  </a:lnTo>
                  <a:lnTo>
                    <a:pt x="1093393" y="578929"/>
                  </a:lnTo>
                  <a:lnTo>
                    <a:pt x="1110373" y="531749"/>
                  </a:lnTo>
                  <a:lnTo>
                    <a:pt x="1123950" y="483044"/>
                  </a:lnTo>
                  <a:lnTo>
                    <a:pt x="1130846" y="448894"/>
                  </a:lnTo>
                  <a:lnTo>
                    <a:pt x="1130846" y="30615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78815EE-84B5-7C8B-1912-32E0B144E4C1}"/>
              </a:ext>
            </a:extLst>
          </p:cNvPr>
          <p:cNvCxnSpPr>
            <a:cxnSpLocks/>
          </p:cNvCxnSpPr>
          <p:nvPr/>
        </p:nvCxnSpPr>
        <p:spPr>
          <a:xfrm>
            <a:off x="283395" y="503630"/>
            <a:ext cx="111463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14">
            <a:extLst>
              <a:ext uri="{FF2B5EF4-FFF2-40B4-BE49-F238E27FC236}">
                <a16:creationId xmlns:a16="http://schemas.microsoft.com/office/drawing/2014/main" id="{80C4E400-F50B-96D9-5F96-F27F73383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7" y="45403"/>
            <a:ext cx="8249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Parecer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 Técnico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sp>
        <p:nvSpPr>
          <p:cNvPr id="9" name="Straight Connector 4">
            <a:extLst>
              <a:ext uri="{FF2B5EF4-FFF2-40B4-BE49-F238E27FC236}">
                <a16:creationId xmlns:a16="http://schemas.microsoft.com/office/drawing/2014/main" id="{93030D9F-7907-05AE-FCFC-BF538AD37C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926" y="611091"/>
            <a:ext cx="9964737" cy="14288"/>
          </a:xfrm>
          <a:prstGeom prst="line">
            <a:avLst/>
          </a:prstGeom>
          <a:noFill/>
          <a:ln w="2540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5EA210-FDE5-5316-A527-B2812720764B}"/>
              </a:ext>
            </a:extLst>
          </p:cNvPr>
          <p:cNvSpPr txBox="1"/>
          <p:nvPr/>
        </p:nvSpPr>
        <p:spPr>
          <a:xfrm>
            <a:off x="397090" y="1072253"/>
            <a:ext cx="50673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000" b="1" dirty="0" err="1">
                <a:latin typeface="Suzano Display" panose="02010503030508060203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Tequaly</a:t>
            </a:r>
            <a:r>
              <a:rPr lang="pt-BR" sz="1000" b="1" dirty="0">
                <a:latin typeface="Suzano Display" panose="02010503030508060203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  <a:t>Possui conhecimento e infraestrutura para suprir o projeto em sua totalidade é certificada pela norma ASME e tem histórico de entrega relevantes nas unidades Suzano em grandes obras, como a mais recente na unidade de Limeira sendo realizado grande quantidade de </a:t>
            </a:r>
            <a:r>
              <a:rPr lang="pt-BR" sz="1000" dirty="0" err="1">
                <a:latin typeface="Suzano Display" panose="02010503030508060203" pitchFamily="2" charset="0"/>
                <a:cs typeface="Arial" panose="020B0604020202020204" pitchFamily="34" charset="0"/>
              </a:rPr>
              <a:t>Tie-ins</a:t>
            </a:r>
            <a: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  <a:t> cumprindo cronograma e qualidade do serviço. Apresentou uma proposta técnica inovadora comprada as demais, solução 360 entregando e suprindo o projeto por completo.</a:t>
            </a:r>
          </a:p>
          <a:p>
            <a:pPr>
              <a:buNone/>
            </a:pPr>
            <a:endParaRPr lang="pt-BR" sz="1000" dirty="0">
              <a:latin typeface="Suzano Display" panose="02010503030508060203" pitchFamily="2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pt-BR" sz="1000" b="1" dirty="0">
                <a:effectLst/>
                <a:latin typeface="Suzano Display" panose="02010503030508060203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Imetame: </a:t>
            </a:r>
            <a:r>
              <a:rPr lang="pt-BR" sz="1000" dirty="0">
                <a:effectLst/>
                <a:latin typeface="Suzano Display" panose="02010503030508060203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Possui grande conhecimento no setor de fabricação e montagem de equipamentos sendo parceira da Suzano há bastante tempo com os fornecimentos de grandes projetos de construção e montagem como exemplo a unidade Suzano de Ribas do Rio Pardo.</a:t>
            </a:r>
          </a:p>
          <a:p>
            <a:pPr>
              <a:buNone/>
            </a:pPr>
            <a:endParaRPr lang="pt-BR" sz="1000" dirty="0">
              <a:effectLst/>
              <a:latin typeface="Suzano Display" panose="02010503030508060203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000" b="1" dirty="0" err="1">
                <a:latin typeface="Suzano Display" panose="02010503030508060203" pitchFamily="2" charset="0"/>
                <a:cs typeface="Arial" panose="020B0604020202020204" pitchFamily="34" charset="0"/>
              </a:rPr>
              <a:t>Metalurgica</a:t>
            </a:r>
            <a:r>
              <a:rPr lang="pt-BR" sz="1000" b="1" dirty="0">
                <a:latin typeface="Suzano Display" panose="02010503030508060203" pitchFamily="2" charset="0"/>
                <a:cs typeface="Arial" panose="020B0604020202020204" pitchFamily="34" charset="0"/>
              </a:rPr>
              <a:t> Bosch: </a:t>
            </a:r>
            <a: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  <a:t> Empresa consolidada no setor de metal mecânica, possui muita experiência na fabricação de reatores e equipamentos no setor de celulose, sua fabricação atende normas de fabricação e NR13,tem histórico de atendimento na Suzano e atuação em PG na unidade de Aracruz, atendendo em qualidade e prazo.</a:t>
            </a:r>
          </a:p>
          <a:p>
            <a:endParaRPr lang="pt-BR" sz="1000" dirty="0">
              <a:latin typeface="Suzano Display" panose="02010503030508060203" pitchFamily="2" charset="0"/>
              <a:cs typeface="Arial" panose="020B0604020202020204" pitchFamily="34" charset="0"/>
            </a:endParaRPr>
          </a:p>
          <a:p>
            <a:r>
              <a:rPr lang="pt-BR" sz="1000" b="1" dirty="0">
                <a:latin typeface="Suzano Display" panose="02010503030508060203" pitchFamily="2" charset="0"/>
                <a:cs typeface="Arial" panose="020B0604020202020204" pitchFamily="34" charset="0"/>
              </a:rPr>
              <a:t>Considerações sobre o cronograma: </a:t>
            </a:r>
            <a: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  <a:t>Das três empresas participantes a </a:t>
            </a:r>
            <a:r>
              <a:rPr lang="pt-BR" sz="1000" dirty="0" err="1">
                <a:latin typeface="Suzano Display" panose="02010503030508060203" pitchFamily="2" charset="0"/>
                <a:cs typeface="Arial" panose="020B0604020202020204" pitchFamily="34" charset="0"/>
              </a:rPr>
              <a:t>Tequaly</a:t>
            </a:r>
            <a: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  <a:t> foi a única que apresentou atendimento ao prazo e período da PG sendo executada a manutenção entre os dias 25/07/2026 à 05/08/2027, a Imetame atende em prazo mas período apenas Apartir do dia 19/10/2026 e a Bosch atende em Período iniciando a manutenção no dia 25/07 mas em prazo, a mesma solicitou 16 dias de execução excedendo o período da PG.</a:t>
            </a:r>
          </a:p>
          <a:p>
            <a:b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</a:br>
            <a:r>
              <a:rPr lang="pt-BR" sz="1000" b="1" dirty="0">
                <a:latin typeface="Suzano Display" panose="02010503030508060203" pitchFamily="2" charset="0"/>
                <a:cs typeface="Arial" panose="020B0604020202020204" pitchFamily="34" charset="0"/>
              </a:rPr>
              <a:t>CONCLUSÕES</a:t>
            </a:r>
          </a:p>
          <a:p>
            <a: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  <a:t>De acordo com exposto as empresas atendem tecnicamente em escopo e qualidade no entanto a Imetame por não atender o período da PG não poderá participar, seguindo apenas com a </a:t>
            </a:r>
            <a:r>
              <a:rPr lang="pt-BR" sz="1000" dirty="0" err="1">
                <a:latin typeface="Suzano Display" panose="02010503030508060203" pitchFamily="2" charset="0"/>
                <a:cs typeface="Arial" panose="020B0604020202020204" pitchFamily="34" charset="0"/>
              </a:rPr>
              <a:t>Tequaly</a:t>
            </a:r>
            <a: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  <a:t> e Bosch pois as mesmas além de atender tecnicamente o escopo são as duas que atendem o período da PG, mas de forma de prioridade a </a:t>
            </a:r>
            <a:r>
              <a:rPr lang="pt-BR" sz="1000" dirty="0" err="1">
                <a:latin typeface="Suzano Display" panose="02010503030508060203" pitchFamily="2" charset="0"/>
                <a:cs typeface="Arial" panose="020B0604020202020204" pitchFamily="34" charset="0"/>
              </a:rPr>
              <a:t>Tequaly</a:t>
            </a:r>
            <a: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  <a:t> se destaca pois a manutenção ocorrerá dentro da PG e a Bosch ficando como segunda opção pois o período apresentado excede em 6 dias o período da PG.</a:t>
            </a:r>
          </a:p>
          <a:p>
            <a:br>
              <a:rPr lang="pt-BR" sz="1000" dirty="0">
                <a:latin typeface="Suzano Display" panose="02010503030508060203" pitchFamily="2" charset="0"/>
                <a:cs typeface="Arial" panose="020B0604020202020204" pitchFamily="34" charset="0"/>
              </a:rPr>
            </a:br>
            <a:endParaRPr lang="pt-BR" sz="1000" dirty="0">
              <a:latin typeface="Suzano Display" panose="020105030305080602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3E371F87-516A-B3CB-E0BE-A6061CA66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575676"/>
              </p:ext>
            </p:extLst>
          </p:nvPr>
        </p:nvGraphicFramePr>
        <p:xfrm>
          <a:off x="6586209" y="1080610"/>
          <a:ext cx="4140835" cy="881636"/>
        </p:xfrm>
        <a:graphic>
          <a:graphicData uri="http://schemas.openxmlformats.org/drawingml/2006/table">
            <a:tbl>
              <a:tblPr/>
              <a:tblGrid>
                <a:gridCol w="2070100">
                  <a:extLst>
                    <a:ext uri="{9D8B030D-6E8A-4147-A177-3AD203B41FA5}">
                      <a16:colId xmlns:a16="http://schemas.microsoft.com/office/drawing/2014/main" val="2440414228"/>
                    </a:ext>
                  </a:extLst>
                </a:gridCol>
                <a:gridCol w="2070735">
                  <a:extLst>
                    <a:ext uri="{9D8B030D-6E8A-4147-A177-3AD203B41FA5}">
                      <a16:colId xmlns:a16="http://schemas.microsoft.com/office/drawing/2014/main" val="387223057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PROPONENTE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PREFERÊNCIA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67828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Tequaly</a:t>
                      </a:r>
                      <a:endParaRPr lang="pt-BR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1ª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05364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Metalurgica</a:t>
                      </a:r>
                      <a:r>
                        <a:rPr lang="pt-BR" sz="11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Bosch</a:t>
                      </a:r>
                      <a:endParaRPr lang="pt-BR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2ª</a:t>
                      </a:r>
                      <a:endParaRPr lang="pt-BR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3965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Imetame</a:t>
                      </a:r>
                      <a:endParaRPr lang="pt-BR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3ª</a:t>
                      </a:r>
                      <a:endParaRPr lang="pt-BR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93315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D402747A-B022-CA65-046E-DA94B4416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0"/>
            <a:ext cx="1028700" cy="685800"/>
          </a:xfrm>
          <a:prstGeom prst="rect">
            <a:avLst/>
          </a:prstGeom>
        </p:spPr>
      </p:pic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F0D3CD16-8097-5756-D325-607CEC534B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3569154"/>
              </p:ext>
            </p:extLst>
          </p:nvPr>
        </p:nvGraphicFramePr>
        <p:xfrm>
          <a:off x="6258305" y="2417477"/>
          <a:ext cx="5246469" cy="2991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23620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65CE6-F366-DBBF-9AC0-3277B642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hink-cell data - do not delete" hidden="1">
            <a:extLst>
              <a:ext uri="{FF2B5EF4-FFF2-40B4-BE49-F238E27FC236}">
                <a16:creationId xmlns:a16="http://schemas.microsoft.com/office/drawing/2014/main" id="{0B808FDC-A3EE-4615-613C-24214923734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0316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23" imgW="395" imgH="396" progId="TCLayout.ActiveDocument.1">
                  <p:embed/>
                </p:oleObj>
              </mc:Choice>
              <mc:Fallback>
                <p:oleObj name="Slide do think-cell" r:id="rId23" imgW="395" imgH="396" progId="TCLayout.ActiveDocument.1">
                  <p:embed/>
                  <p:pic>
                    <p:nvPicPr>
                      <p:cNvPr id="3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808FDC-A3EE-4615-613C-2421492373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tângulo 64">
            <a:extLst>
              <a:ext uri="{FF2B5EF4-FFF2-40B4-BE49-F238E27FC236}">
                <a16:creationId xmlns:a16="http://schemas.microsoft.com/office/drawing/2014/main" id="{A352A44D-6E54-23E0-4DA1-7473934CA6EF}"/>
              </a:ext>
            </a:extLst>
          </p:cNvPr>
          <p:cNvSpPr/>
          <p:nvPr/>
        </p:nvSpPr>
        <p:spPr>
          <a:xfrm>
            <a:off x="5080347" y="649072"/>
            <a:ext cx="7013810" cy="6103441"/>
          </a:xfrm>
          <a:prstGeom prst="rect">
            <a:avLst/>
          </a:prstGeom>
          <a:solidFill>
            <a:srgbClr val="E4E2DE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B0350EF1-0D04-49F1-3EEF-D15E40BB29E6}"/>
              </a:ext>
            </a:extLst>
          </p:cNvPr>
          <p:cNvSpPr/>
          <p:nvPr/>
        </p:nvSpPr>
        <p:spPr>
          <a:xfrm>
            <a:off x="5060951" y="708503"/>
            <a:ext cx="7013575" cy="137449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7E28B7-65FA-9FD0-018F-8012671FCFD3}"/>
              </a:ext>
            </a:extLst>
          </p:cNvPr>
          <p:cNvSpPr txBox="1"/>
          <p:nvPr/>
        </p:nvSpPr>
        <p:spPr>
          <a:xfrm>
            <a:off x="7045325" y="1674943"/>
            <a:ext cx="2132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80"/>
              </a:buClr>
            </a:pPr>
            <a:r>
              <a:rPr lang="pt-BR" sz="1000" b="1">
                <a:solidFill>
                  <a:srgbClr val="000080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Abertura de Custos </a:t>
            </a:r>
          </a:p>
          <a:p>
            <a:pPr algn="ctr">
              <a:buClr>
                <a:srgbClr val="000080"/>
              </a:buClr>
            </a:pPr>
            <a:r>
              <a:rPr lang="pt-BR" sz="1000"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Via Demonstrativo de </a:t>
            </a:r>
          </a:p>
          <a:p>
            <a:pPr algn="ctr">
              <a:buClr>
                <a:srgbClr val="000080"/>
              </a:buClr>
            </a:pPr>
            <a:r>
              <a:rPr lang="pt-BR" sz="1000"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Formação de Preço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A3FCC4D6-0644-85AD-69A2-B4FBA2E44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7" y="12745"/>
            <a:ext cx="117728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ONEPAGE – REVITALIZAÇÃO DOS REATORES 060 E 031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sp>
        <p:nvSpPr>
          <p:cNvPr id="214" name="Retângulo 213">
            <a:extLst>
              <a:ext uri="{FF2B5EF4-FFF2-40B4-BE49-F238E27FC236}">
                <a16:creationId xmlns:a16="http://schemas.microsoft.com/office/drawing/2014/main" id="{8A287082-0F78-1334-97C9-37861BB42E1F}"/>
              </a:ext>
            </a:extLst>
          </p:cNvPr>
          <p:cNvSpPr/>
          <p:nvPr/>
        </p:nvSpPr>
        <p:spPr>
          <a:xfrm>
            <a:off x="8451818" y="3680762"/>
            <a:ext cx="760412" cy="1222373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82287C9F-3278-E126-D37A-45C42B455FC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49110263"/>
              </p:ext>
            </p:extLst>
          </p:nvPr>
        </p:nvGraphicFramePr>
        <p:xfrm>
          <a:off x="5832475" y="3109913"/>
          <a:ext cx="5989638" cy="1604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EB9597D-7A4A-0259-2351-A023910E75F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6497638" y="2971800"/>
            <a:ext cx="0" cy="6810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D79C272A-5E93-E5CE-7CF1-EEB761D8E9DC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6497638" y="2971800"/>
            <a:ext cx="23669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F39742F-08AF-5864-2272-0EB44AA5BDAD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864600" y="2971800"/>
            <a:ext cx="0" cy="6905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BF6E5DC-7A7F-E0AF-EFEA-267C778EC63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7662863" y="34353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78C04CC-E155-3370-22B0-52DB3884272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662863" y="3435350"/>
            <a:ext cx="11255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E4C9C6F-CABA-8168-57C4-9D4779895D1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8788400" y="3435350"/>
            <a:ext cx="0" cy="2270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ço Reservado para Texto 2">
            <a:extLst>
              <a:ext uri="{FF2B5EF4-FFF2-40B4-BE49-F238E27FC236}">
                <a16:creationId xmlns:a16="http://schemas.microsoft.com/office/drawing/2014/main" id="{A3A3560F-4DB6-3EDE-A6DF-200C63BD5E0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286500" y="4675188"/>
            <a:ext cx="4238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F8B90AC-8CEC-48A2-AD96-28D6232029A4}" type="datetime'Bu''''d''''get'''''''''''''''''''''''''''''">
              <a:rPr lang="pt-BR" altLang="en-US" sz="10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Budget</a:t>
            </a:fld>
            <a:endParaRPr lang="pt-BR" sz="100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C8A6F3D2-D4BB-C167-7D44-2CB9EE7EBE09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310438" y="4675188"/>
            <a:ext cx="7048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3767DF4-9CAD-43AF-942D-793BE4E5EF02}" type="datetime'''''''''S''h''''ou''ld'''''' C''''os''''''''''''''''''t'''''''">
              <a:rPr lang="pt-BR" altLang="en-US" sz="10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Should Cost</a:t>
            </a:fld>
            <a:endParaRPr lang="pt-BR" sz="100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5CD46977-C492-33F3-2E6F-95757DCC5F9E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8588375" y="4675188"/>
            <a:ext cx="4762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4C33015-FEE0-4250-84BF-4A66FEF8A718}" type="datetime'''''''''T''''''''''''''''e''''''''''q''''''u''''a''l''y'''''''">
              <a:rPr lang="pt-BR" altLang="en-US" sz="10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Tequaly</a:t>
            </a:fld>
            <a:endParaRPr lang="pt-BR" sz="100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32" name="Espaço Reservado para Texto 2">
            <a:extLst>
              <a:ext uri="{FF2B5EF4-FFF2-40B4-BE49-F238E27FC236}">
                <a16:creationId xmlns:a16="http://schemas.microsoft.com/office/drawing/2014/main" id="{2E593E9E-7D62-DDBC-FC2F-3CD434BC6C57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9713913" y="4675188"/>
            <a:ext cx="555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DAAE915-F9D0-43EE-AE51-C79B267EAA26}" type="datetime'''''''''''I''''''''''m''''''''et''a''m''e'''''''''''''''''''">
              <a:rPr lang="pt-BR" altLang="en-US" sz="1000" smtClean="0">
                <a:solidFill>
                  <a:srgbClr val="000000"/>
                </a:solidFill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Imetame</a:t>
            </a:fld>
            <a:endParaRPr lang="pt-BR" sz="1000" dirty="0">
              <a:solidFill>
                <a:srgbClr val="000000"/>
              </a:solidFill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02055C7D-8477-9F45-04BC-C70EDDD366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982325" y="4675188"/>
            <a:ext cx="3492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46467CD-2C81-4896-8709-CE1EC09CC1D1}" type="datetime'''''B''''''''''o''''''''sc''h'''''''">
              <a:rPr lang="pt-BR" altLang="en-US" sz="10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Bosch</a:t>
            </a:fld>
            <a:endParaRPr lang="pt-BR" sz="100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B3D4CEBA-BEC2-475D-00C1-E243F285806C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6367463" y="3690938"/>
            <a:ext cx="2619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875A375-932A-4BD0-8032-64322D258BCD}" type="datetime'''1''''''''''''''''3,''''''''''''''5'''''''''''''''''">
              <a:rPr lang="pt-BR" altLang="en-US" sz="10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13,5</a:t>
            </a:fld>
            <a:endParaRPr lang="pt-BR" sz="100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9086C421-4806-D737-E3B4-CB93C154F063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7526338" y="3625850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B9B2321-D2C4-470C-B9AF-74E440B40DE0}" type="datetime'''1''''''''''''''''''''4'''''''',''''6'''''''''''">
              <a:rPr lang="pt-BR" altLang="en-US" sz="10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14,6</a:t>
            </a:fld>
            <a:endParaRPr lang="pt-BR" sz="100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8B81AA5-6CC3-88F1-4D91-7E8978DD514C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8696325" y="3700463"/>
            <a:ext cx="2603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AFEF0AB-5034-4E43-84AE-A30CDBE300DA}" type="datetime'''1''''''''''''3'''''''''''''''''''''''',''''''''3'''''''''">
              <a:rPr lang="pt-BR" altLang="en-US" sz="10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13,3</a:t>
            </a:fld>
            <a:endParaRPr lang="pt-BR" sz="100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33" name="Espaço Reservado para Texto 2">
            <a:extLst>
              <a:ext uri="{FF2B5EF4-FFF2-40B4-BE49-F238E27FC236}">
                <a16:creationId xmlns:a16="http://schemas.microsoft.com/office/drawing/2014/main" id="{175AFCCC-4059-251F-548F-40B8044091B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9858375" y="3582988"/>
            <a:ext cx="2682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983BDC5-74B4-48B9-A51A-CCEB93EEF1E1}" type="datetime'''''''''''''1''''''''''''5'',''''''4'''''''''''''''''''''''">
              <a:rPr lang="pt-BR" altLang="en-US" sz="1000" smtClean="0">
                <a:solidFill>
                  <a:srgbClr val="000000"/>
                </a:solidFill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15,4</a:t>
            </a:fld>
            <a:endParaRPr lang="pt-BR" sz="1000" dirty="0">
              <a:solidFill>
                <a:srgbClr val="000000"/>
              </a:solidFill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20" name="Espaço Reservado para Texto 2">
            <a:extLst>
              <a:ext uri="{FF2B5EF4-FFF2-40B4-BE49-F238E27FC236}">
                <a16:creationId xmlns:a16="http://schemas.microsoft.com/office/drawing/2014/main" id="{31355A0B-B196-F7BD-BADE-BAC2DE028ECE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11018838" y="3030538"/>
            <a:ext cx="2762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C0C15DC-2D66-4408-9F73-9B372D94B85F}" type="datetime'''''''''2''''''''''''''''''4'',''''''''''''''''9'''''''''''">
              <a:rPr lang="pt-BR" altLang="en-US" sz="10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24,9</a:t>
            </a:fld>
            <a:endParaRPr lang="pt-BR" sz="100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98E9A103-53E6-48BB-BB24-9FB4DD7DC8E4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7261225" y="2778125"/>
            <a:ext cx="839788" cy="387350"/>
          </a:xfrm>
          <a:prstGeom prst="ellipse">
            <a:avLst/>
          </a:prstGeom>
          <a:solidFill>
            <a:srgbClr val="FFFFFF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0440A49-37F7-41A7-8065-B62090A569FC}" type="datetime'''''''''''''''''''''''-''''''''''''0'''',''''''''2'">
              <a:rPr lang="pt-BR" altLang="en-US" sz="1000" b="1" smtClean="0">
                <a:solidFill>
                  <a:srgbClr val="00B442"/>
                </a:solidFill>
                <a:effectLst/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-0,2</a:t>
            </a:fld>
            <a:r>
              <a:rPr lang="pt-BR" altLang="en-US" sz="1000" b="1" dirty="0">
                <a:solidFill>
                  <a:srgbClr val="00B442"/>
                </a:solidFill>
                <a:effectLst/>
                <a:latin typeface="Suzano Display" panose="02010503030508060203" pitchFamily="2" charset="0"/>
              </a:rPr>
              <a:t> MBRL</a:t>
            </a:r>
            <a:br>
              <a:rPr lang="pt-BR" altLang="en-US" sz="1000" b="1" dirty="0">
                <a:solidFill>
                  <a:srgbClr val="00B442"/>
                </a:solidFill>
                <a:effectLst/>
                <a:latin typeface="Suzano Display" panose="02010503030508060203" pitchFamily="2" charset="0"/>
              </a:rPr>
            </a:br>
            <a:r>
              <a:rPr lang="pt-BR" altLang="en-US" sz="1000" b="1" dirty="0">
                <a:solidFill>
                  <a:srgbClr val="00B442"/>
                </a:solidFill>
                <a:effectLst/>
                <a:latin typeface="Suzano Display" panose="02010503030508060203" pitchFamily="2" charset="0"/>
              </a:rPr>
              <a:t>(</a:t>
            </a:r>
            <a:fld id="{6A2D07C1-4070-449E-90FC-2A8A77A393F5}" type="datetime'''''''''''''''''''''''-1'''''''''''''',2''''''''%'''">
              <a:rPr lang="pt-BR" altLang="en-US" sz="1000" b="1" smtClean="0">
                <a:solidFill>
                  <a:srgbClr val="00B442"/>
                </a:solidFill>
                <a:effectLst/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-1,2%</a:t>
            </a:fld>
            <a:r>
              <a:rPr lang="pt-BR" altLang="en-US" sz="1000" b="1" dirty="0">
                <a:solidFill>
                  <a:srgbClr val="00B442"/>
                </a:solidFill>
                <a:effectLst/>
                <a:latin typeface="Suzano Display" panose="02010503030508060203" pitchFamily="2" charset="0"/>
              </a:rPr>
              <a:t>)</a:t>
            </a:r>
            <a:endParaRPr lang="pt-BR" sz="1000" b="1" dirty="0">
              <a:solidFill>
                <a:srgbClr val="00B442"/>
              </a:solidFill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2B543856-A0EA-C9C7-9D92-85515C2E9916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812088" y="3241675"/>
            <a:ext cx="827088" cy="387350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000" b="1" dirty="0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  <a:t>-</a:t>
            </a:r>
            <a:fld id="{DFD8DFD1-391F-4124-9A83-A0AAC454EDD5}" type="datetime'''''''''''1'''''''''''''''''''''''''''''''''''''',3'''''''">
              <a:rPr lang="pt-BR" altLang="en-US" sz="1000" b="1" smtClean="0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1,3</a:t>
            </a:fld>
            <a:r>
              <a:rPr lang="pt-BR" altLang="en-US" sz="1000" b="1" dirty="0">
                <a:solidFill>
                  <a:srgbClr val="00B050"/>
                </a:solidFill>
                <a:effectLst/>
                <a:latin typeface="Suzano Display" panose="02010503030508060203" pitchFamily="2" charset="0"/>
                <a:sym typeface="Suzano Display" panose="02010503030508060203" pitchFamily="2" charset="0"/>
              </a:rPr>
              <a:t> MBRL</a:t>
            </a:r>
            <a:br>
              <a:rPr lang="pt-BR" altLang="en-US" sz="1000" b="1">
                <a:solidFill>
                  <a:srgbClr val="00B050"/>
                </a:solidFill>
                <a:effectLst/>
                <a:latin typeface="Suzano Display" panose="02010503030508060203" pitchFamily="2" charset="0"/>
                <a:sym typeface="Suzano Display" panose="02010503030508060203" pitchFamily="2" charset="0"/>
              </a:rPr>
            </a:br>
            <a:r>
              <a:rPr lang="pt-BR" altLang="en-US" sz="1000" b="1">
                <a:solidFill>
                  <a:srgbClr val="00B050"/>
                </a:solidFill>
                <a:effectLst/>
                <a:latin typeface="Suzano Display" panose="02010503030508060203" pitchFamily="2" charset="0"/>
                <a:sym typeface="Suzano Display" panose="02010503030508060203" pitchFamily="2" charset="0"/>
              </a:rPr>
              <a:t>(-</a:t>
            </a:r>
            <a:fld id="{5E297D6C-378F-440C-ADCA-0793D6A6A45E}" type="datetime'''8'''''',''''''''''''''''''''''''''''''8%'''''''''''">
              <a:rPr lang="pt-BR" altLang="en-US" sz="1000" b="1" smtClean="0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8,8%</a:t>
            </a:fld>
            <a:r>
              <a:rPr lang="pt-BR" altLang="en-US" sz="1000" b="1">
                <a:solidFill>
                  <a:srgbClr val="00B050"/>
                </a:solidFill>
                <a:effectLst/>
                <a:latin typeface="Suzano Display" panose="02010503030508060203" pitchFamily="2" charset="0"/>
                <a:sym typeface="Suzano Display" panose="02010503030508060203" pitchFamily="2" charset="0"/>
              </a:rPr>
              <a:t>)</a:t>
            </a:r>
            <a:endParaRPr lang="pt-BR" sz="1000" b="1" dirty="0">
              <a:solidFill>
                <a:srgbClr val="00B050"/>
              </a:solidFill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25" name="Straight Connector 4">
            <a:extLst>
              <a:ext uri="{FF2B5EF4-FFF2-40B4-BE49-F238E27FC236}">
                <a16:creationId xmlns:a16="http://schemas.microsoft.com/office/drawing/2014/main" id="{B7EDDACE-2447-7A7B-1031-5B5860FCB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926" y="534890"/>
            <a:ext cx="9964737" cy="14288"/>
          </a:xfrm>
          <a:prstGeom prst="line">
            <a:avLst/>
          </a:prstGeom>
          <a:noFill/>
          <a:ln w="2540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47" name="Imagem 146">
            <a:extLst>
              <a:ext uri="{FF2B5EF4-FFF2-40B4-BE49-F238E27FC236}">
                <a16:creationId xmlns:a16="http://schemas.microsoft.com/office/drawing/2014/main" id="{ABC60917-9E00-B17F-1D3F-EF2B41F0E59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163300" y="30480"/>
            <a:ext cx="867774" cy="578516"/>
          </a:xfrm>
          <a:prstGeom prst="rect">
            <a:avLst/>
          </a:prstGeom>
        </p:spPr>
      </p:pic>
      <p:pic>
        <p:nvPicPr>
          <p:cNvPr id="174" name="Imagem 173" descr="Ícone&#10;&#10;O conteúdo gerado por IA pode estar incorreto.">
            <a:extLst>
              <a:ext uri="{FF2B5EF4-FFF2-40B4-BE49-F238E27FC236}">
                <a16:creationId xmlns:a16="http://schemas.microsoft.com/office/drawing/2014/main" id="{E0120F85-4170-ACF3-23DD-DA4BEDE5926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0" y="1135922"/>
            <a:ext cx="541338" cy="541338"/>
          </a:xfrm>
          <a:prstGeom prst="rect">
            <a:avLst/>
          </a:prstGeom>
        </p:spPr>
      </p:pic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EB7615FC-30B3-47FA-FBC5-C956BD8EA05E}"/>
              </a:ext>
            </a:extLst>
          </p:cNvPr>
          <p:cNvSpPr txBox="1"/>
          <p:nvPr/>
        </p:nvSpPr>
        <p:spPr>
          <a:xfrm>
            <a:off x="5340450" y="1623336"/>
            <a:ext cx="1863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80"/>
              </a:buClr>
            </a:pPr>
            <a:r>
              <a:rPr lang="pt-BR" sz="1000" b="1" dirty="0">
                <a:solidFill>
                  <a:srgbClr val="000080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Sinergia: </a:t>
            </a:r>
            <a:r>
              <a:rPr lang="pt-BR" sz="1000" i="1" dirty="0"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Rebate</a:t>
            </a:r>
            <a:r>
              <a:rPr lang="pt-BR" sz="1000" dirty="0"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 de até </a:t>
            </a:r>
            <a:r>
              <a:rPr lang="pt-BR" sz="1000" b="1" dirty="0">
                <a:solidFill>
                  <a:srgbClr val="000080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R$500K </a:t>
            </a:r>
            <a:r>
              <a:rPr lang="pt-BR" sz="1000" dirty="0"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com fechamento em sinergia de pacotes na </a:t>
            </a:r>
            <a:r>
              <a:rPr lang="pt-BR" sz="1000" b="1" dirty="0">
                <a:solidFill>
                  <a:srgbClr val="000080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Otimização Estrutural</a:t>
            </a:r>
          </a:p>
        </p:txBody>
      </p:sp>
      <p:pic>
        <p:nvPicPr>
          <p:cNvPr id="177" name="Imagem 176" descr="Ícone&#10;&#10;O conteúdo gerado por IA pode estar incorreto.">
            <a:extLst>
              <a:ext uri="{FF2B5EF4-FFF2-40B4-BE49-F238E27FC236}">
                <a16:creationId xmlns:a16="http://schemas.microsoft.com/office/drawing/2014/main" id="{5998BDBA-7E06-0D86-BCA4-9F93E1E8FC0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200" y="1170759"/>
            <a:ext cx="539750" cy="539750"/>
          </a:xfrm>
          <a:prstGeom prst="rect">
            <a:avLst/>
          </a:prstGeom>
        </p:spPr>
      </p:pic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1D8582EE-17EB-DC5F-64F7-E25EE6288812}"/>
              </a:ext>
            </a:extLst>
          </p:cNvPr>
          <p:cNvSpPr txBox="1"/>
          <p:nvPr/>
        </p:nvSpPr>
        <p:spPr>
          <a:xfrm>
            <a:off x="10518775" y="1695082"/>
            <a:ext cx="1500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80"/>
              </a:buClr>
            </a:pPr>
            <a:r>
              <a:rPr lang="pt-BR" sz="1000"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Preços </a:t>
            </a:r>
            <a:r>
              <a:rPr lang="pt-BR" sz="1000" b="1">
                <a:solidFill>
                  <a:srgbClr val="000080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fixos </a:t>
            </a:r>
          </a:p>
          <a:p>
            <a:pPr algn="ctr">
              <a:buClr>
                <a:srgbClr val="000080"/>
              </a:buClr>
            </a:pPr>
            <a:r>
              <a:rPr lang="pt-BR" sz="1000" b="1">
                <a:solidFill>
                  <a:srgbClr val="000080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e irreajustáveis</a:t>
            </a:r>
            <a:endParaRPr lang="pt-BR" sz="1000">
              <a:latin typeface="Suzano Display" panose="020105030305080602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0" name="Imagem 179" descr="Ícone&#10;&#10;O conteúdo gerado por IA pode estar incorreto.">
            <a:extLst>
              <a:ext uri="{FF2B5EF4-FFF2-40B4-BE49-F238E27FC236}">
                <a16:creationId xmlns:a16="http://schemas.microsoft.com/office/drawing/2014/main" id="{A3CE3E0C-46B4-9E4C-C948-09D07CF1451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688" y="1136044"/>
            <a:ext cx="541338" cy="541338"/>
          </a:xfrm>
          <a:prstGeom prst="rect">
            <a:avLst/>
          </a:prstGeom>
        </p:spPr>
      </p:pic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9FC46066-5271-C681-9B3F-648BA28150B5}"/>
              </a:ext>
            </a:extLst>
          </p:cNvPr>
          <p:cNvSpPr txBox="1"/>
          <p:nvPr/>
        </p:nvSpPr>
        <p:spPr>
          <a:xfrm>
            <a:off x="9107488" y="1695417"/>
            <a:ext cx="14017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80"/>
              </a:buClr>
            </a:pPr>
            <a:r>
              <a:rPr lang="pt-BR" sz="1000" dirty="0"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PG’26 em </a:t>
            </a:r>
          </a:p>
          <a:p>
            <a:pPr algn="ctr">
              <a:buClr>
                <a:srgbClr val="000080"/>
              </a:buClr>
            </a:pPr>
            <a:r>
              <a:rPr lang="pt-BR" sz="1000" dirty="0"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pacote global </a:t>
            </a:r>
          </a:p>
          <a:p>
            <a:pPr algn="ctr">
              <a:buClr>
                <a:srgbClr val="000080"/>
              </a:buClr>
            </a:pPr>
            <a:r>
              <a:rPr lang="pt-BR" sz="1000" b="1" dirty="0">
                <a:solidFill>
                  <a:srgbClr val="000080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com macro índices</a:t>
            </a:r>
            <a:endParaRPr lang="pt-BR" sz="1000" dirty="0">
              <a:latin typeface="Suzano Display" panose="020105030305080602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3" name="Imagem 182" descr="Ícone&#10;&#10;O conteúdo gerado por IA pode estar incorreto.">
            <a:extLst>
              <a:ext uri="{FF2B5EF4-FFF2-40B4-BE49-F238E27FC236}">
                <a16:creationId xmlns:a16="http://schemas.microsoft.com/office/drawing/2014/main" id="{5532D272-37B5-DB55-B9FE-E114FC5933D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25" y="1171779"/>
            <a:ext cx="619125" cy="541205"/>
          </a:xfrm>
          <a:prstGeom prst="rect">
            <a:avLst/>
          </a:prstGeom>
        </p:spPr>
      </p:pic>
      <p:sp>
        <p:nvSpPr>
          <p:cNvPr id="195" name="Retângulo 194">
            <a:extLst>
              <a:ext uri="{FF2B5EF4-FFF2-40B4-BE49-F238E27FC236}">
                <a16:creationId xmlns:a16="http://schemas.microsoft.com/office/drawing/2014/main" id="{60AC7633-6B7C-A555-E252-5CED84DD7846}"/>
              </a:ext>
            </a:extLst>
          </p:cNvPr>
          <p:cNvSpPr/>
          <p:nvPr/>
        </p:nvSpPr>
        <p:spPr>
          <a:xfrm>
            <a:off x="5208588" y="892018"/>
            <a:ext cx="6718300" cy="1414434"/>
          </a:xfrm>
          <a:prstGeom prst="rect">
            <a:avLst/>
          </a:prstGeom>
          <a:noFill/>
          <a:ln w="3175">
            <a:solidFill>
              <a:srgbClr val="000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82F1352C-989B-27C4-96B7-42B907D98C9A}"/>
              </a:ext>
            </a:extLst>
          </p:cNvPr>
          <p:cNvSpPr/>
          <p:nvPr/>
        </p:nvSpPr>
        <p:spPr>
          <a:xfrm>
            <a:off x="7275513" y="735229"/>
            <a:ext cx="2595563" cy="307777"/>
          </a:xfrm>
          <a:prstGeom prst="rect">
            <a:avLst/>
          </a:prstGeom>
          <a:solidFill>
            <a:srgbClr val="000080"/>
          </a:solidFill>
        </p:spPr>
        <p:txBody>
          <a:bodyPr wrap="square">
            <a:spAutoFit/>
          </a:bodyPr>
          <a:lstStyle/>
          <a:p>
            <a:pPr algn="ctr" defTabSz="914377">
              <a:defRPr/>
            </a:pPr>
            <a:r>
              <a:rPr lang="pt-BR" sz="1400" b="1">
                <a:solidFill>
                  <a:schemeClr val="bg1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Alavancas de Negociação</a:t>
            </a:r>
          </a:p>
        </p:txBody>
      </p:sp>
      <p:sp>
        <p:nvSpPr>
          <p:cNvPr id="196" name="Retângulo 195">
            <a:extLst>
              <a:ext uri="{FF2B5EF4-FFF2-40B4-BE49-F238E27FC236}">
                <a16:creationId xmlns:a16="http://schemas.microsoft.com/office/drawing/2014/main" id="{6B3BD90A-1D9F-3A20-6F0F-D8AD472FE6EB}"/>
              </a:ext>
            </a:extLst>
          </p:cNvPr>
          <p:cNvSpPr/>
          <p:nvPr/>
        </p:nvSpPr>
        <p:spPr>
          <a:xfrm>
            <a:off x="5218113" y="2580510"/>
            <a:ext cx="6718300" cy="2328373"/>
          </a:xfrm>
          <a:prstGeom prst="rect">
            <a:avLst/>
          </a:prstGeom>
          <a:noFill/>
          <a:ln w="3175">
            <a:solidFill>
              <a:srgbClr val="000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97" name="Agrupar 196">
            <a:extLst>
              <a:ext uri="{FF2B5EF4-FFF2-40B4-BE49-F238E27FC236}">
                <a16:creationId xmlns:a16="http://schemas.microsoft.com/office/drawing/2014/main" id="{46D5D35E-324C-F154-4487-0B49428C29E1}"/>
              </a:ext>
            </a:extLst>
          </p:cNvPr>
          <p:cNvGrpSpPr/>
          <p:nvPr/>
        </p:nvGrpSpPr>
        <p:grpSpPr>
          <a:xfrm>
            <a:off x="7262813" y="2421610"/>
            <a:ext cx="2595563" cy="307975"/>
            <a:chOff x="7311190" y="2675252"/>
            <a:chExt cx="2594810" cy="307975"/>
          </a:xfrm>
        </p:grpSpPr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12028D71-F748-30EA-9794-809EC749E462}"/>
                </a:ext>
              </a:extLst>
            </p:cNvPr>
            <p:cNvSpPr/>
            <p:nvPr/>
          </p:nvSpPr>
          <p:spPr>
            <a:xfrm>
              <a:off x="7311190" y="2675252"/>
              <a:ext cx="2594810" cy="307975"/>
            </a:xfrm>
            <a:prstGeom prst="rect">
              <a:avLst/>
            </a:prstGeom>
            <a:solidFill>
              <a:srgbClr val="000080"/>
            </a:solidFill>
          </p:spPr>
          <p:txBody>
            <a:bodyPr wrap="square">
              <a:spAutoFit/>
            </a:bodyPr>
            <a:lstStyle/>
            <a:p>
              <a:pPr defTabSz="914377">
                <a:defRPr/>
              </a:pPr>
              <a:r>
                <a:rPr lang="pt-BR" sz="1400" b="1">
                  <a:solidFill>
                    <a:schemeClr val="bg1"/>
                  </a:solidFill>
                  <a:latin typeface="Suzano Display" panose="02010503030508060203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Cenário Final</a:t>
              </a:r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:a16="http://schemas.microsoft.com/office/drawing/2014/main" id="{8E4EEAF7-6919-5984-E7DD-51B8AA2FCB0E}"/>
                </a:ext>
              </a:extLst>
            </p:cNvPr>
            <p:cNvSpPr txBox="1"/>
            <p:nvPr/>
          </p:nvSpPr>
          <p:spPr>
            <a:xfrm>
              <a:off x="8970169" y="2729427"/>
              <a:ext cx="655637" cy="215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rgbClr val="000080"/>
                </a:buClr>
              </a:pPr>
              <a:r>
                <a:rPr lang="pt-BR" sz="800">
                  <a:solidFill>
                    <a:schemeClr val="bg1"/>
                  </a:solidFill>
                  <a:latin typeface="Suzano Display" panose="02010503030508060203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MBRL</a:t>
              </a:r>
            </a:p>
          </p:txBody>
        </p:sp>
      </p:grpSp>
      <p:sp>
        <p:nvSpPr>
          <p:cNvPr id="218" name="Retângulo 217">
            <a:extLst>
              <a:ext uri="{FF2B5EF4-FFF2-40B4-BE49-F238E27FC236}">
                <a16:creationId xmlns:a16="http://schemas.microsoft.com/office/drawing/2014/main" id="{8F61C997-1E38-770F-32FC-18413BBF9C41}"/>
              </a:ext>
            </a:extLst>
          </p:cNvPr>
          <p:cNvSpPr/>
          <p:nvPr/>
        </p:nvSpPr>
        <p:spPr>
          <a:xfrm>
            <a:off x="5218113" y="5178757"/>
            <a:ext cx="6718300" cy="1435403"/>
          </a:xfrm>
          <a:prstGeom prst="rect">
            <a:avLst/>
          </a:prstGeom>
          <a:noFill/>
          <a:ln w="3175">
            <a:solidFill>
              <a:srgbClr val="000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2" name="Retângulo 191">
            <a:extLst>
              <a:ext uri="{FF2B5EF4-FFF2-40B4-BE49-F238E27FC236}">
                <a16:creationId xmlns:a16="http://schemas.microsoft.com/office/drawing/2014/main" id="{C96533D7-8D70-2C00-0D09-D023CC0A482D}"/>
              </a:ext>
            </a:extLst>
          </p:cNvPr>
          <p:cNvSpPr/>
          <p:nvPr/>
        </p:nvSpPr>
        <p:spPr>
          <a:xfrm>
            <a:off x="7370762" y="5030259"/>
            <a:ext cx="2594810" cy="307975"/>
          </a:xfrm>
          <a:prstGeom prst="rect">
            <a:avLst/>
          </a:prstGeom>
          <a:solidFill>
            <a:srgbClr val="000080"/>
          </a:solidFill>
          <a:ln>
            <a:solidFill>
              <a:srgbClr val="000080"/>
            </a:solidFill>
          </a:ln>
        </p:spPr>
        <p:txBody>
          <a:bodyPr wrap="square">
            <a:spAutoFit/>
          </a:bodyPr>
          <a:lstStyle/>
          <a:p>
            <a:pPr algn="ctr" defTabSz="914377">
              <a:defRPr/>
            </a:pPr>
            <a:r>
              <a:rPr lang="pt-BR" sz="1400" b="1">
                <a:solidFill>
                  <a:schemeClr val="bg1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Recomendação Comercial</a:t>
            </a:r>
          </a:p>
        </p:txBody>
      </p:sp>
      <p:sp>
        <p:nvSpPr>
          <p:cNvPr id="220" name="Retângulo 219">
            <a:extLst>
              <a:ext uri="{FF2B5EF4-FFF2-40B4-BE49-F238E27FC236}">
                <a16:creationId xmlns:a16="http://schemas.microsoft.com/office/drawing/2014/main" id="{6074D1F5-685D-90C7-BC63-D653CCCE3A89}"/>
              </a:ext>
            </a:extLst>
          </p:cNvPr>
          <p:cNvSpPr/>
          <p:nvPr/>
        </p:nvSpPr>
        <p:spPr>
          <a:xfrm>
            <a:off x="5452108" y="5722437"/>
            <a:ext cx="975781" cy="369888"/>
          </a:xfrm>
          <a:prstGeom prst="rect">
            <a:avLst/>
          </a:prstGeom>
          <a:noFill/>
          <a:ln w="3175">
            <a:solidFill>
              <a:srgbClr val="00008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uzano Display" panose="02010503030508060203" pitchFamily="2" charset="0"/>
            </a:endParaRPr>
          </a:p>
        </p:txBody>
      </p:sp>
      <p:sp>
        <p:nvSpPr>
          <p:cNvPr id="221" name="Retângulo 220">
            <a:extLst>
              <a:ext uri="{FF2B5EF4-FFF2-40B4-BE49-F238E27FC236}">
                <a16:creationId xmlns:a16="http://schemas.microsoft.com/office/drawing/2014/main" id="{8D47523F-BA88-90A5-BA27-27B3C50DA864}"/>
              </a:ext>
            </a:extLst>
          </p:cNvPr>
          <p:cNvSpPr/>
          <p:nvPr/>
        </p:nvSpPr>
        <p:spPr>
          <a:xfrm>
            <a:off x="5447344" y="5554162"/>
            <a:ext cx="988747" cy="176213"/>
          </a:xfrm>
          <a:prstGeom prst="rect">
            <a:avLst/>
          </a:prstGeom>
          <a:solidFill>
            <a:srgbClr val="000080"/>
          </a:solidFill>
          <a:ln w="3175">
            <a:solidFill>
              <a:srgbClr val="00008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uzano Display" panose="02010503030508060203" pitchFamily="2" charset="0"/>
            </a:endParaRPr>
          </a:p>
        </p:txBody>
      </p:sp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18528A8D-1301-A97E-61BF-633BC9FDA00E}"/>
              </a:ext>
            </a:extLst>
          </p:cNvPr>
          <p:cNvSpPr txBox="1"/>
          <p:nvPr/>
        </p:nvSpPr>
        <p:spPr>
          <a:xfrm>
            <a:off x="5538635" y="5574800"/>
            <a:ext cx="970318" cy="129729"/>
          </a:xfrm>
          <a:prstGeom prst="rect">
            <a:avLst/>
          </a:prstGeom>
          <a:ln>
            <a:noFill/>
          </a:ln>
        </p:spPr>
        <p:txBody>
          <a:bodyPr vert="horz" wrap="square" lIns="0" tIns="7316" rIns="0" bIns="0" rtlCol="0">
            <a:spAutoFit/>
          </a:bodyPr>
          <a:lstStyle>
            <a:defPPr>
              <a:defRPr kern="0"/>
            </a:defPPr>
            <a:lvl1pPr marL="12700" marR="232410" algn="l">
              <a:lnSpc>
                <a:spcPct val="107200"/>
              </a:lnSpc>
              <a:spcBef>
                <a:spcPts val="95"/>
              </a:spcBef>
              <a:defRPr sz="1600" b="0" i="0" spc="-10">
                <a:solidFill>
                  <a:srgbClr val="1831C7"/>
                </a:solidFill>
                <a:latin typeface="Suzano Text Light"/>
                <a:ea typeface="+mn-ea"/>
                <a:cs typeface="Suzano Text Ligh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7701" marR="140933" algn="ctr" defTabSz="554492">
              <a:spcBef>
                <a:spcPts val="58"/>
              </a:spcBef>
            </a:pPr>
            <a:r>
              <a:rPr lang="pt-BR" sz="800" b="1" kern="0" spc="-6" dirty="0">
                <a:solidFill>
                  <a:schemeClr val="bg1"/>
                </a:solidFill>
                <a:latin typeface="Suzano Display" panose="02010503030508060203" pitchFamily="2" charset="0"/>
              </a:rPr>
              <a:t>Player Vencedor</a:t>
            </a:r>
          </a:p>
        </p:txBody>
      </p:sp>
      <p:sp>
        <p:nvSpPr>
          <p:cNvPr id="223" name="Retângulo 222">
            <a:extLst>
              <a:ext uri="{FF2B5EF4-FFF2-40B4-BE49-F238E27FC236}">
                <a16:creationId xmlns:a16="http://schemas.microsoft.com/office/drawing/2014/main" id="{C221D009-B4B6-E018-2C30-BD0BFF2AB0D3}"/>
              </a:ext>
            </a:extLst>
          </p:cNvPr>
          <p:cNvSpPr/>
          <p:nvPr/>
        </p:nvSpPr>
        <p:spPr>
          <a:xfrm>
            <a:off x="6690774" y="5554162"/>
            <a:ext cx="2524562" cy="201613"/>
          </a:xfrm>
          <a:prstGeom prst="rect">
            <a:avLst/>
          </a:prstGeom>
          <a:noFill/>
          <a:ln w="3175">
            <a:solidFill>
              <a:srgbClr val="00008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uzano Display" panose="02010503030508060203" pitchFamily="2" charset="0"/>
            </a:endParaRPr>
          </a:p>
        </p:txBody>
      </p:sp>
      <p:sp>
        <p:nvSpPr>
          <p:cNvPr id="224" name="Retângulo 223">
            <a:extLst>
              <a:ext uri="{FF2B5EF4-FFF2-40B4-BE49-F238E27FC236}">
                <a16:creationId xmlns:a16="http://schemas.microsoft.com/office/drawing/2014/main" id="{B2D6549F-0207-2BE0-B215-38E450186568}"/>
              </a:ext>
            </a:extLst>
          </p:cNvPr>
          <p:cNvSpPr/>
          <p:nvPr/>
        </p:nvSpPr>
        <p:spPr>
          <a:xfrm>
            <a:off x="6690774" y="5801812"/>
            <a:ext cx="2524562" cy="288559"/>
          </a:xfrm>
          <a:prstGeom prst="rect">
            <a:avLst/>
          </a:prstGeom>
          <a:noFill/>
          <a:ln w="3175">
            <a:solidFill>
              <a:srgbClr val="00008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uzano Display" panose="02010503030508060203" pitchFamily="2" charset="0"/>
            </a:endParaRPr>
          </a:p>
        </p:txBody>
      </p:sp>
      <p:sp>
        <p:nvSpPr>
          <p:cNvPr id="225" name="Retângulo 224">
            <a:extLst>
              <a:ext uri="{FF2B5EF4-FFF2-40B4-BE49-F238E27FC236}">
                <a16:creationId xmlns:a16="http://schemas.microsoft.com/office/drawing/2014/main" id="{FF292DE6-5CD9-2B5E-61F6-A47232344454}"/>
              </a:ext>
            </a:extLst>
          </p:cNvPr>
          <p:cNvSpPr/>
          <p:nvPr/>
        </p:nvSpPr>
        <p:spPr>
          <a:xfrm>
            <a:off x="6690774" y="6118822"/>
            <a:ext cx="2524562" cy="201613"/>
          </a:xfrm>
          <a:prstGeom prst="rect">
            <a:avLst/>
          </a:prstGeom>
          <a:noFill/>
          <a:ln w="3175">
            <a:solidFill>
              <a:srgbClr val="00008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uzano Display" panose="02010503030508060203" pitchFamily="2" charset="0"/>
            </a:endParaRPr>
          </a:p>
        </p:txBody>
      </p:sp>
      <p:cxnSp>
        <p:nvCxnSpPr>
          <p:cNvPr id="226" name="Conector de Seta Reta 225">
            <a:extLst>
              <a:ext uri="{FF2B5EF4-FFF2-40B4-BE49-F238E27FC236}">
                <a16:creationId xmlns:a16="http://schemas.microsoft.com/office/drawing/2014/main" id="{FB71D3C3-81D8-5038-25E5-8BBBE12D20FE}"/>
              </a:ext>
            </a:extLst>
          </p:cNvPr>
          <p:cNvCxnSpPr>
            <a:cxnSpLocks/>
            <a:stCxn id="220" idx="3"/>
            <a:endCxn id="223" idx="1"/>
          </p:cNvCxnSpPr>
          <p:nvPr/>
        </p:nvCxnSpPr>
        <p:spPr>
          <a:xfrm flipV="1">
            <a:off x="6427889" y="5654969"/>
            <a:ext cx="262885" cy="252412"/>
          </a:xfrm>
          <a:prstGeom prst="straightConnector1">
            <a:avLst/>
          </a:prstGeom>
          <a:ln w="3175">
            <a:solidFill>
              <a:srgbClr val="00008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ector de Seta Reta 226">
            <a:extLst>
              <a:ext uri="{FF2B5EF4-FFF2-40B4-BE49-F238E27FC236}">
                <a16:creationId xmlns:a16="http://schemas.microsoft.com/office/drawing/2014/main" id="{260C214C-31E7-4FA0-3E3F-BCC95077D7DB}"/>
              </a:ext>
            </a:extLst>
          </p:cNvPr>
          <p:cNvCxnSpPr>
            <a:cxnSpLocks/>
            <a:stCxn id="220" idx="3"/>
          </p:cNvCxnSpPr>
          <p:nvPr/>
        </p:nvCxnSpPr>
        <p:spPr>
          <a:xfrm>
            <a:off x="6427889" y="5907381"/>
            <a:ext cx="261560" cy="3051"/>
          </a:xfrm>
          <a:prstGeom prst="straightConnector1">
            <a:avLst/>
          </a:prstGeom>
          <a:ln w="3175">
            <a:solidFill>
              <a:srgbClr val="00008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ector de Seta Reta 227">
            <a:extLst>
              <a:ext uri="{FF2B5EF4-FFF2-40B4-BE49-F238E27FC236}">
                <a16:creationId xmlns:a16="http://schemas.microsoft.com/office/drawing/2014/main" id="{18DAD78F-8448-51DF-2428-842B3EFCAFAB}"/>
              </a:ext>
            </a:extLst>
          </p:cNvPr>
          <p:cNvCxnSpPr>
            <a:cxnSpLocks/>
            <a:stCxn id="220" idx="3"/>
            <a:endCxn id="225" idx="1"/>
          </p:cNvCxnSpPr>
          <p:nvPr/>
        </p:nvCxnSpPr>
        <p:spPr>
          <a:xfrm>
            <a:off x="6427889" y="5907381"/>
            <a:ext cx="262885" cy="312248"/>
          </a:xfrm>
          <a:prstGeom prst="straightConnector1">
            <a:avLst/>
          </a:prstGeom>
          <a:ln w="3175">
            <a:solidFill>
              <a:srgbClr val="00008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CaixaDeTexto 229">
            <a:extLst>
              <a:ext uri="{FF2B5EF4-FFF2-40B4-BE49-F238E27FC236}">
                <a16:creationId xmlns:a16="http://schemas.microsoft.com/office/drawing/2014/main" id="{D759EC2A-1187-8616-5587-830696C07936}"/>
              </a:ext>
            </a:extLst>
          </p:cNvPr>
          <p:cNvSpPr txBox="1"/>
          <p:nvPr/>
        </p:nvSpPr>
        <p:spPr>
          <a:xfrm>
            <a:off x="6689449" y="5597595"/>
            <a:ext cx="2524562" cy="129729"/>
          </a:xfrm>
          <a:prstGeom prst="rect">
            <a:avLst/>
          </a:prstGeom>
          <a:ln>
            <a:noFill/>
          </a:ln>
        </p:spPr>
        <p:txBody>
          <a:bodyPr vert="horz" wrap="square" lIns="0" tIns="7316" rIns="0" bIns="0" rtlCol="0">
            <a:spAutoFit/>
          </a:bodyPr>
          <a:lstStyle>
            <a:defPPr>
              <a:defRPr kern="0"/>
            </a:defPPr>
            <a:lvl1pPr marL="12700" marR="232410" algn="l">
              <a:lnSpc>
                <a:spcPct val="107200"/>
              </a:lnSpc>
              <a:spcBef>
                <a:spcPts val="95"/>
              </a:spcBef>
              <a:defRPr sz="1600" b="0" i="0" spc="-10">
                <a:solidFill>
                  <a:srgbClr val="1831C7"/>
                </a:solidFill>
                <a:latin typeface="Suzano Text Light"/>
                <a:ea typeface="+mn-ea"/>
                <a:cs typeface="Suzano Text Ligh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7701" marR="140933" algn="ctr" defTabSz="554492">
              <a:spcBef>
                <a:spcPts val="58"/>
              </a:spcBef>
            </a:pPr>
            <a:r>
              <a:rPr lang="pt-BR" sz="800" b="1" kern="0" spc="-6" dirty="0">
                <a:solidFill>
                  <a:srgbClr val="00B050"/>
                </a:solidFill>
                <a:latin typeface="Suzano Display" panose="02010503030508060203" pitchFamily="2" charset="0"/>
              </a:rPr>
              <a:t>Redução de R$ 0,2 MBRL </a:t>
            </a:r>
            <a:r>
              <a:rPr lang="pt-BR" sz="800" b="1" kern="0" spc="-6" dirty="0" err="1">
                <a:solidFill>
                  <a:srgbClr val="00B050"/>
                </a:solidFill>
                <a:latin typeface="Suzano Display" panose="02010503030508060203" pitchFamily="2" charset="0"/>
              </a:rPr>
              <a:t>vs</a:t>
            </a:r>
            <a:r>
              <a:rPr lang="pt-BR" sz="800" b="1" kern="0" spc="-6" dirty="0">
                <a:solidFill>
                  <a:srgbClr val="00B050"/>
                </a:solidFill>
                <a:latin typeface="Suzano Display" panose="02010503030508060203" pitchFamily="2" charset="0"/>
              </a:rPr>
              <a:t> Budget</a:t>
            </a:r>
          </a:p>
        </p:txBody>
      </p:sp>
      <p:sp>
        <p:nvSpPr>
          <p:cNvPr id="232" name="CaixaDeTexto 231">
            <a:extLst>
              <a:ext uri="{FF2B5EF4-FFF2-40B4-BE49-F238E27FC236}">
                <a16:creationId xmlns:a16="http://schemas.microsoft.com/office/drawing/2014/main" id="{58BD6C4E-BF28-89C6-948E-A08B9CF53267}"/>
              </a:ext>
            </a:extLst>
          </p:cNvPr>
          <p:cNvSpPr txBox="1"/>
          <p:nvPr/>
        </p:nvSpPr>
        <p:spPr>
          <a:xfrm>
            <a:off x="6797666" y="6138529"/>
            <a:ext cx="2391565" cy="129729"/>
          </a:xfrm>
          <a:prstGeom prst="rect">
            <a:avLst/>
          </a:prstGeom>
          <a:ln>
            <a:noFill/>
          </a:ln>
        </p:spPr>
        <p:txBody>
          <a:bodyPr vert="horz" wrap="square" lIns="0" tIns="7316" rIns="0" bIns="0" rtlCol="0">
            <a:spAutoFit/>
          </a:bodyPr>
          <a:lstStyle>
            <a:defPPr>
              <a:defRPr kern="0"/>
            </a:defPPr>
            <a:lvl1pPr marL="12700" marR="232410" algn="l">
              <a:lnSpc>
                <a:spcPct val="107200"/>
              </a:lnSpc>
              <a:spcBef>
                <a:spcPts val="95"/>
              </a:spcBef>
              <a:defRPr sz="1600" b="0" i="0" spc="-10">
                <a:solidFill>
                  <a:srgbClr val="1831C7"/>
                </a:solidFill>
                <a:latin typeface="Suzano Text Light"/>
                <a:ea typeface="+mn-ea"/>
                <a:cs typeface="Suzano Text Ligh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7701" marR="140933" algn="ctr" defTabSz="554492">
              <a:spcBef>
                <a:spcPts val="58"/>
              </a:spcBef>
            </a:pPr>
            <a:r>
              <a:rPr lang="pt-BR" sz="800" b="1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Histograma de 109 </a:t>
            </a:r>
            <a:r>
              <a:rPr lang="pt-BR" sz="800" b="1" kern="0" spc="-6" dirty="0" err="1">
                <a:solidFill>
                  <a:srgbClr val="000080"/>
                </a:solidFill>
                <a:latin typeface="Suzano Display" panose="02010503030508060203" pitchFamily="2" charset="0"/>
              </a:rPr>
              <a:t>headcounts</a:t>
            </a:r>
            <a:r>
              <a:rPr lang="pt-BR" sz="800" b="1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 aprovado</a:t>
            </a:r>
          </a:p>
        </p:txBody>
      </p:sp>
      <p:cxnSp>
        <p:nvCxnSpPr>
          <p:cNvPr id="234" name="Conector reto 233">
            <a:extLst>
              <a:ext uri="{FF2B5EF4-FFF2-40B4-BE49-F238E27FC236}">
                <a16:creationId xmlns:a16="http://schemas.microsoft.com/office/drawing/2014/main" id="{2771C5AB-19B6-149E-5AE0-3210BADAF62E}"/>
              </a:ext>
            </a:extLst>
          </p:cNvPr>
          <p:cNvCxnSpPr/>
          <p:nvPr/>
        </p:nvCxnSpPr>
        <p:spPr>
          <a:xfrm>
            <a:off x="9450388" y="5545667"/>
            <a:ext cx="0" cy="9144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CaixaDeTexto 234">
            <a:extLst>
              <a:ext uri="{FF2B5EF4-FFF2-40B4-BE49-F238E27FC236}">
                <a16:creationId xmlns:a16="http://schemas.microsoft.com/office/drawing/2014/main" id="{E48811F0-6DAC-4051-0B19-9EFC422630C4}"/>
              </a:ext>
            </a:extLst>
          </p:cNvPr>
          <p:cNvSpPr txBox="1"/>
          <p:nvPr/>
        </p:nvSpPr>
        <p:spPr>
          <a:xfrm>
            <a:off x="10081520" y="5431869"/>
            <a:ext cx="1257468" cy="246221"/>
          </a:xfrm>
          <a:prstGeom prst="rect">
            <a:avLst/>
          </a:prstGeom>
          <a:solidFill>
            <a:srgbClr val="000080"/>
          </a:solidFill>
        </p:spPr>
        <p:txBody>
          <a:bodyPr wrap="square" rtlCol="0">
            <a:spAutoFit/>
          </a:bodyPr>
          <a:lstStyle/>
          <a:p>
            <a:pPr algn="ctr">
              <a:buClr>
                <a:srgbClr val="000080"/>
              </a:buClr>
            </a:pPr>
            <a:r>
              <a:rPr lang="pt-BR" sz="1000" b="1">
                <a:solidFill>
                  <a:schemeClr val="bg1"/>
                </a:solidFill>
                <a:latin typeface="Suzano Display" panose="02010503030508060203" pitchFamily="2" charset="0"/>
                <a:ea typeface="Tahoma" panose="020B0604030504040204" pitchFamily="34" charset="0"/>
                <a:cs typeface="Tahoma" panose="020B0604030504040204" pitchFamily="34" charset="0"/>
              </a:rPr>
              <a:t>Próximos Passos:</a:t>
            </a:r>
          </a:p>
        </p:txBody>
      </p:sp>
      <p:sp>
        <p:nvSpPr>
          <p:cNvPr id="236" name="CaixaDeTexto 235">
            <a:extLst>
              <a:ext uri="{FF2B5EF4-FFF2-40B4-BE49-F238E27FC236}">
                <a16:creationId xmlns:a16="http://schemas.microsoft.com/office/drawing/2014/main" id="{780C5BC8-6442-C09E-6732-3AD9E7FC9470}"/>
              </a:ext>
            </a:extLst>
          </p:cNvPr>
          <p:cNvSpPr txBox="1"/>
          <p:nvPr/>
        </p:nvSpPr>
        <p:spPr>
          <a:xfrm>
            <a:off x="9579875" y="5767021"/>
            <a:ext cx="2322746" cy="563309"/>
          </a:xfrm>
          <a:prstGeom prst="rect">
            <a:avLst/>
          </a:prstGeom>
          <a:ln>
            <a:noFill/>
          </a:ln>
        </p:spPr>
        <p:txBody>
          <a:bodyPr vert="horz" wrap="square" lIns="0" tIns="7316" rIns="0" bIns="0" rtlCol="0">
            <a:spAutoFit/>
          </a:bodyPr>
          <a:lstStyle>
            <a:defPPr>
              <a:defRPr kern="0"/>
            </a:defPPr>
            <a:lvl1pPr marL="12700" marR="232410" algn="l">
              <a:lnSpc>
                <a:spcPct val="107200"/>
              </a:lnSpc>
              <a:spcBef>
                <a:spcPts val="95"/>
              </a:spcBef>
              <a:defRPr sz="1600" b="0" i="0" spc="-10">
                <a:solidFill>
                  <a:srgbClr val="1831C7"/>
                </a:solidFill>
                <a:latin typeface="Suzano Text Light"/>
                <a:ea typeface="+mn-ea"/>
                <a:cs typeface="Suzano Text Ligh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79151" marR="140933" indent="-171450" defTabSz="554492">
              <a:spcBef>
                <a:spcPts val="58"/>
              </a:spcBef>
              <a:buFont typeface="Arial" panose="020B0604020202020204" pitchFamily="34" charset="0"/>
              <a:buChar char="•"/>
            </a:pPr>
            <a:r>
              <a:rPr lang="pt-BR" sz="800" b="1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Manutenção: </a:t>
            </a:r>
            <a:r>
              <a:rPr lang="pt-BR" sz="800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aprovação recomendação;</a:t>
            </a:r>
          </a:p>
          <a:p>
            <a:pPr marL="179151" marR="140933" indent="-171450" defTabSz="554492">
              <a:spcBef>
                <a:spcPts val="58"/>
              </a:spcBef>
              <a:buFont typeface="Arial" panose="020B0604020202020204" pitchFamily="34" charset="0"/>
              <a:buChar char="•"/>
            </a:pPr>
            <a:r>
              <a:rPr lang="pt-BR" sz="800" b="1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Suprimentos: </a:t>
            </a:r>
            <a:r>
              <a:rPr lang="pt-BR" sz="800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formalização vencedor;</a:t>
            </a:r>
          </a:p>
          <a:p>
            <a:pPr marL="179151" marR="140933" indent="-171450" defTabSz="554492">
              <a:spcBef>
                <a:spcPts val="58"/>
              </a:spcBef>
              <a:buFont typeface="Arial" panose="020B0604020202020204" pitchFamily="34" charset="0"/>
              <a:buChar char="•"/>
            </a:pPr>
            <a:r>
              <a:rPr lang="pt-BR" sz="800" b="1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Suprimentos: </a:t>
            </a:r>
            <a:r>
              <a:rPr lang="pt-BR" sz="800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looping contrato jurídico;</a:t>
            </a:r>
          </a:p>
          <a:p>
            <a:pPr marL="179151" marR="140933" indent="-171450" defTabSz="554492">
              <a:spcBef>
                <a:spcPts val="58"/>
              </a:spcBef>
              <a:buFont typeface="Arial" panose="020B0604020202020204" pitchFamily="34" charset="0"/>
              <a:buChar char="•"/>
            </a:pPr>
            <a:r>
              <a:rPr lang="pt-BR" sz="800" b="1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Suprimentos: </a:t>
            </a:r>
            <a:r>
              <a:rPr lang="pt-BR" sz="800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criação dos documentos SAP;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938017E-55B7-1617-DA36-F250899E4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623612"/>
              </p:ext>
            </p:extLst>
          </p:nvPr>
        </p:nvGraphicFramePr>
        <p:xfrm>
          <a:off x="160926" y="681730"/>
          <a:ext cx="4796363" cy="6070783"/>
        </p:xfrm>
        <a:graphic>
          <a:graphicData uri="http://schemas.openxmlformats.org/drawingml/2006/table">
            <a:tbl>
              <a:tblPr firstRow="1" bandRow="1"/>
              <a:tblGrid>
                <a:gridCol w="1405143">
                  <a:extLst>
                    <a:ext uri="{9D8B030D-6E8A-4147-A177-3AD203B41FA5}">
                      <a16:colId xmlns:a16="http://schemas.microsoft.com/office/drawing/2014/main" val="4235647734"/>
                    </a:ext>
                  </a:extLst>
                </a:gridCol>
                <a:gridCol w="3391220">
                  <a:extLst>
                    <a:ext uri="{9D8B030D-6E8A-4147-A177-3AD203B41FA5}">
                      <a16:colId xmlns:a16="http://schemas.microsoft.com/office/drawing/2014/main" val="3026805725"/>
                    </a:ext>
                  </a:extLst>
                </a:gridCol>
              </a:tblGrid>
              <a:tr h="429375">
                <a:tc>
                  <a:txBody>
                    <a:bodyPr/>
                    <a:lstStyle/>
                    <a:p>
                      <a:pPr algn="l" fontAlgn="ctr"/>
                      <a:r>
                        <a:rPr lang="pt-BR" sz="2100" b="0" i="0" u="none" strike="noStrike"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 i="0" u="none" strike="noStrike" dirty="0">
                          <a:solidFill>
                            <a:srgbClr val="781E77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pt-BR" sz="1500" b="1" i="0" u="none" strike="noStrike" dirty="0">
                          <a:solidFill>
                            <a:srgbClr val="000080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Resumo – Informações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324869"/>
                  </a:ext>
                </a:extLst>
              </a:tr>
              <a:tr h="49739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Escopo</a:t>
                      </a:r>
                      <a:endParaRPr lang="pt-BR" sz="1200" b="0" i="0" u="none" strike="noStrike">
                        <a:solidFill>
                          <a:schemeClr val="bg1"/>
                        </a:solidFill>
                        <a:effectLst/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Revitalização dos Reatores 060 e 031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310397"/>
                  </a:ext>
                </a:extLst>
              </a:tr>
              <a:tr h="34614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Unidade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Aracruz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260979"/>
                  </a:ext>
                </a:extLst>
              </a:tr>
              <a:tr h="458086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Fornecedores convidados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200" kern="1200" dirty="0" err="1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Tequaly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Imetame, </a:t>
                      </a:r>
                      <a:r>
                        <a:rPr lang="pt-BR" sz="1200" kern="1200" dirty="0" err="1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Metalurgica</a:t>
                      </a:r>
                      <a:r>
                        <a:rPr lang="pt-BR" sz="1200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Bosch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291005"/>
                  </a:ext>
                </a:extLst>
              </a:tr>
              <a:tr h="399803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Ganhador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200" kern="1200" dirty="0" err="1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Tequaly</a:t>
                      </a:r>
                      <a:endParaRPr lang="pt-BR" sz="1200" kern="1200" dirty="0">
                        <a:solidFill>
                          <a:schemeClr val="tx1"/>
                        </a:solidFill>
                        <a:effectLst/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832309"/>
                  </a:ext>
                </a:extLst>
              </a:tr>
              <a:tr h="47611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Qualificação Financeira 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Aprovado</a:t>
                      </a:r>
                      <a:endParaRPr lang="pt-BR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762122"/>
                  </a:ext>
                </a:extLst>
              </a:tr>
              <a:tr h="48304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Budget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R$ 13,5 MM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172164"/>
                  </a:ext>
                </a:extLst>
              </a:tr>
              <a:tr h="382918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Aprovação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200" b="1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R$ 13,3 MM 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591627"/>
                  </a:ext>
                </a:extLst>
              </a:tr>
              <a:tr h="37886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chemeClr val="bg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Resultado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9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2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Vs</a:t>
                      </a:r>
                      <a:r>
                        <a:rPr lang="pt-BR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Budget -</a:t>
                      </a:r>
                      <a:r>
                        <a:rPr lang="pt-BR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R$ 0,2 MM (-1,2%)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943916"/>
                  </a:ext>
                </a:extLst>
              </a:tr>
              <a:tr h="324737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Prazo Execução: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 dias de preparação + 11 dias de execução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105362"/>
                  </a:ext>
                </a:extLst>
              </a:tr>
              <a:tr h="324737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Alojamento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– Hotel, 109 Pessoas.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962779"/>
                  </a:ext>
                </a:extLst>
              </a:tr>
              <a:tr h="392391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Eventos de                          Pagamento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20% adiantamento + 80% medição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741311"/>
                  </a:ext>
                </a:extLst>
              </a:tr>
              <a:tr h="392391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pt-BR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Prazo pagamento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 DDL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11566"/>
                  </a:ext>
                </a:extLst>
              </a:tr>
              <a:tr h="392391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pt-BR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Frete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pt-BR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CIF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517197"/>
                  </a:ext>
                </a:extLst>
              </a:tr>
              <a:tr h="392391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pt-BR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Faturamento Direto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Sem FD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34057"/>
                  </a:ext>
                </a:extLst>
              </a:tr>
            </a:tbl>
          </a:graphicData>
        </a:graphic>
      </p:graphicFrame>
      <p:sp>
        <p:nvSpPr>
          <p:cNvPr id="64" name="CaixaDeTexto 63">
            <a:extLst>
              <a:ext uri="{FF2B5EF4-FFF2-40B4-BE49-F238E27FC236}">
                <a16:creationId xmlns:a16="http://schemas.microsoft.com/office/drawing/2014/main" id="{05CC1822-E4C4-EF16-EEBA-DED63B06FEDF}"/>
              </a:ext>
            </a:extLst>
          </p:cNvPr>
          <p:cNvSpPr txBox="1"/>
          <p:nvPr/>
        </p:nvSpPr>
        <p:spPr>
          <a:xfrm>
            <a:off x="6775810" y="5814361"/>
            <a:ext cx="2524562" cy="261431"/>
          </a:xfrm>
          <a:prstGeom prst="rect">
            <a:avLst/>
          </a:prstGeom>
          <a:ln>
            <a:noFill/>
          </a:ln>
        </p:spPr>
        <p:txBody>
          <a:bodyPr vert="horz" wrap="square" lIns="0" tIns="7316" rIns="0" bIns="0" rtlCol="0">
            <a:spAutoFit/>
          </a:bodyPr>
          <a:lstStyle>
            <a:defPPr>
              <a:defRPr kern="0"/>
            </a:defPPr>
            <a:lvl1pPr marL="12700" marR="232410" algn="l">
              <a:lnSpc>
                <a:spcPct val="107200"/>
              </a:lnSpc>
              <a:spcBef>
                <a:spcPts val="95"/>
              </a:spcBef>
              <a:defRPr sz="1600" b="0" i="0" spc="-10">
                <a:solidFill>
                  <a:srgbClr val="1831C7"/>
                </a:solidFill>
                <a:latin typeface="Suzano Text Light"/>
                <a:ea typeface="+mn-ea"/>
                <a:cs typeface="Suzano Text Ligh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7701" marR="140933" algn="ctr" defTabSz="554492">
              <a:spcBef>
                <a:spcPts val="58"/>
              </a:spcBef>
            </a:pPr>
            <a:r>
              <a:rPr lang="pt-BR" sz="800" b="1" kern="0" spc="-6" dirty="0">
                <a:solidFill>
                  <a:srgbClr val="000080"/>
                </a:solidFill>
                <a:latin typeface="Suzano Display" panose="02010503030508060203" pitchFamily="2" charset="0"/>
              </a:rPr>
              <a:t>Rebate de até R$500k em sinergia com pacotes da Otimização </a:t>
            </a:r>
            <a:r>
              <a:rPr lang="pt-BR" sz="800" b="1" kern="0" spc="-6" dirty="0" err="1">
                <a:solidFill>
                  <a:srgbClr val="000080"/>
                </a:solidFill>
                <a:latin typeface="Suzano Display" panose="02010503030508060203" pitchFamily="2" charset="0"/>
              </a:rPr>
              <a:t>Estrutual</a:t>
            </a:r>
            <a:endParaRPr lang="pt-BR" sz="800" b="1" kern="0" spc="-6" dirty="0">
              <a:solidFill>
                <a:srgbClr val="000080"/>
              </a:solidFill>
              <a:latin typeface="Suzano Display" panose="02010503030508060203" pitchFamily="2" charset="0"/>
            </a:endParaRPr>
          </a:p>
        </p:txBody>
      </p:sp>
      <p:pic>
        <p:nvPicPr>
          <p:cNvPr id="73" name="Picture 8" descr="TEQUALY - Consolidação no mercado de óleo e gás">
            <a:extLst>
              <a:ext uri="{FF2B5EF4-FFF2-40B4-BE49-F238E27FC236}">
                <a16:creationId xmlns:a16="http://schemas.microsoft.com/office/drawing/2014/main" id="{A18D36F3-E772-B4D5-8C03-83CC4B815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508" y="5796598"/>
            <a:ext cx="906863" cy="24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93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F13BC-3486-151F-763D-71658EB6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hink-cell data - do not delete" hidden="1">
            <a:extLst>
              <a:ext uri="{FF2B5EF4-FFF2-40B4-BE49-F238E27FC236}">
                <a16:creationId xmlns:a16="http://schemas.microsoft.com/office/drawing/2014/main" id="{193B8DC3-6169-7711-7A07-E5A271453D5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53475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7" imgW="395" imgH="396" progId="TCLayout.ActiveDocument.1">
                  <p:embed/>
                </p:oleObj>
              </mc:Choice>
              <mc:Fallback>
                <p:oleObj name="Slide do think-cell" r:id="rId47" imgW="395" imgH="396" progId="TCLayout.ActiveDocument.1">
                  <p:embed/>
                  <p:pic>
                    <p:nvPicPr>
                      <p:cNvPr id="3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3B8DC3-6169-7711-7A07-E5A271453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" name="Chart 3">
            <a:extLst>
              <a:ext uri="{FF2B5EF4-FFF2-40B4-BE49-F238E27FC236}">
                <a16:creationId xmlns:a16="http://schemas.microsoft.com/office/drawing/2014/main" id="{40885062-1F56-D7E5-EB1A-C95A2A633A7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98981138"/>
              </p:ext>
            </p:extLst>
          </p:nvPr>
        </p:nvGraphicFramePr>
        <p:xfrm>
          <a:off x="288925" y="4397375"/>
          <a:ext cx="1866900" cy="2347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9"/>
          </a:graphicData>
        </a:graphic>
      </p:graphicFrame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5444FEA6-729A-3064-D202-C1BEDF1B4751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H="1">
            <a:off x="560388" y="4249738"/>
            <a:ext cx="476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E3FE198A-AC5D-0AA0-20F3-64561713E5A8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560388" y="4249738"/>
            <a:ext cx="0" cy="241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ector reto 104">
            <a:extLst>
              <a:ext uri="{FF2B5EF4-FFF2-40B4-BE49-F238E27FC236}">
                <a16:creationId xmlns:a16="http://schemas.microsoft.com/office/drawing/2014/main" id="{DD33DA5F-A76D-9F2F-A47B-17BB031DE8CD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749300" y="4454525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A57F198D-7F43-C8DB-E61E-8C37FFFEEFA3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608013" y="4181475"/>
            <a:ext cx="3238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b">
            <a:noAutofit/>
          </a:bodyPr>
          <a:lstStyle/>
          <a:p>
            <a:pPr fontAlgn="auto">
              <a:lnSpc>
                <a:spcPct val="90000"/>
              </a:lnSpc>
            </a:pPr>
            <a:fld id="{CBE523A0-DC04-4606-BD3B-288346E3E8EF}" type="datetime'''''1'''''',''''''''''''''0''''''%'''''''''''''''''''''''">
              <a:rPr lang="pt-B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Suzano Display" panose="02010503030508060203" pitchFamily="2" charset="0"/>
              </a:rPr>
              <a:pPr/>
              <a:t>1,0%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08" name="Retângulo 107">
            <a:extLst>
              <a:ext uri="{FF2B5EF4-FFF2-40B4-BE49-F238E27FC236}">
                <a16:creationId xmlns:a16="http://schemas.microsoft.com/office/drawing/2014/main" id="{70314FFE-2611-404D-4E12-7609B3F6F1E8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608013" y="4318000"/>
            <a:ext cx="3254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62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b">
            <a:noAutofit/>
          </a:bodyPr>
          <a:lstStyle/>
          <a:p>
            <a:pPr fontAlgn="auto">
              <a:lnSpc>
                <a:spcPct val="90000"/>
              </a:lnSpc>
            </a:pPr>
            <a:fld id="{B6A93806-73FC-4F06-8B85-36E51812DC4D}" type="datetime'''''5'''''''''''''''''',''''''''''0''''%'''''">
              <a:rPr lang="pt-B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Suzano Display" panose="02010503030508060203" pitchFamily="2" charset="0"/>
              </a:rPr>
              <a:pPr fontAlgn="auto">
                <a:lnSpc>
                  <a:spcPct val="90000"/>
                </a:lnSpc>
              </a:pPr>
              <a:t>5,0%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09" name="Retângulo 108">
            <a:extLst>
              <a:ext uri="{FF2B5EF4-FFF2-40B4-BE49-F238E27FC236}">
                <a16:creationId xmlns:a16="http://schemas.microsoft.com/office/drawing/2014/main" id="{4328F217-43C1-AFDE-724B-82D55FB0799C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488950" y="4608513"/>
            <a:ext cx="3302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4C1A8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A1E08327-6576-4292-AA0E-94780190702E}" type="datetime'6'''''''',0''''''''''''''%'''''''''''''''''''''''''''''''''''">
              <a:rPr lang="pt-BR" altLang="en-US" sz="1000" smtClean="0">
                <a:solidFill>
                  <a:srgbClr val="FFFFFF"/>
                </a:solidFill>
                <a:latin typeface="Suzano Display" panose="02010503030508060203" pitchFamily="2" charset="0"/>
              </a:rPr>
              <a:pPr algn="ctr" fontAlgn="auto">
                <a:lnSpc>
                  <a:spcPct val="90000"/>
                </a:lnSpc>
              </a:pPr>
              <a:t>6,0%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FFC2774-C17C-38F7-8B30-DB3307851B5D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88950" y="4760913"/>
            <a:ext cx="3317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4C1A8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9D21668A-D747-4E88-9ABB-6C66E8B8F8BD}" type="datetime'''8'''''''''''''''''''''''''',''''0''''%'''''''''''''''''''">
              <a:rPr lang="pt-BR" altLang="en-US" sz="1000" smtClean="0">
                <a:solidFill>
                  <a:srgbClr val="FFFFFF"/>
                </a:solidFill>
                <a:latin typeface="Suzano Display" panose="02010503030508060203" pitchFamily="2" charset="0"/>
                <a:sym typeface="Suzano Display" panose="02010503030508060203" pitchFamily="2" charset="0"/>
              </a:rPr>
              <a:pPr algn="ctr" fontAlgn="auto">
                <a:lnSpc>
                  <a:spcPct val="90000"/>
                </a:lnSpc>
              </a:pPr>
              <a:t>8,0%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10" name="Retângulo 109">
            <a:extLst>
              <a:ext uri="{FF2B5EF4-FFF2-40B4-BE49-F238E27FC236}">
                <a16:creationId xmlns:a16="http://schemas.microsoft.com/office/drawing/2014/main" id="{19057070-A5B2-A6F8-54D2-C034AD8A5835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488950" y="4946650"/>
            <a:ext cx="3302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43F4D8B1-F0E1-48C9-8F2C-9B1C67DED536}" type="datetime'9,''''''''''0''''''''''''''''''''''%'''''''''''''''''''''">
              <a:rPr lang="pt-BR" altLang="en-US" sz="1000" smtClean="0">
                <a:solidFill>
                  <a:schemeClr val="bg1"/>
                </a:solidFill>
                <a:latin typeface="Suzano Display" panose="02010503030508060203" pitchFamily="2" charset="0"/>
              </a:rPr>
              <a:pPr algn="ctr" fontAlgn="auto">
                <a:lnSpc>
                  <a:spcPct val="90000"/>
                </a:lnSpc>
              </a:pPr>
              <a:t>9,0%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EC0EF1A-5A6E-2F4B-3031-BBB11B1B0963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455613" y="5153025"/>
            <a:ext cx="3984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DA68C002-C8AB-4FC8-8C50-7605F247CEA9}" type="datetime'''1''''''''''''''''''''0'''''''',''''''''''''''''''''0%'''''">
              <a:rPr lang="pt-BR" altLang="en-US" sz="1000" smtClean="0">
                <a:solidFill>
                  <a:schemeClr val="bg1"/>
                </a:solidFill>
                <a:latin typeface="Suzano Display" panose="02010503030508060203" pitchFamily="2" charset="0"/>
                <a:sym typeface="Suzano Display" panose="02010503030508060203" pitchFamily="2" charset="0"/>
              </a:rPr>
              <a:pPr algn="ctr" fontAlgn="auto">
                <a:lnSpc>
                  <a:spcPct val="90000"/>
                </a:lnSpc>
              </a:pPr>
              <a:t>10,0%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EB5F9B79-B08B-A5B5-C48C-A0670E504F0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458788" y="5491163"/>
            <a:ext cx="3921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B9215F0F-EF33-48DD-AE15-46A28BAC963C}" type="datetime'''''''''''''''''21'''''',0%'">
              <a:rPr lang="pt-BR" altLang="en-US" sz="1000" smtClean="0">
                <a:solidFill>
                  <a:schemeClr val="bg1"/>
                </a:solidFill>
                <a:latin typeface="Suzano Display" panose="02010503030508060203" pitchFamily="2" charset="0"/>
              </a:rPr>
              <a:pPr algn="ctr" fontAlgn="auto">
                <a:lnSpc>
                  <a:spcPct val="90000"/>
                </a:lnSpc>
              </a:pPr>
              <a:t>21,0%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30" name="Retângulo 129">
            <a:extLst>
              <a:ext uri="{FF2B5EF4-FFF2-40B4-BE49-F238E27FC236}">
                <a16:creationId xmlns:a16="http://schemas.microsoft.com/office/drawing/2014/main" id="{2CDD51E5-2ED7-53C8-6799-2AA31B446DCE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2438" y="6157913"/>
            <a:ext cx="4048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932C8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7463" tIns="0" rIns="17463" bIns="0" numCol="1" spcCol="0" rtlCol="0" anchor="ctr">
            <a:noAutofit/>
          </a:bodyPr>
          <a:lstStyle/>
          <a:p>
            <a:pPr algn="ctr" fontAlgn="auto">
              <a:lnSpc>
                <a:spcPct val="90000"/>
              </a:lnSpc>
            </a:pPr>
            <a:fld id="{933BBC54-2FB2-4AC7-B411-DF4A149EA628}" type="datetime'''''''''''4''''''''''0'',''''''0''''''''''%'''''''''''">
              <a:rPr lang="pt-BR" altLang="en-US" sz="1000" smtClean="0">
                <a:solidFill>
                  <a:schemeClr val="bg1"/>
                </a:solidFill>
                <a:latin typeface="Suzano Display" panose="02010503030508060203" pitchFamily="2" charset="0"/>
              </a:rPr>
              <a:pPr algn="ctr" fontAlgn="auto">
                <a:lnSpc>
                  <a:spcPct val="90000"/>
                </a:lnSpc>
              </a:pPr>
              <a:t>40,0%</a:t>
            </a:fld>
            <a:endParaRPr kumimoji="0" lang="pt-BR" sz="1000" b="0" i="0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94" name="Retângulo 93">
            <a:extLst>
              <a:ext uri="{FF2B5EF4-FFF2-40B4-BE49-F238E27FC236}">
                <a16:creationId xmlns:a16="http://schemas.microsoft.com/office/drawing/2014/main" id="{4FEBCA29-8633-1A27-D615-3FBA68F83CE6}"/>
              </a:ext>
            </a:extLst>
          </p:cNvPr>
          <p:cNvSpPr/>
          <p:nvPr/>
        </p:nvSpPr>
        <p:spPr>
          <a:xfrm>
            <a:off x="2190750" y="5078603"/>
            <a:ext cx="4418013" cy="468000"/>
          </a:xfrm>
          <a:prstGeom prst="rect">
            <a:avLst/>
          </a:prstGeom>
          <a:solidFill>
            <a:srgbClr val="D9D9D9"/>
          </a:solidFill>
          <a:ln w="635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just">
              <a:defRPr/>
            </a:pPr>
            <a:r>
              <a:rPr lang="pt-B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Impostos</a:t>
            </a:r>
            <a:endParaRPr lang="pt-BR" sz="700" b="1" dirty="0">
              <a:solidFill>
                <a:srgbClr val="000080"/>
              </a:solidFill>
              <a:highlight>
                <a:srgbClr val="FFFF00"/>
              </a:highlight>
              <a:latin typeface="Suzano Display" panose="02010503030508060203" pitchFamily="2" charset="0"/>
              <a:ea typeface="Calibri"/>
              <a:cs typeface="Calibri"/>
            </a:endParaRP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pt-BR" sz="700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Impacto previsto pela reforma tributária.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pt-BR" sz="700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Despesas de transição previstas no curto prazo.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pt-BR" sz="700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Incerteza sobre alíquotas estaduais/municipais</a:t>
            </a:r>
            <a:endParaRPr kumimoji="0" lang="pt-BR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68CA9798-464C-30AC-C025-1E1DCD919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7" y="45403"/>
            <a:ext cx="8249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Cenário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 Comercial (R$ MM)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sp>
        <p:nvSpPr>
          <p:cNvPr id="25" name="Straight Connector 4">
            <a:extLst>
              <a:ext uri="{FF2B5EF4-FFF2-40B4-BE49-F238E27FC236}">
                <a16:creationId xmlns:a16="http://schemas.microsoft.com/office/drawing/2014/main" id="{5D96A4B6-AE32-EC38-F78F-8D7DDD04DA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926" y="611091"/>
            <a:ext cx="9964737" cy="14288"/>
          </a:xfrm>
          <a:prstGeom prst="line">
            <a:avLst/>
          </a:prstGeom>
          <a:noFill/>
          <a:ln w="2540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165" name="Chart 3">
            <a:extLst>
              <a:ext uri="{FF2B5EF4-FFF2-40B4-BE49-F238E27FC236}">
                <a16:creationId xmlns:a16="http://schemas.microsoft.com/office/drawing/2014/main" id="{839F1713-9CA2-A0B6-464B-B65F9F20D607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273499803"/>
              </p:ext>
            </p:extLst>
          </p:nvPr>
        </p:nvGraphicFramePr>
        <p:xfrm>
          <a:off x="160338" y="1304925"/>
          <a:ext cx="6462712" cy="1382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cxnSp>
        <p:nvCxnSpPr>
          <p:cNvPr id="131" name="Conector reto 130">
            <a:extLst>
              <a:ext uri="{FF2B5EF4-FFF2-40B4-BE49-F238E27FC236}">
                <a16:creationId xmlns:a16="http://schemas.microsoft.com/office/drawing/2014/main" id="{50106D8B-546C-B06C-B3A2-24BEC8953D1C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V="1">
            <a:off x="557213" y="941388"/>
            <a:ext cx="0" cy="8715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79D20A1-01F5-553A-39D4-896541545DDD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557213" y="941388"/>
            <a:ext cx="44084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Conector reto 139">
            <a:extLst>
              <a:ext uri="{FF2B5EF4-FFF2-40B4-BE49-F238E27FC236}">
                <a16:creationId xmlns:a16="http://schemas.microsoft.com/office/drawing/2014/main" id="{9D3D3C37-2E42-7960-B1E1-8924821151D4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4965700" y="941388"/>
            <a:ext cx="0" cy="8794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8E0D542-8B00-7816-BDBC-D76F3C988536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 bwMode="auto">
          <a:xfrm flipV="1">
            <a:off x="1816100" y="941388"/>
            <a:ext cx="0" cy="8080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tângulo 30">
            <a:extLst>
              <a:ext uri="{FF2B5EF4-FFF2-40B4-BE49-F238E27FC236}">
                <a16:creationId xmlns:a16="http://schemas.microsoft.com/office/drawing/2014/main" id="{9BF7E97B-0540-6FE0-91F8-DA5A19EA3782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6713" y="2643188"/>
            <a:ext cx="3825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hangingPunct="0">
              <a:spcBef>
                <a:spcPct val="0"/>
              </a:spcBef>
              <a:spcAft>
                <a:spcPct val="0"/>
              </a:spcAft>
            </a:pPr>
            <a:fld id="{918DC7F8-B6CE-4775-9FA7-7E9A40CD473D}" type="datetime'''''''B''''''''''''''''udg''''''''''''''e''''t'''''''''''''">
              <a:rPr lang="pt-BR" altLang="en-US" sz="900" smtClean="0">
                <a:latin typeface="Suzano Display" panose="02010503030508060203" pitchFamily="2" charset="0"/>
              </a:rPr>
              <a:pPr algn="ctr" hangingPunct="0">
                <a:spcBef>
                  <a:spcPct val="0"/>
                </a:spcBef>
                <a:spcAft>
                  <a:spcPct val="0"/>
                </a:spcAft>
              </a:pPr>
              <a:t>Budget</a:t>
            </a:fld>
            <a:endParaRPr kumimoji="0" lang="pt-BR" sz="900" b="0" i="0" strike="noStrike" cap="none" spc="0" normalizeH="0" baseline="0">
              <a:ln>
                <a:noFill/>
              </a:ln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A57204DC-C20D-AE9C-204C-F544B9484DB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001713" y="2643188"/>
            <a:ext cx="373063" cy="2730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hangingPunct="0">
              <a:spcBef>
                <a:spcPct val="0"/>
              </a:spcBef>
              <a:spcAft>
                <a:spcPct val="0"/>
              </a:spcAft>
            </a:pPr>
            <a:fld id="{FAFDD9AC-6AD4-48CC-B15A-D72E42DE4E7F}" type="datetime'''''''''''''Sho''''u''''''''''ld&#10;''C''''''''''''o''''s''''t'">
              <a:rPr lang="pt-BR" altLang="en-US" sz="900" smtClean="0">
                <a:latin typeface="Suzano Display" panose="02010503030508060203" pitchFamily="2" charset="0"/>
              </a:rPr>
              <a:pPr algn="ctr" hangingPunct="0">
                <a:spcBef>
                  <a:spcPct val="0"/>
                </a:spcBef>
                <a:spcAft>
                  <a:spcPct val="0"/>
                </a:spcAft>
              </a:pPr>
              <a:t>Should
Cost</a:t>
            </a:fld>
            <a:endParaRPr kumimoji="0" lang="pt-BR" sz="900" b="0" i="0" strike="noStrike" cap="none" spc="0" normalizeH="0" baseline="0">
              <a:ln>
                <a:noFill/>
              </a:ln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19" name="Retângulo 118">
            <a:extLst>
              <a:ext uri="{FF2B5EF4-FFF2-40B4-BE49-F238E27FC236}">
                <a16:creationId xmlns:a16="http://schemas.microsoft.com/office/drawing/2014/main" id="{4796D8A5-2DA5-EB36-4617-2DBF5DADA440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603375" y="2643188"/>
            <a:ext cx="4270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hangingPunct="0">
              <a:spcBef>
                <a:spcPct val="0"/>
              </a:spcBef>
              <a:spcAft>
                <a:spcPct val="0"/>
              </a:spcAft>
            </a:pPr>
            <a:fld id="{8A2E5B97-59B8-48B9-8DE7-21C79C8D53E5}" type="datetime'''''''T''''''e''''''''q''''''''''''''''''''''''ual''''''''''y'">
              <a:rPr lang="pt-BR" altLang="en-US" sz="900" smtClean="0">
                <a:latin typeface="Suzano Display" panose="02010503030508060203" pitchFamily="2" charset="0"/>
              </a:rPr>
              <a:pPr algn="ctr" hangingPunct="0">
                <a:spcBef>
                  <a:spcPct val="0"/>
                </a:spcBef>
                <a:spcAft>
                  <a:spcPct val="0"/>
                </a:spcAft>
              </a:pPr>
              <a:t>Tequaly</a:t>
            </a:fld>
            <a:endParaRPr kumimoji="0" lang="pt-BR" sz="900" b="0" i="0" strike="noStrike" cap="none" spc="0" normalizeH="0" baseline="0">
              <a:ln>
                <a:noFill/>
              </a:ln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20" name="Retângulo 119">
            <a:extLst>
              <a:ext uri="{FF2B5EF4-FFF2-40B4-BE49-F238E27FC236}">
                <a16:creationId xmlns:a16="http://schemas.microsoft.com/office/drawing/2014/main" id="{F6E03218-8F2E-5CBC-BFE0-95320B84392B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2195513" y="2643188"/>
            <a:ext cx="501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hangingPunct="0">
              <a:spcBef>
                <a:spcPct val="0"/>
              </a:spcBef>
              <a:spcAft>
                <a:spcPct val="0"/>
              </a:spcAft>
            </a:pPr>
            <a:fld id="{E0D8D55F-D245-405B-BED4-46A2714D8FE6}" type="datetime'''''I''''''''''''met''''''''''''''''a''''''''''''''''me'''''">
              <a:rPr lang="pt-BR" altLang="en-US" sz="900" smtClean="0">
                <a:latin typeface="Suzano Display" panose="02010503030508060203" pitchFamily="2" charset="0"/>
              </a:rPr>
              <a:pPr algn="ctr" hangingPunct="0">
                <a:spcBef>
                  <a:spcPct val="0"/>
                </a:spcBef>
                <a:spcAft>
                  <a:spcPct val="0"/>
                </a:spcAft>
              </a:pPr>
              <a:t>Imetame</a:t>
            </a:fld>
            <a:endParaRPr kumimoji="0" lang="pt-BR" sz="900" b="0" i="0" strike="noStrike" cap="none" spc="0" normalizeH="0" baseline="0">
              <a:ln>
                <a:noFill/>
              </a:ln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BF374612-EA67-1A29-4FC5-A3A3A9C19427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2919413" y="2643188"/>
            <a:ext cx="3159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hangingPunct="0">
              <a:spcBef>
                <a:spcPct val="0"/>
              </a:spcBef>
              <a:spcAft>
                <a:spcPct val="0"/>
              </a:spcAft>
            </a:pPr>
            <a:fld id="{EFA63DD3-818E-4D4A-B2C0-1E24719585CE}" type="datetime'''''''''Bo''''s''''''''''''''''c''''''''''''''''''h'''''''''''">
              <a:rPr lang="pt-BR" altLang="en-US" sz="900" smtClean="0">
                <a:latin typeface="Suzano Display" panose="02010503030508060203" pitchFamily="2" charset="0"/>
              </a:rPr>
              <a:pPr algn="ctr" hangingPunct="0">
                <a:spcBef>
                  <a:spcPct val="0"/>
                </a:spcBef>
                <a:spcAft>
                  <a:spcPct val="0"/>
                </a:spcAft>
              </a:pPr>
              <a:t>Bosch</a:t>
            </a:fld>
            <a:endParaRPr kumimoji="0" lang="pt-BR" sz="900" b="0" i="0" strike="noStrike" cap="none" spc="0" normalizeH="0" baseline="0">
              <a:ln>
                <a:noFill/>
              </a:ln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23" name="Retângulo 122">
            <a:extLst>
              <a:ext uri="{FF2B5EF4-FFF2-40B4-BE49-F238E27FC236}">
                <a16:creationId xmlns:a16="http://schemas.microsoft.com/office/drawing/2014/main" id="{3120ADDA-4544-3775-6F23-B825DF782BA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4752975" y="2643188"/>
            <a:ext cx="4270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hangingPunct="0">
              <a:spcBef>
                <a:spcPct val="0"/>
              </a:spcBef>
              <a:spcAft>
                <a:spcPct val="0"/>
              </a:spcAft>
            </a:pPr>
            <a:fld id="{681052A0-F0F0-4600-BB87-0AFFBB781A95}" type="datetime'Te''q''u''''''''''''''''''''''al''''''''y'''">
              <a:rPr lang="pt-BR" altLang="en-US" sz="900" smtClean="0">
                <a:latin typeface="Suzano Display" panose="02010503030508060203" pitchFamily="2" charset="0"/>
              </a:rPr>
              <a:pPr algn="ctr" hangingPunct="0">
                <a:spcBef>
                  <a:spcPct val="0"/>
                </a:spcBef>
                <a:spcAft>
                  <a:spcPct val="0"/>
                </a:spcAft>
              </a:pPr>
              <a:t>Tequaly</a:t>
            </a:fld>
            <a:endParaRPr kumimoji="0" lang="pt-BR" sz="900" b="0" i="0" strike="noStrike" cap="none" spc="0" normalizeH="0" baseline="0">
              <a:ln>
                <a:noFill/>
              </a:ln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24" name="Retângulo 123">
            <a:extLst>
              <a:ext uri="{FF2B5EF4-FFF2-40B4-BE49-F238E27FC236}">
                <a16:creationId xmlns:a16="http://schemas.microsoft.com/office/drawing/2014/main" id="{F0A4918F-BB05-02D7-2169-F3A8708DC1F7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5345113" y="2643188"/>
            <a:ext cx="501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hangingPunct="0">
              <a:spcBef>
                <a:spcPct val="0"/>
              </a:spcBef>
              <a:spcAft>
                <a:spcPct val="0"/>
              </a:spcAft>
            </a:pPr>
            <a:fld id="{3CC9DF45-68AA-4FC1-89BD-7AED6480CD60}" type="datetime'''''''I''''''''me''''''''''ta''''''''''''''''m''''''''e'''">
              <a:rPr lang="pt-BR" altLang="en-US" sz="900" smtClean="0">
                <a:latin typeface="Suzano Display" panose="02010503030508060203" pitchFamily="2" charset="0"/>
              </a:rPr>
              <a:pPr algn="ctr" hangingPunct="0">
                <a:spcBef>
                  <a:spcPct val="0"/>
                </a:spcBef>
                <a:spcAft>
                  <a:spcPct val="0"/>
                </a:spcAft>
              </a:pPr>
              <a:t>Imetame</a:t>
            </a:fld>
            <a:endParaRPr kumimoji="0" lang="pt-BR" sz="900" b="0" i="0" strike="noStrike" cap="none" spc="0" normalizeH="0" baseline="0">
              <a:ln>
                <a:noFill/>
              </a:ln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25" name="Retângulo 124">
            <a:extLst>
              <a:ext uri="{FF2B5EF4-FFF2-40B4-BE49-F238E27FC236}">
                <a16:creationId xmlns:a16="http://schemas.microsoft.com/office/drawing/2014/main" id="{90150417-0D54-AC1A-738C-2FFE9CEE06C0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067425" y="2643188"/>
            <a:ext cx="3159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0" rtlCol="0" anchor="t">
            <a:noAutofit/>
          </a:bodyPr>
          <a:lstStyle/>
          <a:p>
            <a:pPr algn="ctr" hangingPunct="0">
              <a:spcBef>
                <a:spcPct val="0"/>
              </a:spcBef>
              <a:spcAft>
                <a:spcPct val="0"/>
              </a:spcAft>
            </a:pPr>
            <a:fld id="{A442500E-01ED-47E9-80A7-6733EE9215D6}" type="datetime'''''''''''''''''''''B''''''os''c''''''''''''''''h'''''''''">
              <a:rPr lang="pt-BR" altLang="en-US" sz="900" smtClean="0">
                <a:latin typeface="Suzano Display" panose="02010503030508060203" pitchFamily="2" charset="0"/>
              </a:rPr>
              <a:pPr algn="ctr" hangingPunct="0">
                <a:spcBef>
                  <a:spcPct val="0"/>
                </a:spcBef>
                <a:spcAft>
                  <a:spcPct val="0"/>
                </a:spcAft>
              </a:pPr>
              <a:t>Bosch</a:t>
            </a:fld>
            <a:endParaRPr kumimoji="0" lang="pt-BR" sz="900" b="0" i="0" strike="noStrike" cap="none" spc="0" normalizeH="0" baseline="0">
              <a:ln>
                <a:noFill/>
              </a:ln>
              <a:effectLst/>
              <a:uFillTx/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82" name="Espaço Reservado para Texto 2">
            <a:extLst>
              <a:ext uri="{FF2B5EF4-FFF2-40B4-BE49-F238E27FC236}">
                <a16:creationId xmlns:a16="http://schemas.microsoft.com/office/drawing/2014/main" id="{D0DCF862-2913-453F-90FE-FEB28B6809D4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369888" y="1851025"/>
            <a:ext cx="3746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6555A0B-669E-463B-B62E-392A9B9E2185}" type="datetime'''''''''''''''''''''1''''''''3,''''5''''0'''''''''''''''">
              <a:rPr lang="pt-BR" altLang="en-US" sz="11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13,50</a:t>
            </a:fld>
            <a:endParaRPr lang="pt-BR" sz="1100" dirty="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2856350D-3A58-4843-AC5A-E622163AF93E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1000125" y="1803400"/>
            <a:ext cx="376238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75DEB12-0475-4D3E-96E8-CA0EACD795DE}" type="datetime'''''''''''1''''''''''''4'''''',''6''''''''''''''''''''''''3'">
              <a:rPr lang="pt-BR" altLang="en-US" sz="1100" smtClean="0"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14,63</a:t>
            </a:fld>
            <a:endParaRPr lang="pt-BR" sz="1100" dirty="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83" name="Espaço Reservado para Texto 2">
            <a:extLst>
              <a:ext uri="{FF2B5EF4-FFF2-40B4-BE49-F238E27FC236}">
                <a16:creationId xmlns:a16="http://schemas.microsoft.com/office/drawing/2014/main" id="{9FD1CBF4-CCA2-4598-BCB1-A6B51DB2088A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1625600" y="1787525"/>
            <a:ext cx="382588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2BF389A-31B3-49F8-8753-E8412B7B5B9B}" type="datetime'''''''''''''''''''''''''''''''''''1''''''4'',98'''''''''''''">
              <a:rPr lang="pt-BR" altLang="en-US" sz="1100" smtClean="0">
                <a:effectLst/>
                <a:latin typeface="Suzano Display" panose="02010503030508060203" pitchFamily="2" charset="0"/>
                <a:sym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14,98</a:t>
            </a:fld>
            <a:endParaRPr lang="pt-BR" sz="1100" dirty="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68" name="Espaço Reservado para Texto 2">
            <a:extLst>
              <a:ext uri="{FF2B5EF4-FFF2-40B4-BE49-F238E27FC236}">
                <a16:creationId xmlns:a16="http://schemas.microsoft.com/office/drawing/2014/main" id="{45E48F5E-505B-4B1C-B0A2-C737AA836C81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2260600" y="1771650"/>
            <a:ext cx="37147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9D7D1EA-3100-4E8E-8BB4-17437575F475}" type="datetime'15'''',''''''3''''''''''''''''8'''''">
              <a:rPr lang="pt-BR" altLang="en-US" sz="1100" smtClean="0">
                <a:effectLst/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15,38</a:t>
            </a:fld>
            <a:endParaRPr lang="pt-BR" sz="1100" dirty="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84" name="Espaço Reservado para Texto 2">
            <a:extLst>
              <a:ext uri="{FF2B5EF4-FFF2-40B4-BE49-F238E27FC236}">
                <a16:creationId xmlns:a16="http://schemas.microsoft.com/office/drawing/2014/main" id="{F0CBF1BA-B6AB-4B17-A26F-66D44F53FDFF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2886075" y="1211263"/>
            <a:ext cx="38100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6D4709-31C7-4126-B6F1-57FDAD29C0C7}" type="datetime'''2''''''''''8,''''''''''''''''''''''''47'''''''''''''''''">
              <a:rPr lang="pt-BR" altLang="en-US" sz="1100" smtClean="0">
                <a:effectLst/>
                <a:latin typeface="Suzano Display" panose="02010503030508060203" pitchFamily="2" charset="0"/>
                <a:sym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28,47</a:t>
            </a:fld>
            <a:endParaRPr lang="pt-BR" sz="1100" dirty="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85" name="Espaço Reservado para Texto 2">
            <a:extLst>
              <a:ext uri="{FF2B5EF4-FFF2-40B4-BE49-F238E27FC236}">
                <a16:creationId xmlns:a16="http://schemas.microsoft.com/office/drawing/2014/main" id="{C0938359-14A2-444F-87B8-6EC059CA18BD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4779963" y="1858963"/>
            <a:ext cx="37147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3B173A4-11D3-49D0-98CB-E1FED0CD8AF7}" type="datetime'''''''''''''1''''''3'''''''''''''''',''''''''''3''''''4'''''''">
              <a:rPr lang="pt-BR" altLang="en-US" sz="1100" smtClean="0">
                <a:effectLst/>
                <a:latin typeface="Suzano Display" panose="02010503030508060203" pitchFamily="2" charset="0"/>
                <a:sym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13,34</a:t>
            </a:fld>
            <a:endParaRPr lang="pt-BR" sz="1100" dirty="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86" name="Espaço Reservado para Texto 2">
            <a:extLst>
              <a:ext uri="{FF2B5EF4-FFF2-40B4-BE49-F238E27FC236}">
                <a16:creationId xmlns:a16="http://schemas.microsoft.com/office/drawing/2014/main" id="{08B4CAEA-5179-4201-B492-C0D7CB77AC3A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410200" y="1771650"/>
            <a:ext cx="37147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082037B-0536-400A-8CFD-09797C7C57C9}" type="datetime'''''''''''''''15'''''''''''',''''''''''''''3''8'''''''''">
              <a:rPr lang="pt-BR" altLang="en-US" sz="1100" smtClean="0">
                <a:effectLst/>
                <a:latin typeface="Suzano Display" panose="02010503030508060203" pitchFamily="2" charset="0"/>
                <a:sym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15,38</a:t>
            </a:fld>
            <a:endParaRPr lang="pt-BR" sz="1100" dirty="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87" name="Espaço Reservado para Texto 2">
            <a:extLst>
              <a:ext uri="{FF2B5EF4-FFF2-40B4-BE49-F238E27FC236}">
                <a16:creationId xmlns:a16="http://schemas.microsoft.com/office/drawing/2014/main" id="{BF5BEC7A-13AA-49B9-86CE-62A2F10EE15D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6030913" y="1362075"/>
            <a:ext cx="3873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431586E-9980-43C0-A7A6-C7178CD13E51}" type="datetime'2''4'''''',''''''9''''''''''''''4'''''''''''''''''''''''''''''">
              <a:rPr lang="pt-BR" altLang="en-US" sz="1100" smtClean="0">
                <a:effectLst/>
                <a:latin typeface="Suzano Display" panose="02010503030508060203" pitchFamily="2" charset="0"/>
                <a:sym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24,94</a:t>
            </a:fld>
            <a:endParaRPr lang="pt-BR" sz="1100" dirty="0"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28" name="Espaço Reservado para Texto 2">
            <a:extLst>
              <a:ext uri="{FF2B5EF4-FFF2-40B4-BE49-F238E27FC236}">
                <a16:creationId xmlns:a16="http://schemas.microsoft.com/office/drawing/2014/main" id="{885CEDF4-EA13-42A3-BDB5-ECB92CB5B739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781050" y="747713"/>
            <a:ext cx="811213" cy="387350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E3F79AE-8D2D-43CC-95E8-8B77ECECF78C}" type="datetime'''''-''''''''0,''''''''''''2'">
              <a:rPr lang="pt-BR" altLang="en-US" sz="1000" b="1" smtClean="0">
                <a:solidFill>
                  <a:srgbClr val="00B442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-0,2</a:t>
            </a:fld>
            <a:r>
              <a:rPr lang="pt-BR" altLang="en-US" sz="1000" b="1" dirty="0">
                <a:solidFill>
                  <a:srgbClr val="00B442"/>
                </a:solidFill>
                <a:effectLst/>
              </a:rPr>
              <a:t> MBRL</a:t>
            </a:r>
            <a:br>
              <a:rPr lang="pt-BR" altLang="en-US" sz="1000" b="1" dirty="0">
                <a:solidFill>
                  <a:srgbClr val="00B442"/>
                </a:solidFill>
                <a:effectLst/>
              </a:rPr>
            </a:br>
            <a:r>
              <a:rPr lang="pt-BR" altLang="en-US" sz="1000" b="1" dirty="0">
                <a:solidFill>
                  <a:srgbClr val="00B442"/>
                </a:solidFill>
                <a:effectLst/>
              </a:rPr>
              <a:t>(</a:t>
            </a:r>
            <a:fld id="{FD756804-DDAD-4FDA-B443-7087F809493D}" type="datetime'''''''''''''''''''''-''1,''''''''''''''''2''''''''''''''''%'''">
              <a:rPr lang="pt-BR" altLang="en-US" sz="1000" b="1" smtClean="0">
                <a:solidFill>
                  <a:srgbClr val="00B442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-1,2%</a:t>
            </a:fld>
            <a:r>
              <a:rPr lang="pt-BR" altLang="en-US" sz="1000" b="1" dirty="0">
                <a:solidFill>
                  <a:srgbClr val="00B442"/>
                </a:solidFill>
                <a:effectLst/>
              </a:rPr>
              <a:t>)</a:t>
            </a:r>
            <a:endParaRPr lang="pt-BR" sz="1000" b="1" dirty="0">
              <a:solidFill>
                <a:srgbClr val="00B442"/>
              </a:solidFill>
              <a:sym typeface="Suzano Display" panose="02010503030508060203" pitchFamily="2" charset="0"/>
            </a:endParaRP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657FCDEF-67E9-F569-0E21-64B7B4FEAC5B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2973388" y="747713"/>
            <a:ext cx="836613" cy="387350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F5136CB-5038-4E0D-A48B-46895AE00118}" type="datetime'''''''''''-''''''''1'''''''''''',''''6'''''''''''">
              <a:rPr lang="pt-BR" altLang="en-US" sz="1000" b="1" smtClean="0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-1,6</a:t>
            </a:fld>
            <a:r>
              <a:rPr lang="pt-BR" altLang="en-US" sz="1000" b="1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  <a:t> </a:t>
            </a:r>
            <a:r>
              <a:rPr lang="pt-BR" altLang="en-US" sz="1000" b="1" dirty="0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  <a:t>MBRL</a:t>
            </a:r>
            <a:br>
              <a:rPr lang="pt-BR" altLang="en-US" sz="1000" b="1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</a:br>
            <a:r>
              <a:rPr lang="pt-BR" altLang="en-US" sz="1000" b="1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  <a:t>(</a:t>
            </a:r>
            <a:fld id="{EE4EF0F1-1F28-4BFF-97A8-0D8A4AF084BE}" type="datetime'''''''''''-''1''''''''''''''''''0,''''''''''''9''%'''">
              <a:rPr lang="pt-BR" altLang="en-US" sz="1000" b="1" smtClean="0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-10,9%</a:t>
            </a:fld>
            <a:r>
              <a:rPr lang="pt-BR" altLang="en-US" sz="1000" b="1">
                <a:solidFill>
                  <a:srgbClr val="00B050"/>
                </a:solidFill>
                <a:effectLst/>
                <a:latin typeface="Suzano Display" panose="02010503030508060203" pitchFamily="2" charset="0"/>
              </a:rPr>
              <a:t>)</a:t>
            </a:r>
            <a:endParaRPr lang="pt-BR" sz="1000" b="1" dirty="0">
              <a:solidFill>
                <a:srgbClr val="00B050"/>
              </a:solidFill>
              <a:latin typeface="Suzano Display" panose="02010503030508060203" pitchFamily="2" charset="0"/>
              <a:sym typeface="Suzano Display" panose="02010503030508060203" pitchFamily="2" charset="0"/>
            </a:endParaRP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FC211C12-12A1-1528-7029-7E8F00D77F71}"/>
              </a:ext>
            </a:extLst>
          </p:cNvPr>
          <p:cNvSpPr txBox="1"/>
          <p:nvPr/>
        </p:nvSpPr>
        <p:spPr>
          <a:xfrm>
            <a:off x="3511896" y="1581090"/>
            <a:ext cx="968375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1000" dirty="0">
                <a:solidFill>
                  <a:srgbClr val="000080"/>
                </a:solidFill>
                <a:latin typeface="Suzano Display" panose="02010503030508060203" pitchFamily="2" charset="0"/>
                <a:ea typeface="Calibri"/>
                <a:cs typeface="Calibri"/>
              </a:rPr>
              <a:t>Revisão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1000" dirty="0">
                <a:solidFill>
                  <a:srgbClr val="000080"/>
                </a:solidFill>
                <a:latin typeface="Suzano Display" panose="02010503030508060203" pitchFamily="2" charset="0"/>
                <a:ea typeface="Calibri"/>
                <a:cs typeface="Calibri"/>
              </a:rPr>
              <a:t>Comercial</a:t>
            </a:r>
          </a:p>
        </p:txBody>
      </p:sp>
      <p:sp>
        <p:nvSpPr>
          <p:cNvPr id="176" name="TextBox 14">
            <a:extLst>
              <a:ext uri="{FF2B5EF4-FFF2-40B4-BE49-F238E27FC236}">
                <a16:creationId xmlns:a16="http://schemas.microsoft.com/office/drawing/2014/main" id="{7B24F399-7DE5-2F96-4EA5-2C921695E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3533775"/>
            <a:ext cx="63087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lvl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en-US" sz="1100" b="1" dirty="0">
                <a:solidFill>
                  <a:srgbClr val="000080"/>
                </a:solidFill>
                <a:latin typeface="Suzano Display" panose="02010503030508060203" pitchFamily="2" charset="0"/>
                <a:ea typeface="Suzano Sans Bold"/>
                <a:cs typeface="Suzano Sans Bold"/>
                <a:sym typeface="Suzano Sans Bold"/>
              </a:rPr>
              <a:t>COST BREAKDOWN (</a:t>
            </a:r>
            <a:r>
              <a:rPr lang="pt-BR" altLang="en-US" sz="1100" b="1" dirty="0" err="1">
                <a:solidFill>
                  <a:srgbClr val="000080"/>
                </a:solidFill>
                <a:latin typeface="Suzano Display" panose="02010503030508060203" pitchFamily="2" charset="0"/>
                <a:ea typeface="Suzano Sans Bold"/>
                <a:cs typeface="Suzano Sans Bold"/>
                <a:sym typeface="Suzano Sans Bold"/>
              </a:rPr>
              <a:t>Tequaly</a:t>
            </a:r>
            <a:r>
              <a:rPr lang="pt-BR" altLang="en-US" sz="1100" b="1" dirty="0">
                <a:solidFill>
                  <a:srgbClr val="000080"/>
                </a:solidFill>
                <a:latin typeface="Suzano Display" panose="02010503030508060203" pitchFamily="2" charset="0"/>
                <a:ea typeface="Suzano Sans Bold"/>
                <a:cs typeface="Suzano Sans Bold"/>
                <a:sym typeface="Suzano Sans Bold"/>
              </a:rPr>
              <a:t>)</a:t>
            </a:r>
            <a:endParaRPr lang="en-US" altLang="en-US" sz="1000" b="1" dirty="0">
              <a:solidFill>
                <a:srgbClr val="000080"/>
              </a:solidFill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FA01A5FD-6379-4990-76A1-6343E4E91E0D}"/>
              </a:ext>
            </a:extLst>
          </p:cNvPr>
          <p:cNvSpPr txBox="1"/>
          <p:nvPr/>
        </p:nvSpPr>
        <p:spPr>
          <a:xfrm>
            <a:off x="7107224" y="6163354"/>
            <a:ext cx="451205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171450" marR="0" lvl="0" indent="-171450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DFDFDF">
                    <a:lumMod val="50000"/>
                  </a:srgbClr>
                </a:solidFill>
                <a:effectLst/>
                <a:uLnTx/>
                <a:uFillTx/>
                <a:latin typeface="Suzano Display" panose="02010503030508060203" pitchFamily="2" charset="0"/>
              </a:defRPr>
            </a:lvl1pPr>
          </a:lstStyle>
          <a:p>
            <a:r>
              <a:rPr lang="pt-BR" sz="700" b="1" dirty="0"/>
              <a:t>Imetame considerando início da execução em 10/26 não atendendo ao prazo da PG.</a:t>
            </a:r>
          </a:p>
          <a:p>
            <a:r>
              <a:rPr lang="pt-BR" sz="700" dirty="0" err="1"/>
              <a:t>Should</a:t>
            </a:r>
            <a:r>
              <a:rPr lang="pt-BR" sz="700" dirty="0"/>
              <a:t> </a:t>
            </a:r>
            <a:r>
              <a:rPr lang="pt-BR" sz="700" dirty="0" err="1"/>
              <a:t>Cost</a:t>
            </a:r>
            <a:r>
              <a:rPr lang="pt-BR" sz="700" dirty="0"/>
              <a:t> baseado na média de HH geral x valor médio de R$/HH Geral (</a:t>
            </a:r>
            <a:r>
              <a:rPr lang="pt-BR" sz="700" dirty="0" err="1"/>
              <a:t>Tequaly</a:t>
            </a:r>
            <a:r>
              <a:rPr lang="pt-BR" sz="700" dirty="0"/>
              <a:t> e Imetame). Sem histórico de contratações anteriores para uma premissa fiel.</a:t>
            </a:r>
          </a:p>
          <a:p>
            <a:r>
              <a:rPr lang="pt-BR" sz="700" dirty="0"/>
              <a:t>A área técnica não apresentou a quantidade de HH prevista pela Suzano, uma vez que o serviço não é de natureza recorrente nas rotinas de manutenção.</a:t>
            </a:r>
          </a:p>
        </p:txBody>
      </p:sp>
      <p:pic>
        <p:nvPicPr>
          <p:cNvPr id="186" name="Imagem 185">
            <a:extLst>
              <a:ext uri="{FF2B5EF4-FFF2-40B4-BE49-F238E27FC236}">
                <a16:creationId xmlns:a16="http://schemas.microsoft.com/office/drawing/2014/main" id="{26B95D3E-698D-DDC0-8F60-90CA8F3B4160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1163300" y="0"/>
            <a:ext cx="1028700" cy="685800"/>
          </a:xfrm>
          <a:prstGeom prst="rect">
            <a:avLst/>
          </a:prstGeom>
        </p:spPr>
      </p:pic>
      <p:sp>
        <p:nvSpPr>
          <p:cNvPr id="40" name="CaixaDeTexto 39">
            <a:extLst>
              <a:ext uri="{FF2B5EF4-FFF2-40B4-BE49-F238E27FC236}">
                <a16:creationId xmlns:a16="http://schemas.microsoft.com/office/drawing/2014/main" id="{1A7249F2-8029-CF9A-70DF-CD4F0C70B053}"/>
              </a:ext>
            </a:extLst>
          </p:cNvPr>
          <p:cNvSpPr txBox="1"/>
          <p:nvPr/>
        </p:nvSpPr>
        <p:spPr>
          <a:xfrm>
            <a:off x="204184" y="3044825"/>
            <a:ext cx="40354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171450" marR="0" lvl="0" indent="-171450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DFDFDF">
                    <a:lumMod val="50000"/>
                  </a:srgbClr>
                </a:solidFill>
                <a:effectLst/>
                <a:uLnTx/>
                <a:uFillTx/>
                <a:latin typeface="Suzano Display" panose="02010503030508060203" pitchFamily="2" charset="0"/>
              </a:defRPr>
            </a:lvl1pPr>
          </a:lstStyle>
          <a:p>
            <a:r>
              <a:rPr lang="pt-BR" dirty="0"/>
              <a:t>Realizado 4 rodadas de negociação</a:t>
            </a: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BA89FADB-76B2-A037-07DF-B62CFD720AD8}"/>
              </a:ext>
            </a:extLst>
          </p:cNvPr>
          <p:cNvSpPr/>
          <p:nvPr/>
        </p:nvSpPr>
        <p:spPr>
          <a:xfrm>
            <a:off x="2195513" y="4003612"/>
            <a:ext cx="4418013" cy="504000"/>
          </a:xfrm>
          <a:prstGeom prst="rect">
            <a:avLst/>
          </a:prstGeom>
          <a:solidFill>
            <a:srgbClr val="D9D9D9"/>
          </a:solidFill>
          <a:ln w="635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lvl="0" algn="just">
              <a:defRPr/>
            </a:pPr>
            <a:r>
              <a:rPr lang="pt-B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Mão de Obra</a:t>
            </a:r>
            <a:endParaRPr lang="pt-BR" sz="700" dirty="0">
              <a:solidFill>
                <a:srgbClr val="000080"/>
              </a:solidFill>
              <a:highlight>
                <a:srgbClr val="FFFF00"/>
              </a:highlight>
              <a:latin typeface="Suzano Display" panose="02010503030508060203" pitchFamily="2" charset="0"/>
              <a:ea typeface="Calibri"/>
              <a:cs typeface="Calibri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pt-BR" sz="700" b="1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Pressão inflacionária: </a:t>
            </a:r>
            <a:r>
              <a:rPr lang="pt-BR" sz="700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Aumento salarial acima da inflação devido à escassez de profissionais especializados.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pt-BR" sz="700" b="1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Concorrência setorial: </a:t>
            </a:r>
            <a:r>
              <a:rPr lang="pt-BR" sz="700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Grandes projetos industriais simultâneos elevam demanda.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5B066746-447A-B678-20C5-869B0A1E883A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903288" y="4349750"/>
            <a:ext cx="1098550" cy="21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Administração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Suzano Display" panose="02010503030508060203" pitchFamily="2" charset="0"/>
              <a:ea typeface="Calibri"/>
              <a:cs typeface="Calibri"/>
            </a:endParaRP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05BA91A4-5B92-D27A-B016-ED93B9B6E6E9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958850" y="4116388"/>
            <a:ext cx="1133475" cy="215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Suzano Display" panose="02010503030508060203" pitchFamily="2" charset="0"/>
                <a:ea typeface="Calibri"/>
                <a:cs typeface="Calibri"/>
              </a:rPr>
              <a:t>BDI – Demais Itens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1459F811-057B-63EE-232D-F0A719868CCB}"/>
              </a:ext>
            </a:extLst>
          </p:cNvPr>
          <p:cNvSpPr txBox="1"/>
          <p:nvPr/>
        </p:nvSpPr>
        <p:spPr>
          <a:xfrm>
            <a:off x="242888" y="3759581"/>
            <a:ext cx="1830388" cy="230188"/>
          </a:xfrm>
          <a:prstGeom prst="rect">
            <a:avLst/>
          </a:prstGeom>
          <a:solidFill>
            <a:srgbClr val="D9D9D9"/>
          </a:solidFill>
          <a:ln w="3175" cap="flat">
            <a:solidFill>
              <a:schemeClr val="bg1">
                <a:lumMod val="5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pt-BR" sz="900" b="1" dirty="0">
                <a:solidFill>
                  <a:srgbClr val="000080"/>
                </a:solidFill>
                <a:latin typeface="Suzano Display" panose="02010503030508060203" pitchFamily="2" charset="0"/>
                <a:ea typeface="Calibri"/>
                <a:cs typeface="Calibri"/>
              </a:rPr>
              <a:t>Composição do Custo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CD69F713-2B8F-1893-0641-7DC325F71F48}"/>
              </a:ext>
            </a:extLst>
          </p:cNvPr>
          <p:cNvSpPr/>
          <p:nvPr/>
        </p:nvSpPr>
        <p:spPr>
          <a:xfrm>
            <a:off x="2190750" y="6497447"/>
            <a:ext cx="4418013" cy="307775"/>
          </a:xfrm>
          <a:prstGeom prst="rect">
            <a:avLst/>
          </a:prstGeom>
          <a:solidFill>
            <a:srgbClr val="D9D9D9"/>
          </a:solidFill>
          <a:ln w="635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lvl="0" algn="just">
              <a:defRPr/>
            </a:pPr>
            <a:r>
              <a:rPr lang="pt-B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Lucro</a:t>
            </a:r>
          </a:p>
          <a:p>
            <a:pPr marL="171450" marR="0" lvl="0" indent="-17145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700" b="1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Margens comprimidas: </a:t>
            </a:r>
            <a:r>
              <a:rPr lang="pt-BR" sz="700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Necessidade de absorver parte dos aumentos para manter competitividade.</a:t>
            </a:r>
          </a:p>
        </p:txBody>
      </p:sp>
      <p:sp>
        <p:nvSpPr>
          <p:cNvPr id="96" name="Retângulo 95">
            <a:extLst>
              <a:ext uri="{FF2B5EF4-FFF2-40B4-BE49-F238E27FC236}">
                <a16:creationId xmlns:a16="http://schemas.microsoft.com/office/drawing/2014/main" id="{50BC68DB-EAD1-66CB-985B-BC0E96B851A9}"/>
              </a:ext>
            </a:extLst>
          </p:cNvPr>
          <p:cNvSpPr/>
          <p:nvPr/>
        </p:nvSpPr>
        <p:spPr>
          <a:xfrm>
            <a:off x="2190750" y="6033834"/>
            <a:ext cx="4418013" cy="432000"/>
          </a:xfrm>
          <a:prstGeom prst="rect">
            <a:avLst/>
          </a:prstGeom>
          <a:solidFill>
            <a:srgbClr val="D9D9D9"/>
          </a:solidFill>
          <a:ln w="635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lvl="0">
              <a:defRPr/>
            </a:pPr>
            <a:r>
              <a:rPr lang="pt-B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Variáveis (canteiro, consumíveis, etc.)</a:t>
            </a:r>
            <a:endParaRPr lang="pt-BR" sz="700" b="1" dirty="0">
              <a:solidFill>
                <a:srgbClr val="000080"/>
              </a:solidFill>
              <a:highlight>
                <a:srgbClr val="FFFF00"/>
              </a:highlight>
              <a:latin typeface="Suzano Display" panose="02010503030508060203" pitchFamily="2" charset="0"/>
              <a:ea typeface="Calibri"/>
              <a:cs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pt-BR" sz="700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Infraestrutura temporária (contêineres, instalações) é sensível à duração do projeto e à logística.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pt-BR" sz="700" dirty="0">
                <a:solidFill>
                  <a:srgbClr val="404040"/>
                </a:solidFill>
                <a:latin typeface="Suzano Display" panose="02010503030508060203" pitchFamily="2" charset="0"/>
                <a:ea typeface="Calibri"/>
                <a:cs typeface="Calibri"/>
              </a:rPr>
              <a:t>Itens críticos para a operação (Consumíveis).</a:t>
            </a:r>
          </a:p>
        </p:txBody>
      </p: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76C86898-2137-EF59-DC68-A59C01A5E9E4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1047750" y="6094413"/>
            <a:ext cx="563563" cy="3381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Mão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de Obra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Suzano Display" panose="02010503030508060203" pitchFamily="2" charset="0"/>
              <a:ea typeface="Calibri"/>
              <a:cs typeface="Calibri"/>
            </a:endParaRP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CEF1A16D-746D-3AF0-A8A7-5D803D365F51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1012825" y="5116513"/>
            <a:ext cx="671513" cy="215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Impostos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Suzano Display" panose="02010503030508060203" pitchFamily="2" charset="0"/>
              <a:ea typeface="Calibri"/>
              <a:cs typeface="Calibri"/>
            </a:endParaRPr>
          </a:p>
        </p:txBody>
      </p:sp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32BC23B1-272A-79B2-E331-7FD109DBF59E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1019175" y="4722813"/>
            <a:ext cx="700088" cy="215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Variáveis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Suzano Display" panose="02010503030508060203" pitchFamily="2" charset="0"/>
              <a:ea typeface="Calibri"/>
              <a:cs typeface="Calibri"/>
            </a:endParaRPr>
          </a:p>
        </p:txBody>
      </p: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088EC86C-26CE-0EC7-A7F9-5451C9C66333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993775" y="4895850"/>
            <a:ext cx="8921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Equipamentos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Suzano Display" panose="02010503030508060203" pitchFamily="2" charset="0"/>
              <a:ea typeface="Calibri"/>
              <a:cs typeface="Calibri"/>
            </a:endParaRPr>
          </a:p>
        </p:txBody>
      </p:sp>
      <p:sp>
        <p:nvSpPr>
          <p:cNvPr id="136" name="CaixaDeTexto 135">
            <a:extLst>
              <a:ext uri="{FF2B5EF4-FFF2-40B4-BE49-F238E27FC236}">
                <a16:creationId xmlns:a16="http://schemas.microsoft.com/office/drawing/2014/main" id="{1B0110CE-EFF1-BA4B-05B2-407CC16268DE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1028700" y="4548188"/>
            <a:ext cx="892175" cy="21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Lucro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Suzano Display" panose="02010503030508060203" pitchFamily="2" charset="0"/>
              <a:ea typeface="Calibri"/>
              <a:cs typeface="Calibri"/>
            </a:endParaRPr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65C3B62C-021E-D7AD-F5CA-9FC003C3726F}"/>
              </a:ext>
            </a:extLst>
          </p:cNvPr>
          <p:cNvSpPr txBox="1"/>
          <p:nvPr/>
        </p:nvSpPr>
        <p:spPr>
          <a:xfrm>
            <a:off x="2195513" y="3765931"/>
            <a:ext cx="4418013" cy="215900"/>
          </a:xfrm>
          <a:prstGeom prst="rect">
            <a:avLst/>
          </a:prstGeom>
          <a:solidFill>
            <a:srgbClr val="D9D9D9"/>
          </a:solidFill>
          <a:ln w="3175" cap="flat">
            <a:solidFill>
              <a:schemeClr val="bg1">
                <a:lumMod val="5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pt-BR" sz="800" b="1">
                <a:solidFill>
                  <a:srgbClr val="000080"/>
                </a:solidFill>
                <a:latin typeface="Suzano Display" panose="02010503030508060203" pitchFamily="2" charset="0"/>
                <a:ea typeface="Calibri"/>
                <a:cs typeface="Calibri"/>
              </a:rPr>
              <a:t>Principais Drivers de Custos</a:t>
            </a:r>
            <a:endParaRPr lang="pt-BR" sz="700" b="1">
              <a:solidFill>
                <a:srgbClr val="000080"/>
              </a:solidFill>
              <a:latin typeface="Suzano Display" panose="02010503030508060203" pitchFamily="2" charset="0"/>
              <a:ea typeface="Calibri"/>
              <a:cs typeface="Calibri"/>
            </a:endParaRPr>
          </a:p>
        </p:txBody>
      </p:sp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9FF07A76-C56D-4597-7891-6D7602C04727}"/>
              </a:ext>
            </a:extLst>
          </p:cNvPr>
          <p:cNvSpPr/>
          <p:nvPr/>
        </p:nvSpPr>
        <p:spPr>
          <a:xfrm>
            <a:off x="3676495" y="2020519"/>
            <a:ext cx="723261" cy="339843"/>
          </a:xfrm>
          <a:prstGeom prst="rightArrow">
            <a:avLst>
              <a:gd name="adj1" fmla="val 50000"/>
              <a:gd name="adj2" fmla="val 53735"/>
            </a:avLst>
          </a:prstGeom>
          <a:solidFill>
            <a:srgbClr val="000080"/>
          </a:solidFill>
          <a:ln w="12700" cap="flat">
            <a:solidFill>
              <a:srgbClr val="00008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09121310-8C45-4E02-D3FE-8D1DF9E1D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285921"/>
              </p:ext>
            </p:extLst>
          </p:nvPr>
        </p:nvGraphicFramePr>
        <p:xfrm>
          <a:off x="7108479" y="667847"/>
          <a:ext cx="4510800" cy="4444593"/>
        </p:xfrm>
        <a:graphic>
          <a:graphicData uri="http://schemas.openxmlformats.org/drawingml/2006/table">
            <a:tbl>
              <a:tblPr/>
              <a:tblGrid>
                <a:gridCol w="1582146">
                  <a:extLst>
                    <a:ext uri="{9D8B030D-6E8A-4147-A177-3AD203B41FA5}">
                      <a16:colId xmlns:a16="http://schemas.microsoft.com/office/drawing/2014/main" val="1785425771"/>
                    </a:ext>
                  </a:extLst>
                </a:gridCol>
                <a:gridCol w="976218">
                  <a:extLst>
                    <a:ext uri="{9D8B030D-6E8A-4147-A177-3AD203B41FA5}">
                      <a16:colId xmlns:a16="http://schemas.microsoft.com/office/drawing/2014/main" val="3115600493"/>
                    </a:ext>
                  </a:extLst>
                </a:gridCol>
                <a:gridCol w="976218">
                  <a:extLst>
                    <a:ext uri="{9D8B030D-6E8A-4147-A177-3AD203B41FA5}">
                      <a16:colId xmlns:a16="http://schemas.microsoft.com/office/drawing/2014/main" val="2950279593"/>
                    </a:ext>
                  </a:extLst>
                </a:gridCol>
                <a:gridCol w="976218">
                  <a:extLst>
                    <a:ext uri="{9D8B030D-6E8A-4147-A177-3AD203B41FA5}">
                      <a16:colId xmlns:a16="http://schemas.microsoft.com/office/drawing/2014/main" val="1551564098"/>
                    </a:ext>
                  </a:extLst>
                </a:gridCol>
              </a:tblGrid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Tequaly</a:t>
                      </a:r>
                      <a:endParaRPr lang="pt-BR" sz="900" b="1" i="0" u="none" strike="noStrike" dirty="0">
                        <a:solidFill>
                          <a:srgbClr val="424242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Imetame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Bosch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251514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Valor Total (R$)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13.340.800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15.379.385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24.940.800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475530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MOD (R$)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1.493.070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2.137.800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3.333.141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020354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MOI (R$)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1.090.447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724.634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1.992.949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8166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Hora Extra (R$)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1.407.370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1.810.035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542664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Custos indiretos de MO (R$)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1.339.923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550.917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2.545.620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165541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Equipamentos (R$)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1.212.700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4.266.796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1.479.000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937355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Materiais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2.750.000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3.851.839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5.980.614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208248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Gastos Variáveis (R$)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1.040.800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524.121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302.160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57310"/>
                  </a:ext>
                </a:extLst>
              </a:tr>
              <a:tr h="23901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BDI (R$)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1.628.567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1.640.854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3.837.574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442395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Imposto (R$)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1.377.924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1.682.425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3.659.706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861536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BDI (%)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29%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28%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43%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01895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GRANDEZAS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>
                      <a:noFill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181263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HH MOD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31.468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27.696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23.605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765765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HH MOI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9.953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5.114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8.741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79023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HH Total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41.421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32.809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32.346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575659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INDICADORES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>
                      <a:noFill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96266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R$/MOD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R$               47,45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R$               77,19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R$              141,20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550314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R$/MOI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R$              109,56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R$              141,70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R$             228,00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543339"/>
                  </a:ext>
                </a:extLst>
              </a:tr>
              <a:tr h="1836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R$/HH (Escopo Geral)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R$              322,08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R$              468,75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R$              771,06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98077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Should Cost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R$ 14.625.872,31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80064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PRAZOS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5494" marR="5494" marT="5494" marB="0">
                    <a:lnL>
                      <a:noFill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65990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Prazo de Entrega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11 dias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12 dias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16 dias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169888"/>
                  </a:ext>
                </a:extLst>
              </a:tr>
              <a:tr h="1827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Prazo de Pagamento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60 dias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30 dias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 70 dias </a:t>
                      </a:r>
                    </a:p>
                  </a:txBody>
                  <a:tcPr marL="5494" marR="5494" marT="5494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006451"/>
                  </a:ext>
                </a:extLst>
              </a:tr>
            </a:tbl>
          </a:graphicData>
        </a:graphic>
      </p:graphicFrame>
      <p:sp>
        <p:nvSpPr>
          <p:cNvPr id="33" name="CaixaDeTexto 32">
            <a:extLst>
              <a:ext uri="{FF2B5EF4-FFF2-40B4-BE49-F238E27FC236}">
                <a16:creationId xmlns:a16="http://schemas.microsoft.com/office/drawing/2014/main" id="{3E731BD7-DE68-D80F-8938-03424E4FA3DF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993775" y="5491163"/>
            <a:ext cx="671513" cy="215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Materiais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Suzano Display" panose="02010503030508060203" pitchFamily="2" charset="0"/>
              <a:ea typeface="Calibri"/>
              <a:cs typeface="Calibri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8FAF8BD-0E8A-375B-F100-CCA7B9EB5AD1}"/>
              </a:ext>
            </a:extLst>
          </p:cNvPr>
          <p:cNvSpPr/>
          <p:nvPr/>
        </p:nvSpPr>
        <p:spPr>
          <a:xfrm>
            <a:off x="2190750" y="4539107"/>
            <a:ext cx="4418013" cy="504000"/>
          </a:xfrm>
          <a:prstGeom prst="rect">
            <a:avLst/>
          </a:prstGeom>
          <a:solidFill>
            <a:srgbClr val="D9D9D9"/>
          </a:solidFill>
          <a:ln w="635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lvl="0" algn="just">
              <a:defRPr/>
            </a:pPr>
            <a:r>
              <a:rPr lang="pt-B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Materiais:</a:t>
            </a:r>
          </a:p>
          <a:p>
            <a:pPr lvl="0" algn="just">
              <a:defRPr/>
            </a:pPr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• Volatilidade de preços impactada por inflação e câmbio;.</a:t>
            </a:r>
          </a:p>
          <a:p>
            <a:pPr lvl="0" algn="just">
              <a:defRPr/>
            </a:pPr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• Dependência de fornecedores estratégicos e prazos de entrega afetam custo e cronograma.</a:t>
            </a:r>
          </a:p>
          <a:p>
            <a:pPr lvl="0" algn="just">
              <a:defRPr/>
            </a:pPr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• Pressão logística e fretes influenciam o custo total dos materiais.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AD39529C-06D7-5737-3F51-466CCD6726E4}"/>
              </a:ext>
            </a:extLst>
          </p:cNvPr>
          <p:cNvSpPr/>
          <p:nvPr/>
        </p:nvSpPr>
        <p:spPr>
          <a:xfrm>
            <a:off x="2190750" y="5579110"/>
            <a:ext cx="4418013" cy="432000"/>
          </a:xfrm>
          <a:prstGeom prst="rect">
            <a:avLst/>
          </a:prstGeom>
          <a:solidFill>
            <a:srgbClr val="D9D9D9"/>
          </a:solidFill>
          <a:ln w="6350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lvl="0" algn="just">
              <a:defRPr/>
            </a:pPr>
            <a:r>
              <a:rPr lang="pt-B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Equipamentos</a:t>
            </a:r>
          </a:p>
          <a:p>
            <a:pPr lvl="0" algn="just">
              <a:defRPr/>
            </a:pPr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• Custos elevados de locação e manutenção.</a:t>
            </a:r>
          </a:p>
          <a:p>
            <a:pPr lvl="0" algn="just">
              <a:defRPr/>
            </a:pPr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• Disponibilidade limitada em períodos de alta demanda setorial.</a:t>
            </a:r>
          </a:p>
          <a:p>
            <a:pPr lvl="0" algn="just">
              <a:defRPr/>
            </a:pPr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Suzano Display" panose="02010503030508060203" pitchFamily="2" charset="0"/>
                <a:ea typeface="Calibri"/>
                <a:cs typeface="Calibri"/>
              </a:rPr>
              <a:t>• Consumo de energia e combustíveis impacta o custo operacional.</a:t>
            </a:r>
          </a:p>
        </p:txBody>
      </p:sp>
      <p:sp>
        <p:nvSpPr>
          <p:cNvPr id="144" name="TextBox 14">
            <a:extLst>
              <a:ext uri="{FF2B5EF4-FFF2-40B4-BE49-F238E27FC236}">
                <a16:creationId xmlns:a16="http://schemas.microsoft.com/office/drawing/2014/main" id="{80E88516-3845-13AC-2343-813F62398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9932" y="5219178"/>
            <a:ext cx="222078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lvl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en-US" sz="1100" b="1" dirty="0">
                <a:solidFill>
                  <a:srgbClr val="000080"/>
                </a:solidFill>
                <a:latin typeface="Suzano Display" panose="02010503030508060203" pitchFamily="2" charset="0"/>
                <a:ea typeface="Suzano Sans Bold"/>
                <a:cs typeface="Suzano Sans Bold"/>
                <a:sym typeface="Suzano Sans Bold"/>
              </a:rPr>
              <a:t>Histórico R$/HH</a:t>
            </a:r>
            <a:endParaRPr lang="en-US" altLang="en-US" sz="1000" b="1" dirty="0">
              <a:solidFill>
                <a:srgbClr val="000080"/>
              </a:solidFill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graphicFrame>
        <p:nvGraphicFramePr>
          <p:cNvPr id="148" name="Tabela 147">
            <a:extLst>
              <a:ext uri="{FF2B5EF4-FFF2-40B4-BE49-F238E27FC236}">
                <a16:creationId xmlns:a16="http://schemas.microsoft.com/office/drawing/2014/main" id="{DEC2C55B-1359-FA6B-34B3-05712BF39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705413"/>
              </p:ext>
            </p:extLst>
          </p:nvPr>
        </p:nvGraphicFramePr>
        <p:xfrm>
          <a:off x="7108479" y="5467160"/>
          <a:ext cx="5035995" cy="546233"/>
        </p:xfrm>
        <a:graphic>
          <a:graphicData uri="http://schemas.openxmlformats.org/drawingml/2006/table">
            <a:tbl>
              <a:tblPr/>
              <a:tblGrid>
                <a:gridCol w="446532">
                  <a:extLst>
                    <a:ext uri="{9D8B030D-6E8A-4147-A177-3AD203B41FA5}">
                      <a16:colId xmlns:a16="http://schemas.microsoft.com/office/drawing/2014/main" val="2766620163"/>
                    </a:ext>
                  </a:extLst>
                </a:gridCol>
                <a:gridCol w="847281">
                  <a:extLst>
                    <a:ext uri="{9D8B030D-6E8A-4147-A177-3AD203B41FA5}">
                      <a16:colId xmlns:a16="http://schemas.microsoft.com/office/drawing/2014/main" val="1626695063"/>
                    </a:ext>
                  </a:extLst>
                </a:gridCol>
                <a:gridCol w="981519">
                  <a:extLst>
                    <a:ext uri="{9D8B030D-6E8A-4147-A177-3AD203B41FA5}">
                      <a16:colId xmlns:a16="http://schemas.microsoft.com/office/drawing/2014/main" val="3753228296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18892425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9803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181234251"/>
                    </a:ext>
                  </a:extLst>
                </a:gridCol>
              </a:tblGrid>
              <a:tr h="2582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Tipo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TEQUALY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TEQUALY</a:t>
                      </a:r>
                      <a:b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(Projeto Parede - TLS)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Δ% </a:t>
                      </a:r>
                      <a:r>
                        <a:rPr lang="pt-BR" sz="700" b="1" i="0" u="none" strike="noStrike" dirty="0" err="1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vs</a:t>
                      </a:r>
                      <a: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TEQUALY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PASSAURA</a:t>
                      </a:r>
                      <a:b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(Projeto Parede - TLS)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Δ% </a:t>
                      </a:r>
                      <a:r>
                        <a:rPr lang="pt-BR" sz="700" b="1" i="0" u="none" strike="noStrike" dirty="0" err="1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vs</a:t>
                      </a:r>
                      <a:r>
                        <a:rPr lang="pt-BR" sz="700" b="1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TEQUALY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91118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R$/MOD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R$ 47,45 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R$ 71,34 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-33%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R$ 52,91 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-10%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26467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8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R$/MOI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R$ 109,56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R$ 114,25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-4%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R$ 90,34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21%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72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52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C8B96-D244-299A-676E-804798A3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14">
            <a:extLst>
              <a:ext uri="{FF2B5EF4-FFF2-40B4-BE49-F238E27FC236}">
                <a16:creationId xmlns:a16="http://schemas.microsoft.com/office/drawing/2014/main" id="{1C072F07-053B-A7B9-6DD0-703483F22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7" y="45403"/>
            <a:ext cx="8249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Contrato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 </a:t>
            </a:r>
            <a:r>
              <a:rPr kumimoji="0" lang="en-US" altLang="en-US" sz="2800" b="1" i="0" u="none" strike="noStrike" kern="1200" cap="none" spc="0" normalizeH="0" baseline="0" noProof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Suzano Unicase" panose="02010503030508060203" pitchFamily="2" charset="0"/>
                <a:ea typeface="Suzano Sans Bold"/>
                <a:cs typeface="Suzano Sans Bold"/>
                <a:sym typeface="Suzano Sans Bold"/>
              </a:rPr>
              <a:t>jurídico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Suzano Unicase" panose="02010503030508060203" pitchFamily="2" charset="0"/>
              <a:ea typeface="Suzano Sans Bold"/>
              <a:cs typeface="Suzano Sans Bold"/>
              <a:sym typeface="Suzano Sans Bold"/>
            </a:endParaRPr>
          </a:p>
        </p:txBody>
      </p:sp>
      <p:sp>
        <p:nvSpPr>
          <p:cNvPr id="25" name="Straight Connector 4">
            <a:extLst>
              <a:ext uri="{FF2B5EF4-FFF2-40B4-BE49-F238E27FC236}">
                <a16:creationId xmlns:a16="http://schemas.microsoft.com/office/drawing/2014/main" id="{4CD722DF-CF2F-5E35-0F3F-521EDCD1F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926" y="611091"/>
            <a:ext cx="9964737" cy="14288"/>
          </a:xfrm>
          <a:prstGeom prst="line">
            <a:avLst/>
          </a:prstGeom>
          <a:noFill/>
          <a:ln w="25400">
            <a:solidFill>
              <a:srgbClr val="0044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19" rIns="45719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uzano Display" panose="02010503030508060203" pitchFamily="2" charset="0"/>
              <a:ea typeface="Calibri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C7678A2-F9F5-59A4-F304-89AA33B77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464745"/>
              </p:ext>
            </p:extLst>
          </p:nvPr>
        </p:nvGraphicFramePr>
        <p:xfrm>
          <a:off x="434303" y="787977"/>
          <a:ext cx="11479304" cy="5846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0462">
                  <a:extLst>
                    <a:ext uri="{9D8B030D-6E8A-4147-A177-3AD203B41FA5}">
                      <a16:colId xmlns:a16="http://schemas.microsoft.com/office/drawing/2014/main" val="4161776129"/>
                    </a:ext>
                  </a:extLst>
                </a:gridCol>
                <a:gridCol w="6858842">
                  <a:extLst>
                    <a:ext uri="{9D8B030D-6E8A-4147-A177-3AD203B41FA5}">
                      <a16:colId xmlns:a16="http://schemas.microsoft.com/office/drawing/2014/main" val="50329209"/>
                    </a:ext>
                  </a:extLst>
                </a:gridCol>
              </a:tblGrid>
              <a:tr h="351894">
                <a:tc>
                  <a:txBody>
                    <a:bodyPr/>
                    <a:lstStyle/>
                    <a:p>
                      <a:r>
                        <a:rPr lang="pt-BR" sz="1200">
                          <a:latin typeface="Suzano Display" panose="02010503030508060203" pitchFamily="2" charset="0"/>
                        </a:rPr>
                        <a:t>ITEM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err="1">
                          <a:latin typeface="Suzano Display" panose="02010503030508060203" pitchFamily="2" charset="0"/>
                        </a:rPr>
                        <a:t>Passaura</a:t>
                      </a:r>
                      <a:endParaRPr lang="pt-BR" sz="1200">
                        <a:latin typeface="Suzano Display" panose="02010503030508060203" pitchFamily="2" charset="0"/>
                      </a:endParaRP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169860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Eventos de pagamento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uzano Display" panose="02010503030508060203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20% Adiantamento + 80% medição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Suzano Display" panose="02010503030508060203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2286590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r>
                        <a:rPr lang="pt-BR" sz="1200">
                          <a:latin typeface="Suzano Display" panose="02010503030508060203" pitchFamily="2" charset="0"/>
                        </a:rPr>
                        <a:t>Validade da proposta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60 dias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0219114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r>
                        <a:rPr lang="pt-BR" sz="1200">
                          <a:latin typeface="Suzano Display" panose="02010503030508060203" pitchFamily="2" charset="0"/>
                        </a:rPr>
                        <a:t>Reajuste de preços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Preço fixo e irreajustável durante período de execução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942551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Multas por atraso de marcos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1% do preço estimado para o evento (</a:t>
                      </a:r>
                      <a:r>
                        <a:rPr lang="pt-BR" sz="1200" err="1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Pré</a:t>
                      </a:r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 ou Pós-Parada) por dia de atraso.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0623754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Multa por atraso geral da entrega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1% do preço da respectiva Parada por hora de atraso. Limite: 20% do valor total do contrato.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4611991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Multa por descumprimento contratual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20% sobre o preço do contrato por infração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6061268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Resilição imotivada (Por solicitação Suzano)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Sem multas, 30 dias de aviso e, com pagamento de serviços já prestados.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2612855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Resilição motivada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20% pênalti contra a parte causadora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2660014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Limitação de responsabilidade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Sem limitação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9152556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Garantia (da obra)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Garantia dos serviços: 18 meses do startup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49369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r>
                        <a:rPr lang="pt-BR" sz="1200">
                          <a:latin typeface="Suzano Display" panose="02010503030508060203" pitchFamily="2" charset="0"/>
                        </a:rPr>
                        <a:t>Seguro garantia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Previsto para adiantamento.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7592720"/>
                  </a:ext>
                </a:extLst>
              </a:tr>
              <a:tr h="457886">
                <a:tc>
                  <a:txBody>
                    <a:bodyPr/>
                    <a:lstStyle/>
                    <a:p>
                      <a:r>
                        <a:rPr lang="pt-BR" sz="1200">
                          <a:latin typeface="Suzano Display" panose="02010503030508060203" pitchFamily="2" charset="0"/>
                        </a:rPr>
                        <a:t>Seguros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Apólice de RC</a:t>
                      </a:r>
                      <a:br>
                        <a:rPr lang="pt-BR" sz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</a:br>
                      <a:r>
                        <a:rPr lang="pt-BR" sz="1200" dirty="0">
                          <a:solidFill>
                            <a:schemeClr val="tx1"/>
                          </a:solidFill>
                          <a:latin typeface="Suzano Display" panose="02010503030508060203" pitchFamily="2" charset="0"/>
                        </a:rPr>
                        <a:t>Seguros de Vida</a:t>
                      </a:r>
                    </a:p>
                  </a:txBody>
                  <a:tcPr marL="87487" marR="87487" marT="43744" marB="437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3750498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F60BBAB1-B9F8-D2E8-129D-545B31F5A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300" y="0"/>
            <a:ext cx="10287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11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29DD5-D595-ED95-D43D-C5CD2200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2F39F81-68FF-7DA8-0C80-6DF3C0EA63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6" progId="TCLayout.ActiveDocument.1">
                  <p:embed/>
                </p:oleObj>
              </mc:Choice>
              <mc:Fallback>
                <p:oleObj name="Slide do think-cell" r:id="rId3" imgW="395" imgH="39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F39F81-68FF-7DA8-0C80-6DF3C0EA63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m 5" descr="Prédio em construção&#10;&#10;O conteúdo gerado por IA pode estar incorreto.">
            <a:extLst>
              <a:ext uri="{FF2B5EF4-FFF2-40B4-BE49-F238E27FC236}">
                <a16:creationId xmlns:a16="http://schemas.microsoft.com/office/drawing/2014/main" id="{7273646B-24F9-F5D0-56CD-7CC4C4B651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pic>
        <p:nvPicPr>
          <p:cNvPr id="5" name="Oval 7">
            <a:extLst>
              <a:ext uri="{FF2B5EF4-FFF2-40B4-BE49-F238E27FC236}">
                <a16:creationId xmlns:a16="http://schemas.microsoft.com/office/drawing/2014/main" id="{CA049CB3-9C6B-CC02-C64D-1855E86B8464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3258" y="-2597150"/>
            <a:ext cx="13242089" cy="12052300"/>
          </a:xfrm>
          <a:prstGeom prst="rect">
            <a:avLst/>
          </a:prstGeom>
          <a:noFill/>
          <a:ln>
            <a:noFill/>
          </a:ln>
          <a:effectLst>
            <a:outerShdw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Oval 7">
            <a:extLst>
              <a:ext uri="{FF2B5EF4-FFF2-40B4-BE49-F238E27FC236}">
                <a16:creationId xmlns:a16="http://schemas.microsoft.com/office/drawing/2014/main" id="{1D55B76D-571C-5ABA-2FEB-732B41264227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00" y="-774700"/>
            <a:ext cx="8394700" cy="840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6A21539F-6428-C224-859E-C179F12F1F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543" y="3720968"/>
            <a:ext cx="1298379" cy="880056"/>
          </a:xfrm>
          <a:prstGeom prst="rect">
            <a:avLst/>
          </a:prstGeom>
        </p:spPr>
      </p:pic>
      <p:sp>
        <p:nvSpPr>
          <p:cNvPr id="4" name="TextBox 14">
            <a:extLst>
              <a:ext uri="{FF2B5EF4-FFF2-40B4-BE49-F238E27FC236}">
                <a16:creationId xmlns:a16="http://schemas.microsoft.com/office/drawing/2014/main" id="{4F5771F2-10EF-2525-DCCB-DA35B82E0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63" y="2874402"/>
            <a:ext cx="8701087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ctr" eaLnBrk="1"/>
            <a:r>
              <a:rPr lang="en-US" altLang="en-US" sz="5700" err="1">
                <a:solidFill>
                  <a:srgbClr val="EBEBEB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agradecemos</a:t>
            </a:r>
            <a:r>
              <a:rPr lang="en-US" altLang="en-US" sz="5700">
                <a:solidFill>
                  <a:srgbClr val="EBEBEB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!</a:t>
            </a:r>
          </a:p>
        </p:txBody>
      </p:sp>
      <p:pic>
        <p:nvPicPr>
          <p:cNvPr id="12" name="Imagem 11" descr="Logotipo, nome da empresa&#10;&#10;Descrição gerada automaticamente">
            <a:extLst>
              <a:ext uri="{FF2B5EF4-FFF2-40B4-BE49-F238E27FC236}">
                <a16:creationId xmlns:a16="http://schemas.microsoft.com/office/drawing/2014/main" id="{8CD7456D-0821-DA04-476F-9EDA806F10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873" y="4362552"/>
            <a:ext cx="1953720" cy="1953720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8B3E734E-61E3-D955-721E-A24278FF3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5045" y="-2497935"/>
            <a:ext cx="13242089" cy="13238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9A69B982-BA3C-A2A9-EB9A-49AFAA6C64CD}"/>
              </a:ext>
            </a:extLst>
          </p:cNvPr>
          <p:cNvGrpSpPr/>
          <p:nvPr/>
        </p:nvGrpSpPr>
        <p:grpSpPr>
          <a:xfrm>
            <a:off x="4925873" y="1890255"/>
            <a:ext cx="2511324" cy="738664"/>
            <a:chOff x="9311055" y="-207795"/>
            <a:chExt cx="2511324" cy="738664"/>
          </a:xfrm>
        </p:grpSpPr>
        <p:pic>
          <p:nvPicPr>
            <p:cNvPr id="7" name="Imagem 6" descr="Ícone&#10;&#10;Descrição gerada automaticamente">
              <a:extLst>
                <a:ext uri="{FF2B5EF4-FFF2-40B4-BE49-F238E27FC236}">
                  <a16:creationId xmlns:a16="http://schemas.microsoft.com/office/drawing/2014/main" id="{125622D1-5BEB-FDCC-9E10-8A68CAB61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1055" y="-183594"/>
              <a:ext cx="651427" cy="655864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8525349-E48B-AE81-E979-5F929CEB5919}"/>
                </a:ext>
              </a:extLst>
            </p:cNvPr>
            <p:cNvSpPr txBox="1"/>
            <p:nvPr/>
          </p:nvSpPr>
          <p:spPr>
            <a:xfrm>
              <a:off x="9950024" y="-207795"/>
              <a:ext cx="187235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uzano Text" panose="02010503030508060203" pitchFamily="2" charset="0"/>
                  <a:ea typeface="Calibri"/>
                  <a:cs typeface="Calibri" panose="020F0502020204030204" pitchFamily="34" charset="0"/>
                  <a:sym typeface="Calibri" panose="020F0502020204030204" pitchFamily="34" charset="0"/>
                </a:rPr>
                <a:t>Suprimentos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uzano Text" panose="02010503030508060203" pitchFamily="2" charset="0"/>
                  <a:ea typeface="Calibri"/>
                  <a:cs typeface="Calibri" panose="020F0502020204030204" pitchFamily="34" charset="0"/>
                  <a:sym typeface="Calibri" panose="020F0502020204030204" pitchFamily="34" charset="0"/>
                </a:rPr>
                <a:t>SERVIÇOS INDUSTRIAIS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270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32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9&quot;&gt;&lt;elem m_fUsage=&quot;3.05867844010000045074E+00&quot;&gt;&lt;m_msothmcolidx val=&quot;0&quot;/&gt;&lt;m_rgb r=&quot;00&quot; g=&quot;B4&quot; b=&quot;42&quot;/&gt;&lt;/elem&gt;&lt;elem m_fUsage=&quot;2.36672583142673875756E+00&quot;&gt;&lt;m_msothmcolidx val=&quot;0&quot;/&gt;&lt;m_rgb r=&quot;00&quot; g=&quot;44&quot; b=&quot;B2&quot;/&gt;&lt;/elem&gt;&lt;elem m_fUsage=&quot;1.63082722641808475217E+00&quot;&gt;&lt;m_msothmcolidx val=&quot;0&quot;/&gt;&lt;m_rgb r=&quot;70&quot; g=&quot;30&quot; b=&quot;A0&quot;/&gt;&lt;/elem&gt;&lt;elem m_fUsage=&quot;1.02919483560179125803E+00&quot;&gt;&lt;m_msothmcolidx val=&quot;0&quot;/&gt;&lt;m_rgb r=&quot;21&quot; g=&quot;5F&quot; b=&quot;CE&quot;/&gt;&lt;/elem&gt;&lt;elem m_fUsage=&quot;1.02805691519354547303E+00&quot;&gt;&lt;m_msothmcolidx val=&quot;0&quot;/&gt;&lt;m_rgb r=&quot;00&quot; g=&quot;A8&quot; b=&quot;95&quot;/&gt;&lt;/elem&gt;&lt;elem m_fUsage=&quot;5.21153552974524147956E-01&quot;&gt;&lt;m_msothmcolidx val=&quot;0&quot;/&gt;&lt;m_rgb r=&quot;98&quot; g=&quot;36&quot; b=&quot;B5&quot;/&gt;&lt;/elem&gt;&lt;elem m_fUsage=&quot;1.14880038925835981090E-01&quot;&gt;&lt;m_msothmcolidx val=&quot;0&quot;/&gt;&lt;m_rgb r=&quot;00&quot; g=&quot;00&quot; b=&quot;80&quot;/&gt;&lt;/elem&gt;&lt;elem m_fUsage=&quot;6.46108188922667747711E-02&quot;&gt;&lt;m_msothmcolidx val=&quot;0&quot;/&gt;&lt;m_rgb r=&quot;57&quot; g=&quot;7A&quot; b=&quot;B3&quot;/&gt;&lt;/elem&gt;&lt;elem m_fUsage=&quot;5.28443939943017901295E-02&quot;&gt;&lt;m_msothmcolidx val=&quot;0&quot;/&gt;&lt;m_rgb r=&quot;6C&quot; g=&quot;07&quot; b=&quot;75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TSvHEjfCpjlrvtSRNX3C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ZFpRppU6jCD0P0cOuf8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1Y1Iouba7gp5F7iurmV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xWYN7iyG3JvtLA.NAnK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fHXXTHEIWsea5l7KKNm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4UE6UwI5wqU.KgF_3Vl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Mx4nvKsqmoc7PKSS3nV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ooM6WanNF5E..p4_2hz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1DT2sC7whQlIcCj849i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RbN8Fzgp.LLlZCAVoeES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kC5ysUpL_YR7_2RJNQAr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9wfqwKyGo01XsQFzxQ4q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t2h4oOzTsMzxKw..OBn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jFkHGNyqBkq15YXApv6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u9mlpruMvujlRkAXmoR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Rl3wfaAJLGrmBSjCUOtK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A_Vog38LlHjkJDbAOLW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H5LaXoxyXqSy4Ec6vc9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MsBgC6OPV8b_iZ87gsM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Y61q5Q7YTwUMETULPa7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3kMx7roA4_E5oNkVSgAs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V_pZlwxKA0dkS3iB53y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KiXOp44ocLLSqb1N76xL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JlZNA47ORovtC8Sgb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vbV2h7avPOxWspDsUwCP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TJ8Mz9ExakGzaHJ5kOG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7GzTd1WL6Y0En7U21AuI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ygu7BvA0.0E2GM97Jb.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SmscVeiLiaDGMj1K5JD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1ca25riGD4PNYM6s7V7S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vOycrDOcICqP5G2lPHR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2k_AHNVHEdfprRqH6_jW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HCK1DO4ehS4Z0SlvR_g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ndhEoKHegOimkPxo03I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JHWecuzjV3GMRaO6rQBz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thmMlBsHoriaAZeBGzy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JyUkwoRAPSDMQsAc4qE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gwukyLiqxImG82zhM0C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SwKNav9fhF9GF4oA0iBG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.43vxqrkj.Wp57PKHHmN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2w_SjcwKmpR00f9rBkW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oG_7_neR7p0BcZLl0LN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jT7dAcBMCfk4KqMUsjcy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1taWQLRDdFVd8FfemJ4X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J323ucP4RpFmSk4H3wW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nkSM7VI3CnpaArzBUYv8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3.h_k6zaTaqDdNY4J03.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v2VoEAdpiOPaA1EqkrR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pQVQOAjCxhY8IgnsTca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7GV.SQoMpMXiwHhmOzG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2o_LZnz.NBHn2rldR39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3TqWtAjHj7Od4btPXCR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ea_zp0HQNN_9JqSa1lm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qTmWt2GeiL3fn6tpoL4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dY3aDShm8khW0LM_Pf47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e3ttuc7El4npf75bUx7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kevxmCwxETHd4DoOhpj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Uyqr3UgwzpercfPaWahG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a5ecPxhBFmqNNiGRH26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pMPuMjBCPM9qqxnF2Yw_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p5lKsbST5qizhkcjerL0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mKFxrLSdWC.1SNfXObXA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Mh1ARwu22HnO_G_0D.1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pQRlOHOq4P5ADHSVeeFC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waSHpZhregjLbd2.F2YX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lwb2F2b06_qbxv6wpKAP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Mh1ARwu22HnO_G_0D.1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7B7B962652E0F4780C0AF008CA93CED" ma:contentTypeVersion="16" ma:contentTypeDescription="Crie um novo documento." ma:contentTypeScope="" ma:versionID="141e26ef8993678e6add7d7767b9e94e">
  <xsd:schema xmlns:xsd="http://www.w3.org/2001/XMLSchema" xmlns:xs="http://www.w3.org/2001/XMLSchema" xmlns:p="http://schemas.microsoft.com/office/2006/metadata/properties" xmlns:ns2="8aaf1d30-6d00-40b5-8c82-ba8237075df6" xmlns:ns3="c98f4641-aa58-4fec-9819-ce8e11486270" targetNamespace="http://schemas.microsoft.com/office/2006/metadata/properties" ma:root="true" ma:fieldsID="86795b610e1d81f39e491a6ce284ea00" ns2:_="" ns3:_="">
    <xsd:import namespace="8aaf1d30-6d00-40b5-8c82-ba8237075df6"/>
    <xsd:import namespace="c98f4641-aa58-4fec-9819-ce8e114862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f1d30-6d00-40b5-8c82-ba8237075d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ec2d7677-7d61-4d42-9986-e604b7035f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8f4641-aa58-4fec-9819-ce8e1148627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a5eacc-9f46-4f55-b239-684fb19c8c5b}" ma:internalName="TaxCatchAll" ma:showField="CatchAllData" ma:web="c98f4641-aa58-4fec-9819-ce8e114862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af1d30-6d00-40b5-8c82-ba8237075df6">
      <Terms xmlns="http://schemas.microsoft.com/office/infopath/2007/PartnerControls"/>
    </lcf76f155ced4ddcb4097134ff3c332f>
    <TaxCatchAll xmlns="c98f4641-aa58-4fec-9819-ce8e11486270" xsi:nil="true"/>
  </documentManagement>
</p:properties>
</file>

<file path=customXml/itemProps1.xml><?xml version="1.0" encoding="utf-8"?>
<ds:datastoreItem xmlns:ds="http://schemas.openxmlformats.org/officeDocument/2006/customXml" ds:itemID="{C8CD3179-8A41-4201-8AB3-6FDDDF8D13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B85D79-0BBD-45B1-BF64-195420825C23}">
  <ds:schemaRefs>
    <ds:schemaRef ds:uri="8aaf1d30-6d00-40b5-8c82-ba8237075df6"/>
    <ds:schemaRef ds:uri="c98f4641-aa58-4fec-9819-ce8e114862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CBDC17C-FDA3-43CA-8DB7-777108C989EA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8aaf1d30-6d00-40b5-8c82-ba8237075df6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c98f4641-aa58-4fec-9819-ce8e11486270"/>
  </ds:schemaRefs>
</ds:datastoreItem>
</file>

<file path=docMetadata/LabelInfo.xml><?xml version="1.0" encoding="utf-8"?>
<clbl:labelList xmlns:clbl="http://schemas.microsoft.com/office/2020/mipLabelMetadata">
  <clbl:label id="{a7109315-9727-4adf-97ad-4849bb63edcb}" enabled="0" method="" siteId="{a7109315-9727-4adf-97ad-4849bb63edc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9877</TotalTime>
  <Words>2178</Words>
  <Application>Microsoft Office PowerPoint</Application>
  <PresentationFormat>Widescreen</PresentationFormat>
  <Paragraphs>444</Paragraphs>
  <Slides>10</Slides>
  <Notes>7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Segoe UI</vt:lpstr>
      <vt:lpstr>Suzano Display</vt:lpstr>
      <vt:lpstr>Suzano Display Light</vt:lpstr>
      <vt:lpstr>Suzano Text</vt:lpstr>
      <vt:lpstr>Suzano Unicase</vt:lpstr>
      <vt:lpstr>Wingdings</vt:lpstr>
      <vt:lpstr>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HENRIQUE NAIDHIG</dc:creator>
  <cp:lastModifiedBy>CARLOS HENRIQUE NAIDHIG</cp:lastModifiedBy>
  <cp:revision>2</cp:revision>
  <dcterms:created xsi:type="dcterms:W3CDTF">2025-10-02T13:05:48Z</dcterms:created>
  <dcterms:modified xsi:type="dcterms:W3CDTF">2026-04-16T15:20:38Z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0x01010027B7B962652E0F4780C0AF008CA93CED</vt:lpwstr>
  </property>
  <property fmtid="{D5CDD505-2E9C-101B-9397-08002B2CF9AE}" pid="3" name="MediaServiceImageTags">
    <vt:lpwstr/>
  </property>
</Properties>
</file>
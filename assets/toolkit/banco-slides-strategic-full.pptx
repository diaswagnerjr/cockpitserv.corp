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heme/themeOverride14.xml" ContentType="application/vnd.openxmlformats-officedocument.themeOverr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15.xml" ContentType="application/vnd.openxmlformats-officedocument.themeOverr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16.xml" ContentType="application/vnd.openxmlformats-officedocument.themeOverr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17.xml" ContentType="application/vnd.openxmlformats-officedocument.themeOverr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18.xml" ContentType="application/vnd.openxmlformats-officedocument.themeOverrid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147481733" r:id="rId2"/>
    <p:sldId id="2147480576" r:id="rId3"/>
    <p:sldId id="2147481815" r:id="rId4"/>
    <p:sldId id="2147481818" r:id="rId5"/>
    <p:sldId id="2147481816" r:id="rId6"/>
    <p:sldId id="2147481838" r:id="rId7"/>
    <p:sldId id="2147481839" r:id="rId8"/>
    <p:sldId id="2147481848" r:id="rId9"/>
    <p:sldId id="2147481849" r:id="rId10"/>
    <p:sldId id="2147481840" r:id="rId11"/>
    <p:sldId id="2147481841" r:id="rId12"/>
    <p:sldId id="2147481842" r:id="rId13"/>
    <p:sldId id="2147481843" r:id="rId14"/>
    <p:sldId id="2147481844" r:id="rId15"/>
    <p:sldId id="2147481850" r:id="rId16"/>
    <p:sldId id="2147481830" r:id="rId17"/>
    <p:sldId id="2147481851" r:id="rId18"/>
    <p:sldId id="2147481971" r:id="rId19"/>
    <p:sldId id="2147481973" r:id="rId20"/>
    <p:sldId id="2147481974" r:id="rId21"/>
    <p:sldId id="2147481834" r:id="rId22"/>
    <p:sldId id="2147481852" r:id="rId23"/>
    <p:sldId id="2147481854" r:id="rId24"/>
    <p:sldId id="2147481925" r:id="rId25"/>
    <p:sldId id="2147481827" r:id="rId26"/>
    <p:sldId id="2147481926" r:id="rId27"/>
    <p:sldId id="2147481953" r:id="rId28"/>
    <p:sldId id="2147481952" r:id="rId29"/>
    <p:sldId id="2147481961" r:id="rId30"/>
    <p:sldId id="2147481964" r:id="rId31"/>
    <p:sldId id="2147481817" r:id="rId32"/>
    <p:sldId id="2147481969" r:id="rId33"/>
    <p:sldId id="2147481967" r:id="rId34"/>
    <p:sldId id="2147481819" r:id="rId35"/>
    <p:sldId id="2147481831" r:id="rId36"/>
    <p:sldId id="2147481833" r:id="rId37"/>
    <p:sldId id="2147481832" r:id="rId38"/>
    <p:sldId id="2147481970" r:id="rId39"/>
    <p:sldId id="2147481758" r:id="rId40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E51A3F1B-48E4-4C12-BCCF-75499C123485}">
          <p14:sldIdLst>
            <p14:sldId id="2147481733"/>
            <p14:sldId id="2147480576"/>
          </p14:sldIdLst>
        </p14:section>
        <p14:section name="One Page e Resumo Executivo" id="{DC24CD59-6595-41BF-AD60-5FC0D7429659}">
          <p14:sldIdLst>
            <p14:sldId id="2147481815"/>
            <p14:sldId id="2147481818"/>
          </p14:sldIdLst>
        </p14:section>
        <p14:section name="Sobre a Categoria" id="{4D6B0576-6DB9-4499-A06C-6FCABCC3ACD6}">
          <p14:sldIdLst>
            <p14:sldId id="2147481816"/>
            <p14:sldId id="2147481838"/>
            <p14:sldId id="2147481839"/>
          </p14:sldIdLst>
        </p14:section>
        <p14:section name="Spend Analysis" id="{3AD98F74-1796-4A05-BCB8-69A4384DAE53}">
          <p14:sldIdLst>
            <p14:sldId id="2147481848"/>
            <p14:sldId id="2147481849"/>
          </p14:sldIdLst>
        </p14:section>
        <p14:section name="Sobre o Mercado" id="{70E9BF6D-E508-4252-84E1-E81B659BEAFF}">
          <p14:sldIdLst>
            <p14:sldId id="2147481840"/>
            <p14:sldId id="2147481841"/>
            <p14:sldId id="2147481842"/>
            <p14:sldId id="2147481843"/>
          </p14:sldIdLst>
        </p14:section>
        <p14:section name="Long List" id="{59EE4759-19EC-46C1-B4DC-939F3AD00C04}">
          <p14:sldIdLst>
            <p14:sldId id="2147481844"/>
            <p14:sldId id="2147481850"/>
          </p14:sldIdLst>
        </p14:section>
        <p14:section name="CBD e Evolução" id="{40130376-3CD5-463D-AE09-80ACE5BD45B0}">
          <p14:sldIdLst>
            <p14:sldId id="2147481830"/>
            <p14:sldId id="2147481851"/>
            <p14:sldId id="2147481971"/>
          </p14:sldIdLst>
        </p14:section>
        <p14:section name="Plano e Estratégia" id="{86A5146E-6667-4A82-AA7C-AB97969EB070}">
          <p14:sldIdLst>
            <p14:sldId id="2147481973"/>
            <p14:sldId id="2147481974"/>
          </p14:sldIdLst>
        </p14:section>
        <p14:section name="Cascade" id="{92EB175E-A7CA-4972-80CA-D79159D5E13F}">
          <p14:sldIdLst>
            <p14:sldId id="2147481834"/>
            <p14:sldId id="2147481852"/>
          </p14:sldIdLst>
        </p14:section>
        <p14:section name="Concorrência e Fechamento" id="{A4EFD0A9-C367-4049-AC50-0DEE0AC8B81D}">
          <p14:sldIdLst>
            <p14:sldId id="2147481854"/>
            <p14:sldId id="2147481925"/>
            <p14:sldId id="2147481827"/>
          </p14:sldIdLst>
        </p14:section>
        <p14:section name="Histórico de Preços" id="{1DB11362-B297-43EF-A3F7-4BEDEC6386E5}">
          <p14:sldIdLst>
            <p14:sldId id="2147481926"/>
            <p14:sldId id="2147481953"/>
            <p14:sldId id="2147481952"/>
          </p14:sldIdLst>
        </p14:section>
        <p14:section name="Projeto Financeiro (BC)" id="{2F01A235-542A-4B68-B6EC-7878C0ED2A91}">
          <p14:sldIdLst>
            <p14:sldId id="2147481961"/>
          </p14:sldIdLst>
        </p14:section>
        <p14:section name="Spend por Fornecedor" id="{6BA7924E-6771-457C-A4EC-0F48998591D0}">
          <p14:sldIdLst>
            <p14:sldId id="2147481964"/>
          </p14:sldIdLst>
        </p14:section>
        <p14:section name="Cronograma" id="{143FE302-1525-4A02-A7F7-44B95B914B2C}">
          <p14:sldIdLst>
            <p14:sldId id="2147481817"/>
            <p14:sldId id="2147481969"/>
            <p14:sldId id="2147481967"/>
          </p14:sldIdLst>
        </p14:section>
        <p14:section name="Risco e Operação" id="{9E8B8984-6A81-4B9E-A02C-F113EB74F29B}">
          <p14:sldIdLst>
            <p14:sldId id="2147481819"/>
          </p14:sldIdLst>
        </p14:section>
        <p14:section name="Gestão Alojamento" id="{0700DD87-05F8-499D-819A-8BAE27C45964}">
          <p14:sldIdLst>
            <p14:sldId id="2147481831"/>
            <p14:sldId id="2147481833"/>
          </p14:sldIdLst>
        </p14:section>
        <p14:section name="Gestão Subcontratação" id="{3DD88668-AF34-4129-B74E-1D3A10DFBB80}">
          <p14:sldIdLst>
            <p14:sldId id="2147481832"/>
          </p14:sldIdLst>
        </p14:section>
        <p14:section name="Compra ou Alugel" id="{47B9AF8A-0FD7-4B78-AD2C-EAAD00EAE183}">
          <p14:sldIdLst>
            <p14:sldId id="2147481970"/>
            <p14:sldId id="21474817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EF0971B-ED03-021D-531C-7F51185D7C14}" name="Thaysa Dorlass" initials="TD" userId="S::CS342766@MinhaTI.com.br::c3f861a3-15c2-41d3-b0b2-6c7c66acd3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85A"/>
    <a:srgbClr val="00C85A"/>
    <a:srgbClr val="1932C8"/>
    <a:srgbClr val="808080"/>
    <a:srgbClr val="949494"/>
    <a:srgbClr val="A7A7A7"/>
    <a:srgbClr val="ACACAC"/>
    <a:srgbClr val="ABABAA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6056D-C20A-45C4-BA64-BF5B59922E2B}" v="1144" dt="2025-05-22T13:40:37.4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7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minhaticloud-my.sharepoint.com/personal/cs230127_minhati_com_br/Documents/&#193;rea%20de%20Trabalho/F&#243;rmulas%20e%20Gr&#225;fico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https://minhaticloud-my.sharepoint.com/personal/cs230127_minhati_com_br/Documents/&#193;rea%20de%20Trabalho/F&#243;rmulas%20e%20Gr&#225;ficos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https://minhaticloud-my.sharepoint.com/personal/cs230127_minhati_com_br/Documents/&#193;rea%20de%20Trabalho/F&#243;rmulas%20e%20Gr&#225;ficos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https://minhaticloud-my.sharepoint.com/personal/cs230127_minhati_com_br/Documents/&#193;rea%20de%20Trabalho/F&#243;rmulas%20e%20Gr&#225;ficos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1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2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../embeddings/oleObject1.bin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3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4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22&#180;23%20Safra\GER&#202;NCIA_GROT\Gest&#227;o_Ger&#234;ncia%20Ind%20(version%201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package" Target="../embeddings/Microsoft_Excel_Worksheet5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3.xml"/><Relationship Id="rId1" Type="http://schemas.microsoft.com/office/2011/relationships/chartStyle" Target="style13.xml"/><Relationship Id="rId4" Type="http://schemas.openxmlformats.org/officeDocument/2006/relationships/package" Target="../embeddings/Microsoft_Excel_Worksheet6.xlsx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package" Target="../embeddings/Microsoft_Excel_Worksheet7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4.xm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package" Target="../embeddings/Microsoft_Excel_Worksheet8.xlsx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16.xml"/><Relationship Id="rId1" Type="http://schemas.microsoft.com/office/2011/relationships/chartStyle" Target="style16.xml"/><Relationship Id="rId4" Type="http://schemas.openxmlformats.org/officeDocument/2006/relationships/package" Target="../embeddings/Microsoft_Excel_Worksheet9.xlsx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6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package" Target="../embeddings/Microsoft_Excel_Worksheet10.xlsx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oleObject" Target="https://minhaticloud-my.sharepoint.com/personal/cs230127_minhati_com_br/Documents/&#193;rea%20de%20Trabalho/F&#243;rmulas%20e%20Gr&#225;ficos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oleObject" Target="https://minhaticloud-my.sharepoint.com/personal/cs230127_minhati_com_br/Documents/&#193;rea%20de%20Trabalho/F&#243;rmulas%20e%20Gr&#225;fico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5E9-4768-9A9D-1CD8A7647E49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5E9-4768-9A9D-1CD8A7647E49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5E9-4768-9A9D-1CD8A7647E49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5E9-4768-9A9D-1CD8A7647E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'Cascade OnePage'!$B$4:$D$4</c:f>
              <c:strCache>
                <c:ptCount val="3"/>
                <c:pt idx="0">
                  <c:v>Orçamento</c:v>
                </c:pt>
                <c:pt idx="1">
                  <c:v>Negociação</c:v>
                </c:pt>
                <c:pt idx="2">
                  <c:v>Fechamento</c:v>
                </c:pt>
              </c:strCache>
            </c:strRef>
          </c:cat>
          <c:val>
            <c:numRef>
              <c:f>'Cascade OnePage'!$B$5:$D$5</c:f>
              <c:numCache>
                <c:formatCode>_("R$"* #,##0.00_);_("R$"* \(#,##0.00\);_("R$"* "-"??_);_(@_)</c:formatCode>
                <c:ptCount val="3"/>
                <c:pt idx="0">
                  <c:v>13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5E9-4768-9A9D-1CD8A7647E49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'Cascade OnePage'!$B$4:$D$4</c:f>
              <c:strCache>
                <c:ptCount val="3"/>
                <c:pt idx="0">
                  <c:v>Orçamento</c:v>
                </c:pt>
                <c:pt idx="1">
                  <c:v>Negociação</c:v>
                </c:pt>
                <c:pt idx="2">
                  <c:v>Fechamento</c:v>
                </c:pt>
              </c:strCache>
            </c:strRef>
          </c:cat>
          <c:val>
            <c:numRef>
              <c:f>'Cascade OnePage'!$B$6:$D$6</c:f>
              <c:numCache>
                <c:formatCode>_("R$"* #,##0.00_);_("R$"* \(#,##0.00\);_("R$"* "-"??_);_(@_)</c:formatCode>
                <c:ptCount val="3"/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75E9-4768-9A9D-1CD8A7647E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04110640"/>
        <c:axId val="804109920"/>
      </c:barChart>
      <c:catAx>
        <c:axId val="804110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804109920"/>
        <c:crosses val="autoZero"/>
        <c:auto val="1"/>
        <c:lblAlgn val="ctr"/>
        <c:lblOffset val="100"/>
        <c:noMultiLvlLbl val="0"/>
      </c:catAx>
      <c:valAx>
        <c:axId val="804109920"/>
        <c:scaling>
          <c:orientation val="minMax"/>
        </c:scaling>
        <c:delete val="1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crossAx val="804110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'Spend Analysis'!$C$2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844-4D7C-8304-24353305511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844-4D7C-8304-24353305511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'Spend Analysis'!$B$3:$B$4</c:f>
              <c:strCache>
                <c:ptCount val="2"/>
                <c:pt idx="0">
                  <c:v>Leste</c:v>
                </c:pt>
                <c:pt idx="1">
                  <c:v>Oeste</c:v>
                </c:pt>
              </c:strCache>
            </c:strRef>
          </c:cat>
          <c:val>
            <c:numRef>
              <c:f>'Spend Analysis'!$C$3:$C$4</c:f>
              <c:numCache>
                <c:formatCode>0%</c:formatCode>
                <c:ptCount val="2"/>
                <c:pt idx="0">
                  <c:v>0.61</c:v>
                </c:pt>
                <c:pt idx="1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44-4D7C-8304-243533055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754117897424991"/>
          <c:y val="0.7707660184649443"/>
          <c:w val="0.39248520961906791"/>
          <c:h val="0.107828230736333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uzano Text" panose="020F0502020204030204" pitchFamily="34" charset="0"/>
              <a:ea typeface="+mn-ea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'Spend Analysis'!$F$2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D06-48B1-BBB1-4961FC77CB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D06-48B1-BBB1-4961FC77CB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D06-48B1-BBB1-4961FC77CB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D06-48B1-BBB1-4961FC77CB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'Spend Analysis'!$E$3:$E$6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D</c:v>
                </c:pt>
                <c:pt idx="3">
                  <c:v>C</c:v>
                </c:pt>
              </c:strCache>
            </c:strRef>
          </c:cat>
          <c:val>
            <c:numRef>
              <c:f>'Spend Analysis'!$F$3:$F$6</c:f>
              <c:numCache>
                <c:formatCode>0%</c:formatCode>
                <c:ptCount val="4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D06-48B1-BBB1-4961FC77CB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826064488052985"/>
          <c:y val="0.78993534753842654"/>
          <c:w val="0.49729509199951044"/>
          <c:h val="0.107828230736333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uzano Text" panose="020F0502020204030204" pitchFamily="34" charset="0"/>
              <a:ea typeface="+mn-ea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'Spend Analysis'!$I$2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1A-485F-A8BA-53308FD369D0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11A-485F-A8BA-53308FD369D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'Spend Analysis'!$H$3:$H$4</c:f>
              <c:strCache>
                <c:ptCount val="2"/>
                <c:pt idx="0">
                  <c:v>Contrato</c:v>
                </c:pt>
                <c:pt idx="1">
                  <c:v>Spot</c:v>
                </c:pt>
              </c:strCache>
            </c:strRef>
          </c:cat>
          <c:val>
            <c:numRef>
              <c:f>'Spend Analysis'!$I$3:$I$4</c:f>
              <c:numCache>
                <c:formatCode>0%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1A-485F-A8BA-53308FD369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292377515310587"/>
          <c:y val="0.78993534753842654"/>
          <c:w val="0.57415244969378831"/>
          <c:h val="0.107828230736333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uzano Text" panose="020F0502020204030204" pitchFamily="34" charset="0"/>
              <a:ea typeface="+mn-ea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'Spend Analysis'!$L$2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23C-4242-A980-4340C33A7B74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23C-4242-A980-4340C33A7B7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'Spend Analysis'!$K$3:$K$4</c:f>
              <c:strCache>
                <c:ptCount val="2"/>
                <c:pt idx="0">
                  <c:v>Contrato</c:v>
                </c:pt>
                <c:pt idx="1">
                  <c:v>Spot</c:v>
                </c:pt>
              </c:strCache>
            </c:strRef>
          </c:cat>
          <c:val>
            <c:numRef>
              <c:f>'Spend Analysis'!$L$3:$L$4</c:f>
              <c:numCache>
                <c:formatCode>0%</c:formatCode>
                <c:ptCount val="2"/>
                <c:pt idx="0">
                  <c:v>0.95</c:v>
                </c:pt>
                <c:pt idx="1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23C-4242-A980-4340C33A7B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323145284369467"/>
          <c:y val="0.78993534753842654"/>
          <c:w val="0.56725868100106702"/>
          <c:h val="0.1078282307363336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uzano Text" panose="020F0502020204030204" pitchFamily="34" charset="0"/>
              <a:ea typeface="+mn-ea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'Spend Analysis'!$O$2</c:f>
              <c:strCache>
                <c:ptCount val="1"/>
                <c:pt idx="0">
                  <c:v>QTD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'Spend Analysis'!$N$3:$N$13</c:f>
              <c:strCache>
                <c:ptCount val="11"/>
                <c:pt idx="0">
                  <c:v>ABR</c:v>
                </c:pt>
                <c:pt idx="1">
                  <c:v>MAI</c:v>
                </c:pt>
                <c:pt idx="2">
                  <c:v>JUN</c:v>
                </c:pt>
                <c:pt idx="3">
                  <c:v>JUL</c:v>
                </c:pt>
                <c:pt idx="4">
                  <c:v>AGO</c:v>
                </c:pt>
                <c:pt idx="5">
                  <c:v>SET</c:v>
                </c:pt>
                <c:pt idx="6">
                  <c:v>OUT</c:v>
                </c:pt>
                <c:pt idx="7">
                  <c:v>NOV</c:v>
                </c:pt>
                <c:pt idx="8">
                  <c:v>DEZ</c:v>
                </c:pt>
                <c:pt idx="9">
                  <c:v>JAN</c:v>
                </c:pt>
                <c:pt idx="10">
                  <c:v>MAR</c:v>
                </c:pt>
              </c:strCache>
            </c:strRef>
          </c:cat>
          <c:val>
            <c:numRef>
              <c:f>'Spend Analysis'!$O$3:$O$13</c:f>
              <c:numCache>
                <c:formatCode>General</c:formatCode>
                <c:ptCount val="11"/>
                <c:pt idx="0">
                  <c:v>5</c:v>
                </c:pt>
                <c:pt idx="1">
                  <c:v>7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8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3</c:v>
                </c:pt>
                <c:pt idx="1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60-4CDF-A2B0-DED6EFC74D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860030800"/>
        <c:axId val="860031160"/>
      </c:barChart>
      <c:catAx>
        <c:axId val="860030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860031160"/>
        <c:crosses val="autoZero"/>
        <c:auto val="1"/>
        <c:lblAlgn val="ctr"/>
        <c:lblOffset val="100"/>
        <c:noMultiLvlLbl val="0"/>
      </c:catAx>
      <c:valAx>
        <c:axId val="8600311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60030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0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r>
              <a:rPr lang="pt-BR"/>
              <a:t>Custo R$/HC x Moagem MM ton S 23'24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Suzano Text" panose="020F0502020204030204" pitchFamily="34" charset="0"/>
              <a:ea typeface="+mn-ea"/>
              <a:cs typeface="Suzano Text" panose="020F050202020403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'Custo HC'!$C$2</c:f>
              <c:strCache>
                <c:ptCount val="1"/>
                <c:pt idx="0">
                  <c:v>Moagem MM ton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cat>
            <c:strRef>
              <c:f>'Custo HC'!$A$3:$A$32</c:f>
              <c:strCache>
                <c:ptCount val="30"/>
                <c:pt idx="0">
                  <c:v>Tarumã</c:v>
                </c:pt>
                <c:pt idx="1">
                  <c:v>Costa Pinto</c:v>
                </c:pt>
                <c:pt idx="2">
                  <c:v>Barra</c:v>
                </c:pt>
                <c:pt idx="3">
                  <c:v>Caarapó</c:v>
                </c:pt>
                <c:pt idx="4">
                  <c:v>Passa tempo</c:v>
                </c:pt>
                <c:pt idx="5">
                  <c:v>Lagoa da Prata</c:v>
                </c:pt>
                <c:pt idx="6">
                  <c:v>Ipaussu</c:v>
                </c:pt>
                <c:pt idx="7">
                  <c:v>Continental</c:v>
                </c:pt>
                <c:pt idx="8">
                  <c:v>Gasa</c:v>
                </c:pt>
                <c:pt idx="9">
                  <c:v>Jataí</c:v>
                </c:pt>
                <c:pt idx="10">
                  <c:v>Bonfim</c:v>
                </c:pt>
                <c:pt idx="11">
                  <c:v>Univalem</c:v>
                </c:pt>
                <c:pt idx="12">
                  <c:v>Destivale</c:v>
                </c:pt>
                <c:pt idx="13">
                  <c:v>Santa Elisa</c:v>
                </c:pt>
                <c:pt idx="14">
                  <c:v>Junqueira</c:v>
                </c:pt>
                <c:pt idx="15">
                  <c:v>Vale do Rosário</c:v>
                </c:pt>
                <c:pt idx="16">
                  <c:v>Maracaí</c:v>
                </c:pt>
                <c:pt idx="17">
                  <c:v>Leme</c:v>
                </c:pt>
                <c:pt idx="18">
                  <c:v>Rio Brilhante</c:v>
                </c:pt>
                <c:pt idx="19">
                  <c:v>Mundial</c:v>
                </c:pt>
                <c:pt idx="20">
                  <c:v>MB – Morro Agudo</c:v>
                </c:pt>
                <c:pt idx="21">
                  <c:v>Serra</c:v>
                </c:pt>
                <c:pt idx="22">
                  <c:v>Araraquara</c:v>
                </c:pt>
                <c:pt idx="23">
                  <c:v>Benalcool</c:v>
                </c:pt>
                <c:pt idx="24">
                  <c:v>Paraguaçu</c:v>
                </c:pt>
                <c:pt idx="25">
                  <c:v>Santa Cândida</c:v>
                </c:pt>
                <c:pt idx="26">
                  <c:v>Paraíso</c:v>
                </c:pt>
                <c:pt idx="27">
                  <c:v>Rafard</c:v>
                </c:pt>
                <c:pt idx="28">
                  <c:v>Diamante</c:v>
                </c:pt>
                <c:pt idx="29">
                  <c:v>São Francisco</c:v>
                </c:pt>
              </c:strCache>
            </c:strRef>
          </c:cat>
          <c:val>
            <c:numRef>
              <c:f>'Custo HC'!$C$3:$C$32</c:f>
              <c:numCache>
                <c:formatCode>General</c:formatCode>
                <c:ptCount val="30"/>
                <c:pt idx="0">
                  <c:v>3.16</c:v>
                </c:pt>
                <c:pt idx="1">
                  <c:v>3.63</c:v>
                </c:pt>
                <c:pt idx="2">
                  <c:v>5.87</c:v>
                </c:pt>
                <c:pt idx="3">
                  <c:v>3.65</c:v>
                </c:pt>
                <c:pt idx="4">
                  <c:v>2.57</c:v>
                </c:pt>
                <c:pt idx="5">
                  <c:v>2.14</c:v>
                </c:pt>
                <c:pt idx="6">
                  <c:v>2.29</c:v>
                </c:pt>
                <c:pt idx="7">
                  <c:v>2.34</c:v>
                </c:pt>
                <c:pt idx="8">
                  <c:v>4.55</c:v>
                </c:pt>
                <c:pt idx="9">
                  <c:v>2.48</c:v>
                </c:pt>
                <c:pt idx="10">
                  <c:v>4.5199999999999996</c:v>
                </c:pt>
                <c:pt idx="11">
                  <c:v>3.06</c:v>
                </c:pt>
                <c:pt idx="12">
                  <c:v>1.64</c:v>
                </c:pt>
                <c:pt idx="13">
                  <c:v>4.7699999999999996</c:v>
                </c:pt>
                <c:pt idx="14">
                  <c:v>2.4700000000000002</c:v>
                </c:pt>
                <c:pt idx="15">
                  <c:v>5.0999999999999996</c:v>
                </c:pt>
                <c:pt idx="16">
                  <c:v>2.84</c:v>
                </c:pt>
                <c:pt idx="17">
                  <c:v>1.53</c:v>
                </c:pt>
                <c:pt idx="18">
                  <c:v>2.57</c:v>
                </c:pt>
                <c:pt idx="19">
                  <c:v>1.48</c:v>
                </c:pt>
                <c:pt idx="20">
                  <c:v>2.48</c:v>
                </c:pt>
                <c:pt idx="21">
                  <c:v>1.57</c:v>
                </c:pt>
                <c:pt idx="22">
                  <c:v>1.93</c:v>
                </c:pt>
                <c:pt idx="23">
                  <c:v>1.43</c:v>
                </c:pt>
                <c:pt idx="24">
                  <c:v>2.0699999999999998</c:v>
                </c:pt>
                <c:pt idx="25">
                  <c:v>2.4</c:v>
                </c:pt>
                <c:pt idx="26">
                  <c:v>1.72</c:v>
                </c:pt>
                <c:pt idx="27">
                  <c:v>2.33</c:v>
                </c:pt>
                <c:pt idx="28">
                  <c:v>1.79</c:v>
                </c:pt>
                <c:pt idx="29">
                  <c:v>1.77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C9-4E4D-8E26-2F3B96E9F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692990760"/>
        <c:axId val="692993280"/>
      </c:barChart>
      <c:lineChart>
        <c:grouping val="standard"/>
        <c:varyColors val="0"/>
        <c:ser>
          <c:idx val="0"/>
          <c:order val="0"/>
          <c:tx>
            <c:strRef>
              <c:f>'Custo HC'!$B$2</c:f>
              <c:strCache>
                <c:ptCount val="1"/>
                <c:pt idx="0">
                  <c:v> Custo/HC 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'Custo HC'!$A$3:$A$32</c:f>
              <c:strCache>
                <c:ptCount val="30"/>
                <c:pt idx="0">
                  <c:v>Tarumã</c:v>
                </c:pt>
                <c:pt idx="1">
                  <c:v>Costa Pinto</c:v>
                </c:pt>
                <c:pt idx="2">
                  <c:v>Barra</c:v>
                </c:pt>
                <c:pt idx="3">
                  <c:v>Caarapó</c:v>
                </c:pt>
                <c:pt idx="4">
                  <c:v>Passa tempo</c:v>
                </c:pt>
                <c:pt idx="5">
                  <c:v>Lagoa da Prata</c:v>
                </c:pt>
                <c:pt idx="6">
                  <c:v>Ipaussu</c:v>
                </c:pt>
                <c:pt idx="7">
                  <c:v>Continental</c:v>
                </c:pt>
                <c:pt idx="8">
                  <c:v>Gasa</c:v>
                </c:pt>
                <c:pt idx="9">
                  <c:v>Jataí</c:v>
                </c:pt>
                <c:pt idx="10">
                  <c:v>Bonfim</c:v>
                </c:pt>
                <c:pt idx="11">
                  <c:v>Univalem</c:v>
                </c:pt>
                <c:pt idx="12">
                  <c:v>Destivale</c:v>
                </c:pt>
                <c:pt idx="13">
                  <c:v>Santa Elisa</c:v>
                </c:pt>
                <c:pt idx="14">
                  <c:v>Junqueira</c:v>
                </c:pt>
                <c:pt idx="15">
                  <c:v>Vale do Rosário</c:v>
                </c:pt>
                <c:pt idx="16">
                  <c:v>Maracaí</c:v>
                </c:pt>
                <c:pt idx="17">
                  <c:v>Leme</c:v>
                </c:pt>
                <c:pt idx="18">
                  <c:v>Rio Brilhante</c:v>
                </c:pt>
                <c:pt idx="19">
                  <c:v>Mundial</c:v>
                </c:pt>
                <c:pt idx="20">
                  <c:v>MB – Morro Agudo</c:v>
                </c:pt>
                <c:pt idx="21">
                  <c:v>Serra</c:v>
                </c:pt>
                <c:pt idx="22">
                  <c:v>Araraquara</c:v>
                </c:pt>
                <c:pt idx="23">
                  <c:v>Benalcool</c:v>
                </c:pt>
                <c:pt idx="24">
                  <c:v>Paraguaçu</c:v>
                </c:pt>
                <c:pt idx="25">
                  <c:v>Santa Cândida</c:v>
                </c:pt>
                <c:pt idx="26">
                  <c:v>Paraíso</c:v>
                </c:pt>
                <c:pt idx="27">
                  <c:v>Rafard</c:v>
                </c:pt>
                <c:pt idx="28">
                  <c:v>Diamante</c:v>
                </c:pt>
                <c:pt idx="29">
                  <c:v>São Francisco</c:v>
                </c:pt>
              </c:strCache>
            </c:strRef>
          </c:cat>
          <c:val>
            <c:numRef>
              <c:f>'Custo HC'!$B$3:$B$32</c:f>
              <c:numCache>
                <c:formatCode>_("R$"* #,##0.00_);_("R$"* \(#,##0.00\);_("R$"* "-"??_);_(@_)</c:formatCode>
                <c:ptCount val="30"/>
                <c:pt idx="0">
                  <c:v>1290.9492258064533</c:v>
                </c:pt>
                <c:pt idx="1">
                  <c:v>1289.9745344129551</c:v>
                </c:pt>
                <c:pt idx="2">
                  <c:v>900.29496754250283</c:v>
                </c:pt>
                <c:pt idx="3">
                  <c:v>798.56522792844817</c:v>
                </c:pt>
                <c:pt idx="4">
                  <c:v>706.229515765766</c:v>
                </c:pt>
                <c:pt idx="5">
                  <c:v>640.33910469314128</c:v>
                </c:pt>
                <c:pt idx="6">
                  <c:v>602.04691891891821</c:v>
                </c:pt>
                <c:pt idx="7">
                  <c:v>555.80522478736316</c:v>
                </c:pt>
                <c:pt idx="8">
                  <c:v>531.95788517441883</c:v>
                </c:pt>
                <c:pt idx="9">
                  <c:v>519.22309417040401</c:v>
                </c:pt>
                <c:pt idx="10">
                  <c:v>505.20456610631544</c:v>
                </c:pt>
                <c:pt idx="11">
                  <c:v>458.49654426229483</c:v>
                </c:pt>
                <c:pt idx="12">
                  <c:v>440.79945482866037</c:v>
                </c:pt>
                <c:pt idx="13">
                  <c:v>433.614246218049</c:v>
                </c:pt>
                <c:pt idx="14">
                  <c:v>407.29986891385795</c:v>
                </c:pt>
                <c:pt idx="15">
                  <c:v>365.39490919409775</c:v>
                </c:pt>
                <c:pt idx="16">
                  <c:v>362.83333333333326</c:v>
                </c:pt>
                <c:pt idx="17">
                  <c:v>352.49401287553667</c:v>
                </c:pt>
                <c:pt idx="18">
                  <c:v>347.04355281207103</c:v>
                </c:pt>
                <c:pt idx="19">
                  <c:v>345.02758358662635</c:v>
                </c:pt>
                <c:pt idx="20">
                  <c:v>344.15651843817778</c:v>
                </c:pt>
                <c:pt idx="21">
                  <c:v>341.88910821643259</c:v>
                </c:pt>
                <c:pt idx="22">
                  <c:v>294.99960694698342</c:v>
                </c:pt>
                <c:pt idx="23">
                  <c:v>282.83081260364798</c:v>
                </c:pt>
                <c:pt idx="24">
                  <c:v>281.7677906976744</c:v>
                </c:pt>
                <c:pt idx="25">
                  <c:v>114.17649613899611</c:v>
                </c:pt>
                <c:pt idx="26">
                  <c:v>93.247046511627929</c:v>
                </c:pt>
                <c:pt idx="27">
                  <c:v>80.435516528925604</c:v>
                </c:pt>
                <c:pt idx="28">
                  <c:v>65.895591787439628</c:v>
                </c:pt>
                <c:pt idx="29">
                  <c:v>47.792846820809238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C9-4E4D-8E26-2F3B96E9F1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6000584"/>
        <c:axId val="735998784"/>
      </c:lineChart>
      <c:catAx>
        <c:axId val="736000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735998784"/>
        <c:crosses val="autoZero"/>
        <c:auto val="1"/>
        <c:lblAlgn val="ctr"/>
        <c:lblOffset val="100"/>
        <c:noMultiLvlLbl val="0"/>
      </c:catAx>
      <c:valAx>
        <c:axId val="735998784"/>
        <c:scaling>
          <c:orientation val="minMax"/>
        </c:scaling>
        <c:delete val="0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736000584"/>
        <c:crosses val="autoZero"/>
        <c:crossBetween val="between"/>
      </c:valAx>
      <c:valAx>
        <c:axId val="69299328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692990760"/>
        <c:crosses val="max"/>
        <c:crossBetween val="between"/>
      </c:valAx>
      <c:catAx>
        <c:axId val="69299076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929932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uzano Text" panose="020F0502020204030204" pitchFamily="34" charset="0"/>
              <a:ea typeface="+mn-ea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Segoe UI Light" panose="020B0502040204020203" pitchFamily="34" charset="0"/>
              </a:defRPr>
            </a:pPr>
            <a:r>
              <a:rPr lang="pt-BR" sz="1200" b="1" dirty="0">
                <a:latin typeface="+mj-lt"/>
                <a:cs typeface="Segoe UI Light" panose="020B0502040204020203" pitchFamily="34" charset="0"/>
              </a:rPr>
              <a:t>Perspectiva da</a:t>
            </a:r>
            <a:r>
              <a:rPr lang="pt-BR" sz="1200" b="1" baseline="0" dirty="0">
                <a:latin typeface="+mj-lt"/>
                <a:cs typeface="Segoe UI Light" panose="020B0502040204020203" pitchFamily="34" charset="0"/>
              </a:rPr>
              <a:t> taxa de Vacância e Inventário</a:t>
            </a:r>
            <a:endParaRPr lang="pt-BR" sz="1200" b="1" dirty="0">
              <a:latin typeface="+mj-lt"/>
              <a:cs typeface="Segoe UI Light" panose="020B0502040204020203" pitchFamily="34" charset="0"/>
            </a:endParaRPr>
          </a:p>
        </c:rich>
      </c:tx>
      <c:layout>
        <c:manualLayout>
          <c:xMode val="edge"/>
          <c:yMode val="edge"/>
          <c:x val="0.1747805625388305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Segoe UI Light" panose="020B0502040204020203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4.9566248663361526E-2"/>
          <c:y val="0.35063775163066652"/>
          <c:w val="0.88770739768640028"/>
          <c:h val="0.363671743883299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'[Armazenagem booking.xlsx]Planilha6'!$C$3</c:f>
              <c:strCache>
                <c:ptCount val="1"/>
                <c:pt idx="0">
                  <c:v>Inventário Existente (Mil m2)</c:v>
                </c:pt>
              </c:strCache>
            </c:strRef>
          </c:tx>
          <c:spPr>
            <a:solidFill>
              <a:srgbClr val="1932C8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dLbl>
              <c:idx val="0"/>
              <c:layout>
                <c:manualLayout>
                  <c:x val="0"/>
                  <c:y val="0.1330738014112356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123-4FD0-95CD-192A5900FFE5}"/>
                </c:ext>
              </c:extLst>
            </c:dLbl>
            <c:dLbl>
              <c:idx val="1"/>
              <c:layout>
                <c:manualLayout>
                  <c:x val="0"/>
                  <c:y val="0.13307380141123556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123-4FD0-95CD-192A5900FFE5}"/>
                </c:ext>
              </c:extLst>
            </c:dLbl>
            <c:dLbl>
              <c:idx val="2"/>
              <c:layout>
                <c:manualLayout>
                  <c:x val="0"/>
                  <c:y val="0.1330738014112356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23-4FD0-95CD-192A5900FFE5}"/>
                </c:ext>
              </c:extLst>
            </c:dLbl>
            <c:dLbl>
              <c:idx val="3"/>
              <c:layout>
                <c:manualLayout>
                  <c:x val="3.1828863967695376E-3"/>
                  <c:y val="0.1252459307399864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123-4FD0-95CD-192A5900FFE5}"/>
                </c:ext>
              </c:extLst>
            </c:dLbl>
            <c:dLbl>
              <c:idx val="4"/>
              <c:layout>
                <c:manualLayout>
                  <c:x val="0"/>
                  <c:y val="0.1330738014112356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123-4FD0-95CD-192A5900FFE5}"/>
                </c:ext>
              </c:extLst>
            </c:dLbl>
            <c:dLbl>
              <c:idx val="5"/>
              <c:layout>
                <c:manualLayout>
                  <c:x val="0"/>
                  <c:y val="0.140901672082484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23-4FD0-95CD-192A5900FF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'[Armazenagem booking.xlsx]Planilha6'!$D$2:$I$2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'[Armazenagem booking.xlsx]Planilha6'!$D$3:$I$3</c:f>
              <c:numCache>
                <c:formatCode>#,##0</c:formatCode>
                <c:ptCount val="6"/>
                <c:pt idx="0">
                  <c:v>15219</c:v>
                </c:pt>
                <c:pt idx="1">
                  <c:v>16754</c:v>
                </c:pt>
                <c:pt idx="2">
                  <c:v>19839</c:v>
                </c:pt>
                <c:pt idx="3">
                  <c:v>23204</c:v>
                </c:pt>
                <c:pt idx="4">
                  <c:v>25496</c:v>
                </c:pt>
                <c:pt idx="5">
                  <c:v>27846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23-4FD0-95CD-192A5900FF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709457183"/>
        <c:axId val="709467263"/>
      </c:barChart>
      <c:lineChart>
        <c:grouping val="standard"/>
        <c:varyColors val="0"/>
        <c:ser>
          <c:idx val="1"/>
          <c:order val="1"/>
          <c:tx>
            <c:strRef>
              <c:f>'[Armazenagem booking.xlsx]Planilha6'!$C$4</c:f>
              <c:strCache>
                <c:ptCount val="1"/>
                <c:pt idx="0">
                  <c:v>Taxa de Vacância</c:v>
                </c:pt>
              </c:strCache>
            </c:strRef>
          </c:tx>
          <c:spPr>
            <a:ln w="28575" cap="rnd">
              <a:solidFill>
                <a:srgbClr val="00C85A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C85A"/>
              </a:solidFill>
              <a:ln w="9525">
                <a:solidFill>
                  <a:srgbClr val="00C85A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3.5641426481464115E-2"/>
                  <c:y val="-9.5007302845841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23-4FD0-95CD-192A5900FFE5}"/>
                </c:ext>
              </c:extLst>
            </c:dLbl>
            <c:dLbl>
              <c:idx val="5"/>
              <c:layout>
                <c:manualLayout>
                  <c:x val="-4.2185140033752511E-2"/>
                  <c:y val="-0.1122891926953397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123-4FD0-95CD-192A5900FFE5}"/>
                </c:ext>
              </c:extLst>
            </c:dLbl>
            <c:spPr>
              <a:solidFill>
                <a:srgbClr val="00C85A"/>
              </a:solidFill>
              <a:ln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'[Armazenagem booking.xlsx]Planilha6'!$D$2:$I$2</c:f>
              <c:numCache>
                <c:formatCode>General</c:formatCod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numCache>
            </c:numRef>
          </c:cat>
          <c:val>
            <c:numRef>
              <c:f>'[Armazenagem booking.xlsx]Planilha6'!$D$4:$I$4</c:f>
              <c:numCache>
                <c:formatCode>0%</c:formatCode>
                <c:ptCount val="6"/>
                <c:pt idx="0">
                  <c:v>0.17</c:v>
                </c:pt>
                <c:pt idx="1">
                  <c:v>0.14000000000000001</c:v>
                </c:pt>
                <c:pt idx="2">
                  <c:v>0.1</c:v>
                </c:pt>
                <c:pt idx="3">
                  <c:v>0.11</c:v>
                </c:pt>
                <c:pt idx="4">
                  <c:v>0.1</c:v>
                </c:pt>
                <c:pt idx="5">
                  <c:v>0.11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123-4FD0-95CD-192A5900FF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5958959"/>
        <c:axId val="905962319"/>
      </c:lineChart>
      <c:catAx>
        <c:axId val="709457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09467263"/>
        <c:crosses val="autoZero"/>
        <c:auto val="1"/>
        <c:lblAlgn val="ctr"/>
        <c:lblOffset val="100"/>
        <c:noMultiLvlLbl val="0"/>
      </c:catAx>
      <c:valAx>
        <c:axId val="709467263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09457183"/>
        <c:crosses val="autoZero"/>
        <c:crossBetween val="between"/>
      </c:valAx>
      <c:valAx>
        <c:axId val="905962319"/>
        <c:scaling>
          <c:orientation val="minMax"/>
          <c:max val="0.2"/>
          <c:min val="-1.9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905958959"/>
        <c:crosses val="max"/>
        <c:crossBetween val="between"/>
        <c:majorUnit val="0.30000000000000004"/>
        <c:minorUnit val="5.000000000000001E-2"/>
      </c:valAx>
      <c:catAx>
        <c:axId val="9059589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0596231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9999887220560743E-2"/>
          <c:y val="0.84279355131384959"/>
          <c:w val="0.8999999749379024"/>
          <c:h val="0.141550707343652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spPr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c:spPr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B54-4C86-86EE-DE791FF181EB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B54-4C86-86EE-DE791FF181EB}"/>
              </c:ext>
            </c:extLst>
          </c:dPt>
          <c:dPt>
            <c:idx val="2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B54-4C86-86EE-DE791FF181EB}"/>
              </c:ext>
            </c:extLst>
          </c:dPt>
          <c:dPt>
            <c:idx val="3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B54-4C86-86EE-DE791FF181EB}"/>
              </c:ext>
            </c:extLst>
          </c:dPt>
          <c:dPt>
            <c:idx val="4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B54-4C86-86EE-DE791FF181E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'Mercado Long List'!$B$3:$B$7</c:f>
              <c:strCache>
                <c:ptCount val="5"/>
                <c:pt idx="0">
                  <c:v>Mirassol 
Logística</c:v>
                </c:pt>
                <c:pt idx="1">
                  <c:v>JSL Logísitica</c:v>
                </c:pt>
                <c:pt idx="2">
                  <c:v>Penske</c:v>
                </c:pt>
                <c:pt idx="3">
                  <c:v>DHL</c:v>
                </c:pt>
                <c:pt idx="4">
                  <c:v>Outros</c:v>
                </c:pt>
              </c:strCache>
            </c:strRef>
          </c:cat>
          <c:val>
            <c:numRef>
              <c:f>'Mercado Long List'!$C$3:$C$7</c:f>
              <c:numCache>
                <c:formatCode>0%</c:formatCode>
                <c:ptCount val="5"/>
                <c:pt idx="0">
                  <c:v>0.15</c:v>
                </c:pt>
                <c:pt idx="1">
                  <c:v>0.2</c:v>
                </c:pt>
                <c:pt idx="2">
                  <c:v>0.25</c:v>
                </c:pt>
                <c:pt idx="3">
                  <c:v>0.3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B54-4C86-86EE-DE791FF181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CBD!$B$4</c:f>
              <c:strCache>
                <c:ptCount val="1"/>
                <c:pt idx="0">
                  <c:v>CBD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8.5106382978723388E-2"/>
                  <c:y val="-9.7222222222222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995-4310-B4A0-3F486B31FE5D}"/>
                </c:ext>
              </c:extLst>
            </c:dLbl>
            <c:dLbl>
              <c:idx val="1"/>
              <c:layout>
                <c:manualLayout>
                  <c:x val="-9.7560975609756101E-2"/>
                  <c:y val="-5.55555555555556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95-4310-B4A0-3F486B31FE5D}"/>
                </c:ext>
              </c:extLst>
            </c:dLbl>
            <c:dLbl>
              <c:idx val="2"/>
              <c:layout>
                <c:manualLayout>
                  <c:x val="-8.0954852101712507E-2"/>
                  <c:y val="-5.09259259259259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995-4310-B4A0-3F486B31FE5D}"/>
                </c:ext>
              </c:extLst>
            </c:dLbl>
            <c:dLbl>
              <c:idx val="3"/>
              <c:layout>
                <c:manualLayout>
                  <c:x val="-4.5666839647120025E-2"/>
                  <c:y val="-4.1666666666666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995-4310-B4A0-3F486B31FE5D}"/>
                </c:ext>
              </c:extLst>
            </c:dLbl>
            <c:dLbl>
              <c:idx val="4"/>
              <c:layout>
                <c:manualLayout>
                  <c:x val="-2.075765438505601E-3"/>
                  <c:y val="-4.16666666666666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995-4310-B4A0-3F486B31FE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CBD!$C$3:$G$3</c:f>
              <c:strCache>
                <c:ptCount val="5"/>
                <c:pt idx="0">
                  <c:v>SAFRA 20'21</c:v>
                </c:pt>
                <c:pt idx="1">
                  <c:v>SAFRA 21'22</c:v>
                </c:pt>
                <c:pt idx="2">
                  <c:v>SAFRA 22'23</c:v>
                </c:pt>
                <c:pt idx="3">
                  <c:v>SAFRA 23'24</c:v>
                </c:pt>
                <c:pt idx="4">
                  <c:v>SAFRA 24'25</c:v>
                </c:pt>
              </c:strCache>
            </c:strRef>
          </c:cat>
          <c:val>
            <c:numRef>
              <c:f>CBD!$C$4:$G$4</c:f>
              <c:numCache>
                <c:formatCode>_("R$"* #,##0.00_);_("R$"* \(#,##0.00\);_("R$"* "-"??_);_(@_)</c:formatCode>
                <c:ptCount val="5"/>
                <c:pt idx="0">
                  <c:v>73900</c:v>
                </c:pt>
                <c:pt idx="1">
                  <c:v>155234</c:v>
                </c:pt>
                <c:pt idx="2">
                  <c:v>201802</c:v>
                </c:pt>
                <c:pt idx="3">
                  <c:v>232072.3</c:v>
                </c:pt>
                <c:pt idx="4">
                  <c:v>200100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995-4310-B4A0-3F486B31FE5D}"/>
            </c:ext>
          </c:extLst>
        </c:ser>
        <c:ser>
          <c:idx val="1"/>
          <c:order val="1"/>
          <c:tx>
            <c:strRef>
              <c:f>CBD!$B$5</c:f>
              <c:strCache>
                <c:ptCount val="1"/>
                <c:pt idx="0">
                  <c:v>SKU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6.2272963155163468E-3"/>
                  <c:y val="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995-4310-B4A0-3F486B31FE5D}"/>
                </c:ext>
              </c:extLst>
            </c:dLbl>
            <c:dLbl>
              <c:idx val="3"/>
              <c:layout>
                <c:manualLayout>
                  <c:x val="-4.1515308770110502E-3"/>
                  <c:y val="3.703703703703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995-4310-B4A0-3F486B31FE5D}"/>
                </c:ext>
              </c:extLst>
            </c:dLbl>
            <c:dLbl>
              <c:idx val="4"/>
              <c:layout>
                <c:manualLayout>
                  <c:x val="0"/>
                  <c:y val="1.85185185185185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995-4310-B4A0-3F486B31FE5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CBD!$C$3:$G$3</c:f>
              <c:strCache>
                <c:ptCount val="5"/>
                <c:pt idx="0">
                  <c:v>SAFRA 20'21</c:v>
                </c:pt>
                <c:pt idx="1">
                  <c:v>SAFRA 21'22</c:v>
                </c:pt>
                <c:pt idx="2">
                  <c:v>SAFRA 22'23</c:v>
                </c:pt>
                <c:pt idx="3">
                  <c:v>SAFRA 23'24</c:v>
                </c:pt>
                <c:pt idx="4">
                  <c:v>SAFRA 24'25</c:v>
                </c:pt>
              </c:strCache>
            </c:strRef>
          </c:cat>
          <c:val>
            <c:numRef>
              <c:f>CBD!$C$5:$G$5</c:f>
              <c:numCache>
                <c:formatCode>_("R$"* #,##0.00_);_("R$"* \(#,##0.00\);_("R$"* "-"??_);_(@_)</c:formatCode>
                <c:ptCount val="5"/>
                <c:pt idx="0">
                  <c:v>73900</c:v>
                </c:pt>
                <c:pt idx="1">
                  <c:v>96000</c:v>
                </c:pt>
                <c:pt idx="2">
                  <c:v>178600</c:v>
                </c:pt>
                <c:pt idx="3">
                  <c:v>180291</c:v>
                </c:pt>
                <c:pt idx="4">
                  <c:v>180100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3995-4310-B4A0-3F486B31F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0307680"/>
        <c:axId val="810306960"/>
      </c:lineChart>
      <c:catAx>
        <c:axId val="81030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810306960"/>
        <c:crosses val="autoZero"/>
        <c:auto val="1"/>
        <c:lblAlgn val="ctr"/>
        <c:lblOffset val="100"/>
        <c:noMultiLvlLbl val="0"/>
      </c:catAx>
      <c:valAx>
        <c:axId val="810306960"/>
        <c:scaling>
          <c:orientation val="minMax"/>
        </c:scaling>
        <c:delete val="0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810307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uzano Text" panose="020F0502020204030204" pitchFamily="34" charset="0"/>
              <a:ea typeface="+mn-ea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94069420971832"/>
          <c:y val="3.7879806340886821E-2"/>
          <c:w val="0.83629946593157856"/>
          <c:h val="0.7985912632247304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53C-4116-B6DD-B7260D10E03F}"/>
              </c:ext>
            </c:extLst>
          </c:dPt>
          <c:dPt>
            <c:idx val="1"/>
            <c:bubble3D val="0"/>
            <c:spPr>
              <a:solidFill>
                <a:schemeClr val="tx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53C-4116-B6DD-B7260D10E03F}"/>
              </c:ext>
            </c:extLst>
          </c:dPt>
          <c:dPt>
            <c:idx val="2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53C-4116-B6DD-B7260D10E03F}"/>
              </c:ext>
            </c:extLst>
          </c:dPt>
          <c:dPt>
            <c:idx val="3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53C-4116-B6DD-B7260D10E03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'gráfico (2)'!$D$23:$D$26</c:f>
              <c:strCache>
                <c:ptCount val="4"/>
                <c:pt idx="0">
                  <c:v>M.O</c:v>
                </c:pt>
                <c:pt idx="1">
                  <c:v>AÇO</c:v>
                </c:pt>
                <c:pt idx="2">
                  <c:v>CUSTOS ADM </c:v>
                </c:pt>
                <c:pt idx="3">
                  <c:v>CONSUMÍVEIS </c:v>
                </c:pt>
              </c:strCache>
            </c:strRef>
          </c:cat>
          <c:val>
            <c:numRef>
              <c:f>'gráfico (2)'!$E$23:$E$26</c:f>
              <c:numCache>
                <c:formatCode>0%</c:formatCode>
                <c:ptCount val="4"/>
                <c:pt idx="0">
                  <c:v>0.45</c:v>
                </c:pt>
                <c:pt idx="1">
                  <c:v>0.3</c:v>
                </c:pt>
                <c:pt idx="2">
                  <c:v>0.15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53C-4116-B6DD-B7260D10E0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32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08E-453D-9761-7965B8645B93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08E-453D-9761-7965B8645B93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08E-453D-9761-7965B8645B93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08E-453D-9761-7965B8645B93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908E-453D-9761-7965B8645B93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908E-453D-9761-7965B8645B93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908E-453D-9761-7965B8645B93}"/>
              </c:ext>
            </c:extLst>
          </c:dPt>
          <c:dPt>
            <c:idx val="7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908E-453D-9761-7965B8645B93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08E-453D-9761-7965B8645B93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08E-453D-9761-7965B8645B9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908E-453D-9761-7965B8645B9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908E-453D-9761-7965B8645B93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Suzano Text" panose="020F0502020204030204" pitchFamily="34" charset="0"/>
                      <a:ea typeface="+mn-ea"/>
                      <a:cs typeface="Suzano Text" panose="020F0502020204030204" pitchFamily="34" charset="0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908E-453D-9761-7965B8645B9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'Cascade 1'!$A$2:$I$2</c:f>
              <c:strCache>
                <c:ptCount val="9"/>
                <c:pt idx="0">
                  <c:v>BASELINE</c:v>
                </c:pt>
                <c:pt idx="1">
                  <c:v>INPUT
ORÇAMENTO</c:v>
                </c:pt>
                <c:pt idx="2">
                  <c:v>VARIAÇÃO
MERCADO</c:v>
                </c:pt>
                <c:pt idx="3">
                  <c:v>BASELINE
EVOLUÍDO</c:v>
                </c:pt>
                <c:pt idx="4">
                  <c:v>PROPOSTA
INICIAL</c:v>
                </c:pt>
                <c:pt idx="5">
                  <c:v>NEGOCIAÇÃO</c:v>
                </c:pt>
                <c:pt idx="6">
                  <c:v>CHERRY
PICKING</c:v>
                </c:pt>
                <c:pt idx="7">
                  <c:v>OPÇÃO 
TÉCNICA</c:v>
                </c:pt>
                <c:pt idx="8">
                  <c:v>FECHAMENTO</c:v>
                </c:pt>
              </c:strCache>
            </c:strRef>
          </c:cat>
          <c:val>
            <c:numRef>
              <c:f>'Cascade 1'!$A$3:$I$3</c:f>
              <c:numCache>
                <c:formatCode>_("R$"* #,##0.00_);_("R$"* \(#,##0.00\);_("R$"* "-"??_);_(@_)</c:formatCode>
                <c:ptCount val="9"/>
                <c:pt idx="0">
                  <c:v>14.82</c:v>
                </c:pt>
                <c:pt idx="1">
                  <c:v>14.82</c:v>
                </c:pt>
                <c:pt idx="2">
                  <c:v>15.82</c:v>
                </c:pt>
                <c:pt idx="3">
                  <c:v>17.2</c:v>
                </c:pt>
                <c:pt idx="4">
                  <c:v>15</c:v>
                </c:pt>
                <c:pt idx="5">
                  <c:v>11.54</c:v>
                </c:pt>
                <c:pt idx="6">
                  <c:v>11.54</c:v>
                </c:pt>
                <c:pt idx="7">
                  <c:v>11.54</c:v>
                </c:pt>
                <c:pt idx="8">
                  <c:v>13.54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908E-453D-9761-7965B8645B93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908E-453D-9761-7965B8645B93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908E-453D-9761-7965B8645B93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908E-453D-9761-7965B8645B93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908E-453D-9761-7965B8645B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'Cascade 1'!$A$2:$I$2</c:f>
              <c:strCache>
                <c:ptCount val="9"/>
                <c:pt idx="0">
                  <c:v>BASELINE</c:v>
                </c:pt>
                <c:pt idx="1">
                  <c:v>INPUT
ORÇAMENTO</c:v>
                </c:pt>
                <c:pt idx="2">
                  <c:v>VARIAÇÃO
MERCADO</c:v>
                </c:pt>
                <c:pt idx="3">
                  <c:v>BASELINE
EVOLUÍDO</c:v>
                </c:pt>
                <c:pt idx="4">
                  <c:v>PROPOSTA
INICIAL</c:v>
                </c:pt>
                <c:pt idx="5">
                  <c:v>NEGOCIAÇÃO</c:v>
                </c:pt>
                <c:pt idx="6">
                  <c:v>CHERRY
PICKING</c:v>
                </c:pt>
                <c:pt idx="7">
                  <c:v>OPÇÃO 
TÉCNICA</c:v>
                </c:pt>
                <c:pt idx="8">
                  <c:v>FECHAMENTO</c:v>
                </c:pt>
              </c:strCache>
            </c:strRef>
          </c:cat>
          <c:val>
            <c:numRef>
              <c:f>'Cascade 1'!$A$4:$I$4</c:f>
              <c:numCache>
                <c:formatCode>_("R$"* #,##0.00_);_("R$"* \(#,##0.00\);_("R$"* "-"??_);_(@_)</c:formatCode>
                <c:ptCount val="9"/>
                <c:pt idx="1">
                  <c:v>1</c:v>
                </c:pt>
                <c:pt idx="2">
                  <c:v>1.38</c:v>
                </c:pt>
                <c:pt idx="5">
                  <c:v>3.4600000000000009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908E-453D-9761-7965B8645B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2"/>
        <c:overlap val="100"/>
        <c:axId val="863232592"/>
        <c:axId val="862217728"/>
      </c:barChart>
      <c:catAx>
        <c:axId val="863232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862217728"/>
        <c:crosses val="autoZero"/>
        <c:auto val="1"/>
        <c:lblAlgn val="ctr"/>
        <c:lblOffset val="100"/>
        <c:noMultiLvlLbl val="0"/>
      </c:catAx>
      <c:valAx>
        <c:axId val="862217728"/>
        <c:scaling>
          <c:orientation val="minMax"/>
        </c:scaling>
        <c:delete val="1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crossAx val="863232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981692299022682E-2"/>
          <c:y val="6.0185185185185182E-2"/>
          <c:w val="0.94803661540195461"/>
          <c:h val="0.7399613589967920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3F3-4772-8C84-FB2D73A22043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3F3-4772-8C84-FB2D73A22043}"/>
              </c:ext>
            </c:extLst>
          </c:dPt>
          <c:dPt>
            <c:idx val="2"/>
            <c:invertIfNegative val="0"/>
            <c:bubble3D val="0"/>
            <c:spPr>
              <a:solidFill>
                <a:sysClr val="window" lastClr="FFFFFF">
                  <a:lumMod val="65000"/>
                </a:sys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3F3-4772-8C84-FB2D73A22043}"/>
              </c:ext>
            </c:extLst>
          </c:dPt>
          <c:dPt>
            <c:idx val="3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3F3-4772-8C84-FB2D73A22043}"/>
              </c:ext>
            </c:extLst>
          </c:dPt>
          <c:dPt>
            <c:idx val="4"/>
            <c:invertIfNegative val="0"/>
            <c:bubble3D val="0"/>
            <c:spPr>
              <a:solidFill>
                <a:sysClr val="window" lastClr="FFFFFF">
                  <a:lumMod val="65000"/>
                </a:sys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E3F3-4772-8C84-FB2D73A22043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3F3-4772-8C84-FB2D73A22043}"/>
              </c:ext>
            </c:extLst>
          </c:dPt>
          <c:dPt>
            <c:idx val="7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3F3-4772-8C84-FB2D73A22043}"/>
              </c:ext>
            </c:extLst>
          </c:dPt>
          <c:dPt>
            <c:idx val="8"/>
            <c:invertIfNegative val="0"/>
            <c:bubble3D val="0"/>
            <c:spPr>
              <a:solidFill>
                <a:srgbClr val="00C85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E3F3-4772-8C84-FB2D73A22043}"/>
              </c:ext>
            </c:extLst>
          </c:dPt>
          <c:dLbls>
            <c:dLbl>
              <c:idx val="0"/>
              <c:layout>
                <c:manualLayout>
                  <c:x val="-1.3445632145307227E-17"/>
                  <c:y val="-0.3287037037037037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3F3-4772-8C84-FB2D73A22043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F3-4772-8C84-FB2D73A22043}"/>
                </c:ext>
              </c:extLst>
            </c:dLbl>
            <c:dLbl>
              <c:idx val="2"/>
              <c:layout>
                <c:manualLayout>
                  <c:x val="-1.9767727643673579E-3"/>
                  <c:y val="-0.3055555555555555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3F3-4772-8C84-FB2D73A2204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3F3-4772-8C84-FB2D73A22043}"/>
                </c:ext>
              </c:extLst>
            </c:dLbl>
            <c:dLbl>
              <c:idx val="4"/>
              <c:layout>
                <c:manualLayout>
                  <c:x val="0"/>
                  <c:y val="-0.3194444444444444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E3F3-4772-8C84-FB2D73A2204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3F3-4772-8C84-FB2D73A22043}"/>
                </c:ext>
              </c:extLst>
            </c:dLbl>
            <c:dLbl>
              <c:idx val="6"/>
              <c:layout>
                <c:manualLayout>
                  <c:x val="1.2135096565329601E-3"/>
                  <c:y val="-0.3069239229039032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E3F3-4772-8C84-FB2D73A2204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3F3-4772-8C84-FB2D73A22043}"/>
                </c:ext>
              </c:extLst>
            </c:dLbl>
            <c:dLbl>
              <c:idx val="8"/>
              <c:layout>
                <c:manualLayout>
                  <c:x val="-1.2949792218474214E-3"/>
                  <c:y val="-0.3096603124106821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E3F3-4772-8C84-FB2D73A22043}"/>
                </c:ext>
              </c:extLst>
            </c:dLbl>
            <c:numFmt formatCode="&quot;R$&quot;\ #,##0.00,,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'Cascade 2'!$B$2:$J$2</c:f>
              <c:strCache>
                <c:ptCount val="9"/>
                <c:pt idx="0">
                  <c:v>BASELINE</c:v>
                </c:pt>
                <c:pt idx="1">
                  <c:v>RESULTADO L4L
CHERRY PICKING</c:v>
                </c:pt>
                <c:pt idx="2">
                  <c:v>CHERRY
PICKING</c:v>
                </c:pt>
                <c:pt idx="3">
                  <c:v>ADICIONAL
SHORTLIST</c:v>
                </c:pt>
                <c:pt idx="4">
                  <c:v>FECHAMENTO
COMPARÁVEL</c:v>
                </c:pt>
                <c:pt idx="5">
                  <c:v>SKUs NÃO
COMPARÁVEIS</c:v>
                </c:pt>
                <c:pt idx="6">
                  <c:v>FECHAMENTO
CONTRATO EPIs</c:v>
                </c:pt>
                <c:pt idx="7">
                  <c:v>CUSTO SPRINGTER</c:v>
                </c:pt>
                <c:pt idx="8">
                  <c:v>CONTRATO EPIs + SPRINGTER</c:v>
                </c:pt>
              </c:strCache>
            </c:strRef>
          </c:cat>
          <c:val>
            <c:numRef>
              <c:f>'Cascade 2'!$B$3:$J$3</c:f>
              <c:numCache>
                <c:formatCode>_("R$"* #,##0.00_);_("R$"* \(#,##0.00\);_("R$"* "-"??_);_(@_)</c:formatCode>
                <c:ptCount val="9"/>
                <c:pt idx="0">
                  <c:v>24049814.766038161</c:v>
                </c:pt>
                <c:pt idx="1">
                  <c:v>21128714.297056783</c:v>
                </c:pt>
                <c:pt idx="2">
                  <c:v>21128714.297056783</c:v>
                </c:pt>
                <c:pt idx="3">
                  <c:v>21128714.297056783</c:v>
                </c:pt>
                <c:pt idx="4">
                  <c:v>21183635.016004264</c:v>
                </c:pt>
                <c:pt idx="5">
                  <c:v>21183635.016004264</c:v>
                </c:pt>
                <c:pt idx="6">
                  <c:v>21373625.354817785</c:v>
                </c:pt>
                <c:pt idx="7">
                  <c:v>21373625.354817785</c:v>
                </c:pt>
                <c:pt idx="8">
                  <c:v>22063625.354817785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E3F3-4772-8C84-FB2D73A22043}"/>
            </c:ext>
          </c:extLst>
        </c:ser>
        <c:ser>
          <c:idx val="1"/>
          <c:order val="1"/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rgbClr val="00C85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E3F3-4772-8C84-FB2D73A22043}"/>
              </c:ext>
            </c:extLst>
          </c:dPt>
          <c:dLbls>
            <c:dLbl>
              <c:idx val="1"/>
              <c:layout>
                <c:manualLayout>
                  <c:x val="-1.9767727643672855E-3"/>
                  <c:y val="-7.8703703703703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E3F3-4772-8C84-FB2D73A22043}"/>
                </c:ext>
              </c:extLst>
            </c:dLbl>
            <c:dLbl>
              <c:idx val="2"/>
              <c:layout>
                <c:manualLayout>
                  <c:x val="7.0859160815516407E-3"/>
                  <c:y val="-7.407407407407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E3F3-4772-8C84-FB2D73A22043}"/>
                </c:ext>
              </c:extLst>
            </c:dLbl>
            <c:dLbl>
              <c:idx val="3"/>
              <c:layout>
                <c:manualLayout>
                  <c:x val="3.953545528734571E-3"/>
                  <c:y val="-5.09259259259259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E3F3-4772-8C84-FB2D73A22043}"/>
                </c:ext>
              </c:extLst>
            </c:dLbl>
            <c:dLbl>
              <c:idx val="5"/>
              <c:layout>
                <c:manualLayout>
                  <c:x val="0"/>
                  <c:y val="-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E3F3-4772-8C84-FB2D73A22043}"/>
                </c:ext>
              </c:extLst>
            </c:dLbl>
            <c:dLbl>
              <c:idx val="7"/>
              <c:layout>
                <c:manualLayout>
                  <c:x val="1.9767727643672855E-3"/>
                  <c:y val="-4.16666666666666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E3F3-4772-8C84-FB2D73A22043}"/>
                </c:ext>
              </c:extLst>
            </c:dLbl>
            <c:numFmt formatCode="&quot;R$&quot;\ #,##0.00,,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'Cascade 2'!$B$2:$J$2</c:f>
              <c:strCache>
                <c:ptCount val="9"/>
                <c:pt idx="0">
                  <c:v>BASELINE</c:v>
                </c:pt>
                <c:pt idx="1">
                  <c:v>RESULTADO L4L
CHERRY PICKING</c:v>
                </c:pt>
                <c:pt idx="2">
                  <c:v>CHERRY
PICKING</c:v>
                </c:pt>
                <c:pt idx="3">
                  <c:v>ADICIONAL
SHORTLIST</c:v>
                </c:pt>
                <c:pt idx="4">
                  <c:v>FECHAMENTO
COMPARÁVEL</c:v>
                </c:pt>
                <c:pt idx="5">
                  <c:v>SKUs NÃO
COMPARÁVEIS</c:v>
                </c:pt>
                <c:pt idx="6">
                  <c:v>FECHAMENTO
CONTRATO EPIs</c:v>
                </c:pt>
                <c:pt idx="7">
                  <c:v>CUSTO SPRINGTER</c:v>
                </c:pt>
                <c:pt idx="8">
                  <c:v>CONTRATO EPIs + SPRINGTER</c:v>
                </c:pt>
              </c:strCache>
            </c:strRef>
          </c:cat>
          <c:val>
            <c:numRef>
              <c:f>'Cascade 2'!$B$4:$J$4</c:f>
              <c:numCache>
                <c:formatCode>_("R$"* #,##0.00_);_("R$"* \(#,##0.00\);_("R$"* "-"??_);_(@_)</c:formatCode>
                <c:ptCount val="9"/>
                <c:pt idx="1">
                  <c:v>2921100.4689813778</c:v>
                </c:pt>
                <c:pt idx="3">
                  <c:v>54920.718947481364</c:v>
                </c:pt>
                <c:pt idx="5">
                  <c:v>189990.33881352097</c:v>
                </c:pt>
                <c:pt idx="7">
                  <c:v>690000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3F3-4772-8C84-FB2D73A220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73899040"/>
        <c:axId val="373899696"/>
      </c:barChart>
      <c:catAx>
        <c:axId val="3738990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373899696"/>
        <c:crosses val="autoZero"/>
        <c:auto val="1"/>
        <c:lblAlgn val="ctr"/>
        <c:lblOffset val="100"/>
        <c:noMultiLvlLbl val="0"/>
      </c:catAx>
      <c:valAx>
        <c:axId val="373899696"/>
        <c:scaling>
          <c:orientation val="minMax"/>
          <c:min val="0"/>
        </c:scaling>
        <c:delete val="1"/>
        <c:axPos val="l"/>
        <c:numFmt formatCode="_(&quot;R$&quot;* #,##0.00_);_(&quot;R$&quot;* \(#,##0.00\);_(&quot;R$&quot;* &quot;-&quot;??_);_(@_)" sourceLinked="1"/>
        <c:majorTickMark val="out"/>
        <c:minorTickMark val="none"/>
        <c:tickLblPos val="nextTo"/>
        <c:crossAx val="37389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08F-4D7E-AA5D-275259CC1550}"/>
              </c:ext>
            </c:extLst>
          </c:dPt>
          <c:dPt>
            <c:idx val="3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8F-4D7E-AA5D-275259CC1550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8F-4D7E-AA5D-275259CC1550}"/>
              </c:ext>
            </c:extLst>
          </c:dPt>
          <c:dPt>
            <c:idx val="6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08F-4D7E-AA5D-275259CC1550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8F-4D7E-AA5D-275259CC1550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8F-4D7E-AA5D-275259CC155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8F-4D7E-AA5D-275259CC1550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latin typeface="Suzano Text" panose="020F0502020204030204" pitchFamily="34" charset="0"/>
                      <a:ea typeface="+mn-ea"/>
                      <a:cs typeface="Suzano Text" panose="020F0502020204030204" pitchFamily="34" charset="0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A08F-4D7E-AA5D-275259CC1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'Concorrência e Fechamento'!$A$2:$I$2</c:f>
              <c:strCache>
                <c:ptCount val="9"/>
                <c:pt idx="0">
                  <c:v>BASELINE S24'25</c:v>
                </c:pt>
                <c:pt idx="1">
                  <c:v>EFEITO VOLUME DEMANDA</c:v>
                </c:pt>
                <c:pt idx="2">
                  <c:v>BASELINE S25'26</c:v>
                </c:pt>
                <c:pt idx="3">
                  <c:v>DISSÍDIO + IPCA</c:v>
                </c:pt>
                <c:pt idx="4">
                  <c:v>BASELINE 
EVOLUÍDO</c:v>
                </c:pt>
                <c:pt idx="5">
                  <c:v>NEGOCIAÇÃO</c:v>
                </c:pt>
                <c:pt idx="6">
                  <c:v>CRAGEA</c:v>
                </c:pt>
                <c:pt idx="7">
                  <c:v>PENSKE</c:v>
                </c:pt>
                <c:pt idx="8">
                  <c:v>GAT</c:v>
                </c:pt>
              </c:strCache>
            </c:strRef>
          </c:cat>
          <c:val>
            <c:numRef>
              <c:f>'Concorrência e Fechamento'!$A$3:$I$3</c:f>
              <c:numCache>
                <c:formatCode>_("R$"* #,##0.00_);_("R$"* \(#,##0.00\);_("R$"* "-"??_);_(@_)</c:formatCode>
                <c:ptCount val="9"/>
                <c:pt idx="0">
                  <c:v>8.32</c:v>
                </c:pt>
                <c:pt idx="1">
                  <c:v>8.32</c:v>
                </c:pt>
                <c:pt idx="2">
                  <c:v>15.07</c:v>
                </c:pt>
                <c:pt idx="3">
                  <c:v>15.07</c:v>
                </c:pt>
                <c:pt idx="4">
                  <c:v>17.3</c:v>
                </c:pt>
                <c:pt idx="5">
                  <c:v>12.8</c:v>
                </c:pt>
                <c:pt idx="6">
                  <c:v>12.8</c:v>
                </c:pt>
                <c:pt idx="7">
                  <c:v>17.59</c:v>
                </c:pt>
                <c:pt idx="8">
                  <c:v>22.02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8F-4D7E-AA5D-275259CC1550}"/>
            </c:ext>
          </c:extLst>
        </c:ser>
        <c:ser>
          <c:idx val="1"/>
          <c:order val="1"/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'Concorrência e Fechamento'!$A$2:$I$2</c:f>
              <c:strCache>
                <c:ptCount val="9"/>
                <c:pt idx="0">
                  <c:v>BASELINE S24'25</c:v>
                </c:pt>
                <c:pt idx="1">
                  <c:v>EFEITO VOLUME DEMANDA</c:v>
                </c:pt>
                <c:pt idx="2">
                  <c:v>BASELINE S25'26</c:v>
                </c:pt>
                <c:pt idx="3">
                  <c:v>DISSÍDIO + IPCA</c:v>
                </c:pt>
                <c:pt idx="4">
                  <c:v>BASELINE 
EVOLUÍDO</c:v>
                </c:pt>
                <c:pt idx="5">
                  <c:v>NEGOCIAÇÃO</c:v>
                </c:pt>
                <c:pt idx="6">
                  <c:v>CRAGEA</c:v>
                </c:pt>
                <c:pt idx="7">
                  <c:v>PENSKE</c:v>
                </c:pt>
                <c:pt idx="8">
                  <c:v>GAT</c:v>
                </c:pt>
              </c:strCache>
            </c:strRef>
          </c:cat>
          <c:val>
            <c:numRef>
              <c:f>'Concorrência e Fechamento'!$A$4:$I$4</c:f>
              <c:numCache>
                <c:formatCode>_("R$"* #,##0.00_);_("R$"* \(#,##0.00\);_("R$"* "-"??_);_(@_)</c:formatCode>
                <c:ptCount val="9"/>
                <c:pt idx="1">
                  <c:v>6.75</c:v>
                </c:pt>
                <c:pt idx="3">
                  <c:v>2.23</c:v>
                </c:pt>
                <c:pt idx="5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A08F-4D7E-AA5D-275259CC15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90157896"/>
        <c:axId val="890150336"/>
      </c:barChart>
      <c:catAx>
        <c:axId val="890157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890150336"/>
        <c:crosses val="autoZero"/>
        <c:auto val="1"/>
        <c:lblAlgn val="ctr"/>
        <c:lblOffset val="100"/>
        <c:noMultiLvlLbl val="0"/>
      </c:catAx>
      <c:valAx>
        <c:axId val="890150336"/>
        <c:scaling>
          <c:orientation val="minMax"/>
        </c:scaling>
        <c:delete val="1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crossAx val="890157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CBD!$B$4</c:f>
              <c:strCache>
                <c:ptCount val="1"/>
                <c:pt idx="0">
                  <c:v>CBD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8.5106382978723388E-2"/>
                  <c:y val="-9.72222222222222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6D6-43B2-8F72-5CA66A412F59}"/>
                </c:ext>
              </c:extLst>
            </c:dLbl>
            <c:dLbl>
              <c:idx val="1"/>
              <c:layout>
                <c:manualLayout>
                  <c:x val="-9.7560975609756101E-2"/>
                  <c:y val="-5.55555555555556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D6-43B2-8F72-5CA66A412F59}"/>
                </c:ext>
              </c:extLst>
            </c:dLbl>
            <c:dLbl>
              <c:idx val="2"/>
              <c:layout>
                <c:manualLayout>
                  <c:x val="-8.0954852101712507E-2"/>
                  <c:y val="-5.09259259259259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6D6-43B2-8F72-5CA66A412F59}"/>
                </c:ext>
              </c:extLst>
            </c:dLbl>
            <c:dLbl>
              <c:idx val="3"/>
              <c:layout>
                <c:manualLayout>
                  <c:x val="-4.5666839647120025E-2"/>
                  <c:y val="-4.166666666666666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D6-43B2-8F72-5CA66A412F59}"/>
                </c:ext>
              </c:extLst>
            </c:dLbl>
            <c:dLbl>
              <c:idx val="4"/>
              <c:layout>
                <c:manualLayout>
                  <c:x val="-2.075765438505601E-3"/>
                  <c:y val="-4.16666666666666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6D6-43B2-8F72-5CA66A412F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CBD!$C$3:$G$3</c:f>
              <c:strCache>
                <c:ptCount val="5"/>
                <c:pt idx="0">
                  <c:v>SAFRA 20'21</c:v>
                </c:pt>
                <c:pt idx="1">
                  <c:v>SAFRA 21'22</c:v>
                </c:pt>
                <c:pt idx="2">
                  <c:v>SAFRA 22'23</c:v>
                </c:pt>
                <c:pt idx="3">
                  <c:v>SAFRA 23'24</c:v>
                </c:pt>
                <c:pt idx="4">
                  <c:v>SAFRA 24'25</c:v>
                </c:pt>
              </c:strCache>
            </c:strRef>
          </c:cat>
          <c:val>
            <c:numRef>
              <c:f>CBD!$C$4:$G$4</c:f>
              <c:numCache>
                <c:formatCode>_("R$"* #,##0.00_);_("R$"* \(#,##0.00\);_("R$"* "-"??_);_(@_)</c:formatCode>
                <c:ptCount val="5"/>
                <c:pt idx="0">
                  <c:v>73900</c:v>
                </c:pt>
                <c:pt idx="1">
                  <c:v>155234</c:v>
                </c:pt>
                <c:pt idx="2">
                  <c:v>201802</c:v>
                </c:pt>
                <c:pt idx="3">
                  <c:v>232072.3</c:v>
                </c:pt>
                <c:pt idx="4">
                  <c:v>200100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6D6-43B2-8F72-5CA66A412F59}"/>
            </c:ext>
          </c:extLst>
        </c:ser>
        <c:ser>
          <c:idx val="1"/>
          <c:order val="1"/>
          <c:tx>
            <c:strRef>
              <c:f>CBD!$B$5</c:f>
              <c:strCache>
                <c:ptCount val="1"/>
                <c:pt idx="0">
                  <c:v>SKU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dLbls>
            <c:dLbl>
              <c:idx val="2"/>
              <c:layout>
                <c:manualLayout>
                  <c:x val="6.2272963155163468E-3"/>
                  <c:y val="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6D6-43B2-8F72-5CA66A412F59}"/>
                </c:ext>
              </c:extLst>
            </c:dLbl>
            <c:dLbl>
              <c:idx val="3"/>
              <c:layout>
                <c:manualLayout>
                  <c:x val="-4.1515308770110502E-3"/>
                  <c:y val="3.703703703703703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D6-43B2-8F72-5CA66A412F59}"/>
                </c:ext>
              </c:extLst>
            </c:dLbl>
            <c:dLbl>
              <c:idx val="4"/>
              <c:layout>
                <c:manualLayout>
                  <c:x val="0"/>
                  <c:y val="1.85185185185185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6D6-43B2-8F72-5CA66A412F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CBD!$C$3:$G$3</c:f>
              <c:strCache>
                <c:ptCount val="5"/>
                <c:pt idx="0">
                  <c:v>SAFRA 20'21</c:v>
                </c:pt>
                <c:pt idx="1">
                  <c:v>SAFRA 21'22</c:v>
                </c:pt>
                <c:pt idx="2">
                  <c:v>SAFRA 22'23</c:v>
                </c:pt>
                <c:pt idx="3">
                  <c:v>SAFRA 23'24</c:v>
                </c:pt>
                <c:pt idx="4">
                  <c:v>SAFRA 24'25</c:v>
                </c:pt>
              </c:strCache>
            </c:strRef>
          </c:cat>
          <c:val>
            <c:numRef>
              <c:f>CBD!$C$5:$G$5</c:f>
              <c:numCache>
                <c:formatCode>_("R$"* #,##0.00_);_("R$"* \(#,##0.00\);_("R$"* "-"??_);_(@_)</c:formatCode>
                <c:ptCount val="5"/>
                <c:pt idx="0">
                  <c:v>73900</c:v>
                </c:pt>
                <c:pt idx="1">
                  <c:v>96000</c:v>
                </c:pt>
                <c:pt idx="2">
                  <c:v>178600</c:v>
                </c:pt>
                <c:pt idx="3">
                  <c:v>180291</c:v>
                </c:pt>
                <c:pt idx="4">
                  <c:v>180100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F6D6-43B2-8F72-5CA66A412F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10307680"/>
        <c:axId val="810306960"/>
      </c:lineChart>
      <c:catAx>
        <c:axId val="81030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810306960"/>
        <c:crosses val="autoZero"/>
        <c:auto val="1"/>
        <c:lblAlgn val="ctr"/>
        <c:lblOffset val="100"/>
        <c:noMultiLvlLbl val="0"/>
      </c:catAx>
      <c:valAx>
        <c:axId val="810306960"/>
        <c:scaling>
          <c:orientation val="minMax"/>
        </c:scaling>
        <c:delete val="0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810307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uzano Text" panose="020F0502020204030204" pitchFamily="34" charset="0"/>
              <a:ea typeface="+mn-ea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'S25''26 - Caldeiraria (3)'!$C$4</c:f>
              <c:strCache>
                <c:ptCount val="1"/>
                <c:pt idx="0">
                  <c:v>Pré-Work
Manutenção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(3)'!$C$5:$C$8</c:f>
              <c:numCache>
                <c:formatCode>m/d/yyyy</c:formatCode>
                <c:ptCount val="4"/>
                <c:pt idx="0">
                  <c:v>45798</c:v>
                </c:pt>
                <c:pt idx="1">
                  <c:v>45798</c:v>
                </c:pt>
                <c:pt idx="2">
                  <c:v>45798</c:v>
                </c:pt>
                <c:pt idx="3">
                  <c:v>45798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13-40B2-B31B-B8433FCCA298}"/>
            </c:ext>
          </c:extLst>
        </c:ser>
        <c:ser>
          <c:idx val="2"/>
          <c:order val="1"/>
          <c:tx>
            <c:strRef>
              <c:f>'S25''26 - Caldeiraria (3)'!$D$4</c:f>
              <c:strCache>
                <c:ptCount val="1"/>
                <c:pt idx="0">
                  <c:v>Recebimento
Escopo</c:v>
                </c:pt>
              </c:strCache>
            </c:strRef>
          </c:tx>
          <c:spPr>
            <a:solidFill>
              <a:srgbClr val="1932C8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(3)'!$D$5:$D$8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13-40B2-B31B-B8433FCCA298}"/>
            </c:ext>
          </c:extLst>
        </c:ser>
        <c:ser>
          <c:idx val="20"/>
          <c:order val="2"/>
          <c:tx>
            <c:strRef>
              <c:f>'S25''26 - Caldeiraria (3)'!$E$4</c:f>
              <c:strCache>
                <c:ptCount val="1"/>
                <c:pt idx="0">
                  <c:v>Envio 
de RFP</c:v>
                </c:pt>
              </c:strCache>
            </c:strRef>
          </c:tx>
          <c:spPr>
            <a:solidFill>
              <a:srgbClr val="000000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(3)'!$E$5:$E$8</c:f>
              <c:numCache>
                <c:formatCode>General</c:formatCode>
                <c:ptCount val="4"/>
                <c:pt idx="0">
                  <c:v>10</c:v>
                </c:pt>
                <c:pt idx="1">
                  <c:v>7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FD13-40B2-B31B-B8433FCCA298}"/>
            </c:ext>
          </c:extLst>
        </c:ser>
        <c:ser>
          <c:idx val="4"/>
          <c:order val="3"/>
          <c:tx>
            <c:strRef>
              <c:f>'S25''26 - Caldeiraria (3)'!$F$4</c:f>
              <c:strCache>
                <c:ptCount val="1"/>
                <c:pt idx="0">
                  <c:v>Visita
Técnica</c:v>
                </c:pt>
              </c:strCache>
            </c:strRef>
          </c:tx>
          <c:spPr>
            <a:solidFill>
              <a:srgbClr val="666666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(3)'!$F$5:$F$8</c:f>
              <c:numCache>
                <c:formatCode>General</c:formatCode>
                <c:ptCount val="4"/>
                <c:pt idx="0">
                  <c:v>15</c:v>
                </c:pt>
                <c:pt idx="1">
                  <c:v>13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D13-40B2-B31B-B8433FCCA298}"/>
            </c:ext>
          </c:extLst>
        </c:ser>
        <c:ser>
          <c:idx val="6"/>
          <c:order val="4"/>
          <c:tx>
            <c:strRef>
              <c:f>'S25''26 - Caldeiraria (3)'!$G$4</c:f>
              <c:strCache>
                <c:ptCount val="1"/>
                <c:pt idx="0">
                  <c:v>Recebimento
Propostas</c:v>
                </c:pt>
              </c:strCache>
            </c:strRef>
          </c:tx>
          <c:spPr>
            <a:solidFill>
              <a:srgbClr val="AADD6D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(3)'!$G$5:$G$8</c:f>
              <c:numCache>
                <c:formatCode>General</c:formatCode>
                <c:ptCount val="4"/>
                <c:pt idx="0">
                  <c:v>15</c:v>
                </c:pt>
                <c:pt idx="1">
                  <c:v>32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13-40B2-B31B-B8433FCCA298}"/>
            </c:ext>
          </c:extLst>
        </c:ser>
        <c:ser>
          <c:idx val="8"/>
          <c:order val="5"/>
          <c:tx>
            <c:strRef>
              <c:f>'S25''26 - Caldeiraria (3)'!$H$4</c:f>
              <c:strCache>
                <c:ptCount val="1"/>
                <c:pt idx="0">
                  <c:v>Equalização
Técnica</c:v>
                </c:pt>
              </c:strCache>
            </c:strRef>
          </c:tx>
          <c:spPr>
            <a:solidFill>
              <a:srgbClr val="608E3A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(3)'!$H$5:$H$8</c:f>
              <c:numCache>
                <c:formatCode>General</c:formatCode>
                <c:ptCount val="4"/>
                <c:pt idx="0">
                  <c:v>15</c:v>
                </c:pt>
                <c:pt idx="1">
                  <c:v>21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D13-40B2-B31B-B8433FCCA298}"/>
            </c:ext>
          </c:extLst>
        </c:ser>
        <c:ser>
          <c:idx val="10"/>
          <c:order val="6"/>
          <c:tx>
            <c:strRef>
              <c:f>'S25''26 - Caldeiraria (3)'!$I$4</c:f>
              <c:strCache>
                <c:ptCount val="1"/>
                <c:pt idx="0">
                  <c:v>Negociação
Final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(3)'!$I$5:$I$8</c:f>
              <c:numCache>
                <c:formatCode>General</c:formatCode>
                <c:ptCount val="4"/>
                <c:pt idx="0">
                  <c:v>25</c:v>
                </c:pt>
                <c:pt idx="1">
                  <c:v>33</c:v>
                </c:pt>
                <c:pt idx="2">
                  <c:v>30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D13-40B2-B31B-B8433FCCA298}"/>
            </c:ext>
          </c:extLst>
        </c:ser>
        <c:ser>
          <c:idx val="21"/>
          <c:order val="7"/>
          <c:tx>
            <c:strRef>
              <c:f>'S25''26 - Caldeiraria (3)'!$J$4</c:f>
              <c:strCache>
                <c:ptCount val="1"/>
                <c:pt idx="0">
                  <c:v>Deliberação
Orçamentária</c:v>
                </c:pt>
              </c:strCache>
            </c:strRef>
          </c:tx>
          <c:spPr>
            <a:solidFill>
              <a:srgbClr val="AADD6D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(3)'!$J$5:$J$8</c:f>
              <c:numCache>
                <c:formatCode>General</c:formatCode>
                <c:ptCount val="4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D13-40B2-B31B-B8433FCCA298}"/>
            </c:ext>
          </c:extLst>
        </c:ser>
        <c:ser>
          <c:idx val="14"/>
          <c:order val="8"/>
          <c:tx>
            <c:strRef>
              <c:f>'S25''26 - Caldeiraria (3)'!$K$4</c:f>
              <c:strCache>
                <c:ptCount val="1"/>
                <c:pt idx="0">
                  <c:v>Aprovação
Comitê</c:v>
                </c:pt>
              </c:strCache>
            </c:strRef>
          </c:tx>
          <c:spPr>
            <a:solidFill>
              <a:srgbClr val="5E82A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(3)'!$K$5:$K$8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D13-40B2-B31B-B8433FCCA298}"/>
            </c:ext>
          </c:extLst>
        </c:ser>
        <c:ser>
          <c:idx val="12"/>
          <c:order val="9"/>
          <c:tx>
            <c:strRef>
              <c:f>'S25''26 - Caldeiraria (3)'!$L$4</c:f>
              <c:strCache>
                <c:ptCount val="1"/>
                <c:pt idx="0">
                  <c:v>Aprovação das Rcs</c:v>
                </c:pt>
              </c:strCache>
            </c:strRef>
          </c:tx>
          <c:spPr>
            <a:solidFill>
              <a:srgbClr val="AEE8AE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(3)'!$L$5:$L$8</c:f>
              <c:numCache>
                <c:formatCode>General</c:formatCode>
                <c:ptCount val="4"/>
                <c:pt idx="0">
                  <c:v>0</c:v>
                </c:pt>
                <c:pt idx="1">
                  <c:v>22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D13-40B2-B31B-B8433FCCA298}"/>
            </c:ext>
          </c:extLst>
        </c:ser>
        <c:ser>
          <c:idx val="16"/>
          <c:order val="10"/>
          <c:tx>
            <c:strRef>
              <c:f>'S25''26 - Caldeiraria (3)'!$M$4</c:f>
              <c:strCache>
                <c:ptCount val="1"/>
                <c:pt idx="0">
                  <c:v>Emissão
Pedido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Suzano Text" panose="020F0502020204030204" pitchFamily="34" charset="0"/>
                    <a:ea typeface="Tahoma" panose="020B0604030504040204" pitchFamily="34" charset="0"/>
                    <a:cs typeface="Suzano Text" panose="020F0502020204030204" pitchFamily="34" charset="0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'S25''26 - Caldeiraria (3)'!$B$5:$B$8</c:f>
              <c:strCache>
                <c:ptCount val="4"/>
                <c:pt idx="0">
                  <c:v>ONDA. 2 CALDEIRARIA - PLANO 24´25</c:v>
                </c:pt>
                <c:pt idx="1">
                  <c:v>ONDA. 2 CALDEIRARIA -  REAL 24´25</c:v>
                </c:pt>
                <c:pt idx="2">
                  <c:v>ONDA. 2 CALDEIRARIA -  REAL  PLANO 25´26 R0</c:v>
                </c:pt>
                <c:pt idx="3">
                  <c:v>ONDA. 2 CALDEIRARIA -  REAL  PLANO 25´26 R1</c:v>
                </c:pt>
              </c:strCache>
            </c:strRef>
          </c:cat>
          <c:val>
            <c:numRef>
              <c:f>'S25''26 - Caldeiraria (3)'!$M$5:$M$8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FD13-40B2-B31B-B8433FCCA2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100"/>
        <c:axId val="880931728"/>
        <c:axId val="880936648"/>
        <c:extLst/>
      </c:barChart>
      <c:catAx>
        <c:axId val="880931728"/>
        <c:scaling>
          <c:orientation val="maxMin"/>
        </c:scaling>
        <c:delete val="0"/>
        <c:axPos val="l"/>
        <c:numFmt formatCode="General" sourceLinked="1"/>
        <c:majorTickMark val="none"/>
        <c:minorTickMark val="in"/>
        <c:tickLblPos val="nextTo"/>
        <c:spPr>
          <a:noFill/>
          <a:ln w="9525" cap="flat" cmpd="sng" algn="ctr">
            <a:solidFill>
              <a:srgbClr val="DEDEDE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uzano Text" panose="020F0502020204030204" pitchFamily="34" charset="0"/>
                <a:ea typeface="Tahoma" panose="020B0604030504040204" pitchFamily="34" charset="0"/>
                <a:cs typeface="Suzano Text" panose="020F0502020204030204" pitchFamily="34" charset="0"/>
              </a:defRPr>
            </a:pPr>
            <a:endParaRPr lang="pt-BR"/>
          </a:p>
        </c:txPr>
        <c:crossAx val="880936648"/>
        <c:crossesAt val="45700.1"/>
        <c:auto val="1"/>
        <c:lblAlgn val="ctr"/>
        <c:lblOffset val="100"/>
        <c:tickMarkSkip val="1"/>
        <c:noMultiLvlLbl val="0"/>
      </c:catAx>
      <c:valAx>
        <c:axId val="880936648"/>
        <c:scaling>
          <c:orientation val="minMax"/>
          <c:max val="46023.1"/>
          <c:min val="45768.1"/>
        </c:scaling>
        <c:delete val="0"/>
        <c:axPos val="t"/>
        <c:majorGridlines>
          <c:spPr>
            <a:ln w="9525" cap="flat" cmpd="sng" algn="ctr">
              <a:solidFill>
                <a:srgbClr val="DEDEDE"/>
              </a:solidFill>
              <a:round/>
            </a:ln>
            <a:effectLst/>
          </c:spPr>
        </c:majorGridlines>
        <c:numFmt formatCode="m/d/yyyy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uzano Text" panose="020F0502020204030204" pitchFamily="34" charset="0"/>
                <a:ea typeface="Tahoma" panose="020B0604030504040204" pitchFamily="34" charset="0"/>
                <a:cs typeface="Suzano Text" panose="020F0502020204030204" pitchFamily="34" charset="0"/>
              </a:defRPr>
            </a:pPr>
            <a:endParaRPr lang="pt-BR"/>
          </a:p>
        </c:txPr>
        <c:crossAx val="880931728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6.9027639622799093E-4"/>
          <c:y val="0.85357604522247399"/>
          <c:w val="0.9952051473248883"/>
          <c:h val="0.1450170382947506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>
                  <a:lumMod val="50000"/>
                </a:schemeClr>
              </a:solidFill>
              <a:latin typeface="Suzano Text" panose="020F0502020204030204" pitchFamily="34" charset="0"/>
              <a:ea typeface="Tahoma" panose="020B0604030504040204" pitchFamily="34" charset="0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175" cap="flat" cmpd="sng" algn="ctr">
      <a:solidFill>
        <a:sysClr val="window" lastClr="FFFFFF">
          <a:lumMod val="65000"/>
        </a:sysClr>
      </a:solidFill>
      <a:round/>
    </a:ln>
    <a:effectLst/>
  </c:spPr>
  <c:txPr>
    <a:bodyPr/>
    <a:lstStyle/>
    <a:p>
      <a:pPr>
        <a:defRPr sz="900" b="0">
          <a:solidFill>
            <a:schemeClr val="bg1">
              <a:lumMod val="50000"/>
            </a:schemeClr>
          </a:solidFill>
          <a:latin typeface="Suzano Text" panose="020F0502020204030204" pitchFamily="34" charset="0"/>
          <a:ea typeface="Tahoma" panose="020B060403050404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'Matriz Index'!$C$1</c:f>
              <c:strCache>
                <c:ptCount val="1"/>
                <c:pt idx="0">
                  <c:v>Forn 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Lbls>
            <c:dLbl>
              <c:idx val="0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A1E-4F2F-8A01-209AC03B51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'Matriz Index'!$C$2</c:f>
              <c:numCache>
                <c:formatCode>0%</c:formatCode>
                <c:ptCount val="1"/>
                <c:pt idx="0">
                  <c:v>0.89800000000000002</c:v>
                </c:pt>
              </c:numCache>
            </c:numRef>
          </c:xVal>
          <c:yVal>
            <c:numRef>
              <c:f>'Matriz Index'!$C$3</c:f>
              <c:numCache>
                <c:formatCode>_("R$"* #,##0.00_);_("R$"* \(#,##0.00\);_("R$"* "-"??_);_(@_)</c:formatCode>
                <c:ptCount val="1"/>
                <c:pt idx="0">
                  <c:v>4890000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A1E-4F2F-8A01-209AC03B5166}"/>
            </c:ext>
          </c:extLst>
        </c:ser>
        <c:ser>
          <c:idx val="1"/>
          <c:order val="1"/>
          <c:tx>
            <c:strRef>
              <c:f>'Matriz Index'!$D$1</c:f>
              <c:strCache>
                <c:ptCount val="1"/>
                <c:pt idx="0">
                  <c:v>Forn B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'Matriz Index'!$D$2</c:f>
              <c:numCache>
                <c:formatCode>0%</c:formatCode>
                <c:ptCount val="1"/>
                <c:pt idx="0">
                  <c:v>0.71799999999999997</c:v>
                </c:pt>
              </c:numCache>
            </c:numRef>
          </c:xVal>
          <c:yVal>
            <c:numRef>
              <c:f>'Matriz Index'!$D$3</c:f>
              <c:numCache>
                <c:formatCode>_("R$"* #,##0.00_);_("R$"* \(#,##0.00\);_("R$"* "-"??_);_(@_)</c:formatCode>
                <c:ptCount val="1"/>
                <c:pt idx="0">
                  <c:v>5100000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A1E-4F2F-8A01-209AC03B5166}"/>
            </c:ext>
          </c:extLst>
        </c:ser>
        <c:ser>
          <c:idx val="2"/>
          <c:order val="2"/>
          <c:tx>
            <c:strRef>
              <c:f>'Matriz Index'!$E$1</c:f>
              <c:strCache>
                <c:ptCount val="1"/>
                <c:pt idx="0">
                  <c:v>Forn C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'Matriz Index'!$E$2</c:f>
              <c:numCache>
                <c:formatCode>0%</c:formatCode>
                <c:ptCount val="1"/>
                <c:pt idx="0">
                  <c:v>0.9</c:v>
                </c:pt>
              </c:numCache>
            </c:numRef>
          </c:xVal>
          <c:yVal>
            <c:numRef>
              <c:f>'Matriz Index'!$E$3</c:f>
              <c:numCache>
                <c:formatCode>_("R$"* #,##0.00_);_("R$"* \(#,##0.00\);_("R$"* "-"??_);_(@_)</c:formatCode>
                <c:ptCount val="1"/>
                <c:pt idx="0">
                  <c:v>4000000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7A1E-4F2F-8A01-209AC03B5166}"/>
            </c:ext>
          </c:extLst>
        </c:ser>
        <c:ser>
          <c:idx val="3"/>
          <c:order val="3"/>
          <c:tx>
            <c:strRef>
              <c:f>'Matriz Index'!$F$1</c:f>
              <c:strCache>
                <c:ptCount val="1"/>
                <c:pt idx="0">
                  <c:v>Forn D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noFill/>
              </a:ln>
              <a:effectLst/>
            </c:spPr>
          </c:marker>
          <c:dLbls>
            <c:dLbl>
              <c:idx val="0"/>
              <c:dLblPos val="l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A1E-4F2F-8A01-209AC03B51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'Matriz Index'!$F$2</c:f>
              <c:numCache>
                <c:formatCode>0%</c:formatCode>
                <c:ptCount val="1"/>
                <c:pt idx="0">
                  <c:v>1</c:v>
                </c:pt>
              </c:numCache>
            </c:numRef>
          </c:xVal>
          <c:yVal>
            <c:numRef>
              <c:f>'Matriz Index'!$F$3</c:f>
              <c:numCache>
                <c:formatCode>_("R$"* #,##0.00_);_("R$"* \(#,##0.00\);_("R$"* "-"??_);_(@_)</c:formatCode>
                <c:ptCount val="1"/>
                <c:pt idx="0">
                  <c:v>6000000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A1E-4F2F-8A01-209AC03B5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44744832"/>
        <c:axId val="644741552"/>
      </c:scatterChart>
      <c:valAx>
        <c:axId val="644744832"/>
        <c:scaling>
          <c:orientation val="minMax"/>
          <c:max val="1"/>
          <c:min val="0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644741552"/>
        <c:crosses val="autoZero"/>
        <c:crossBetween val="midCat"/>
        <c:majorUnit val="0.1"/>
      </c:valAx>
      <c:valAx>
        <c:axId val="644741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R$&quot;* #,##0_);_(&quot;R$&quot;* \(#,##0\);_(&quot;R$&quot;* &quot;-&quot;_);_(@_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uzano Text" panose="020F0502020204030204" pitchFamily="34" charset="0"/>
                <a:ea typeface="+mn-ea"/>
                <a:cs typeface="Suzano Text" panose="020F0502020204030204" pitchFamily="34" charset="0"/>
              </a:defRPr>
            </a:pPr>
            <a:endParaRPr lang="pt-BR"/>
          </a:p>
        </c:txPr>
        <c:crossAx val="644744832"/>
        <c:crosses val="autoZero"/>
        <c:crossBetween val="midCat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Suzano Text" panose="020F0502020204030204" pitchFamily="34" charset="0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>
          <a:latin typeface="Suzano Text" panose="020F0502020204030204" pitchFamily="34" charset="0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'Matriz Index'!$H$3</c:f>
              <c:strCache>
                <c:ptCount val="1"/>
                <c:pt idx="0">
                  <c:v> A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'Matriz Index'!$I$1:$I$2</c:f>
              <c:strCache>
                <c:ptCount val="2"/>
                <c:pt idx="1">
                  <c:v>Valor</c:v>
                </c:pt>
              </c:strCache>
            </c:strRef>
          </c:cat>
          <c:val>
            <c:numRef>
              <c:f>'Matriz Index'!$I$3</c:f>
              <c:numCache>
                <c:formatCode>_("R$"* #,##0.00_);_("R$"* \(#,##0.00\);_("R$"* "-"??_);_(@_)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3C-49CC-8A4A-1D5C96626697}"/>
            </c:ext>
          </c:extLst>
        </c:ser>
        <c:ser>
          <c:idx val="1"/>
          <c:order val="1"/>
          <c:tx>
            <c:strRef>
              <c:f>'Matriz Index'!$H$4</c:f>
              <c:strCache>
                <c:ptCount val="1"/>
                <c:pt idx="0">
                  <c:v> B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'Matriz Index'!$I$1:$I$2</c:f>
              <c:strCache>
                <c:ptCount val="2"/>
                <c:pt idx="1">
                  <c:v>Valor</c:v>
                </c:pt>
              </c:strCache>
            </c:strRef>
          </c:cat>
          <c:val>
            <c:numRef>
              <c:f>'Matriz Index'!$I$4</c:f>
              <c:numCache>
                <c:formatCode>_("R$"* #,##0.00_);_("R$"* \(#,##0.00\);_("R$"* "-"??_);_(@_)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3C-49CC-8A4A-1D5C96626697}"/>
            </c:ext>
          </c:extLst>
        </c:ser>
        <c:ser>
          <c:idx val="2"/>
          <c:order val="2"/>
          <c:tx>
            <c:strRef>
              <c:f>'Matriz Index'!$H$5</c:f>
              <c:strCache>
                <c:ptCount val="1"/>
                <c:pt idx="0">
                  <c:v> C 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'Matriz Index'!$I$1:$I$2</c:f>
              <c:strCache>
                <c:ptCount val="2"/>
                <c:pt idx="1">
                  <c:v>Valor</c:v>
                </c:pt>
              </c:strCache>
            </c:strRef>
          </c:cat>
          <c:val>
            <c:numRef>
              <c:f>'Matriz Index'!$I$5</c:f>
              <c:numCache>
                <c:formatCode>_("R$"* #,##0.00_);_("R$"* \(#,##0.00\);_("R$"* "-"??_);_(@_)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E3C-49CC-8A4A-1D5C96626697}"/>
            </c:ext>
          </c:extLst>
        </c:ser>
        <c:ser>
          <c:idx val="3"/>
          <c:order val="3"/>
          <c:tx>
            <c:strRef>
              <c:f>'Matriz Index'!$H$6</c:f>
              <c:strCache>
                <c:ptCount val="1"/>
                <c:pt idx="0">
                  <c:v> D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Suzano Text" panose="020F0502020204030204" pitchFamily="34" charset="0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'Matriz Index'!$I$1:$I$2</c:f>
              <c:strCache>
                <c:ptCount val="2"/>
                <c:pt idx="1">
                  <c:v>Valor</c:v>
                </c:pt>
              </c:strCache>
            </c:strRef>
          </c:cat>
          <c:val>
            <c:numRef>
              <c:f>'Matriz Index'!$I$6</c:f>
              <c:numCache>
                <c:formatCode>_("R$"* #,##0.00_);_("R$"* \(#,##0.00\);_("R$"* "-"??_);_(@_)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E3C-49CC-8A4A-1D5C966266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62497088"/>
        <c:axId val="562494928"/>
      </c:barChart>
      <c:catAx>
        <c:axId val="5624970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62494928"/>
        <c:crosses val="autoZero"/>
        <c:auto val="1"/>
        <c:lblAlgn val="ctr"/>
        <c:lblOffset val="100"/>
        <c:noMultiLvlLbl val="0"/>
      </c:catAx>
      <c:valAx>
        <c:axId val="562494928"/>
        <c:scaling>
          <c:orientation val="minMax"/>
        </c:scaling>
        <c:delete val="1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crossAx val="562497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Suzano Text" panose="020F050202020403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800">
          <a:latin typeface="+mj-lt"/>
          <a:cs typeface="Suzano Text" panose="020F0502020204030204" pitchFamily="34" charset="0"/>
        </a:defRPr>
      </a:pPr>
      <a:endParaRPr lang="pt-BR"/>
    </a:p>
  </c:txPr>
  <c:externalData r:id="rId4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'Matriz Index'!$K$3</c:f>
              <c:strCache>
                <c:ptCount val="1"/>
                <c:pt idx="0">
                  <c:v> A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'Matriz Index'!$L$1:$L$2</c:f>
              <c:strCache>
                <c:ptCount val="2"/>
                <c:pt idx="1">
                  <c:v>Valor</c:v>
                </c:pt>
              </c:strCache>
            </c:strRef>
          </c:cat>
          <c:val>
            <c:numRef>
              <c:f>'Matriz Index'!$L$3</c:f>
              <c:numCache>
                <c:formatCode>_("R$"* #,##0.00_);_("R$"* \(#,##0.00\);_("R$"* "-"??_);_(@_)</c:formatCode>
                <c:ptCount val="1"/>
                <c:pt idx="0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5D-4190-8506-12312AA8E172}"/>
            </c:ext>
          </c:extLst>
        </c:ser>
        <c:ser>
          <c:idx val="1"/>
          <c:order val="1"/>
          <c:tx>
            <c:strRef>
              <c:f>'Matriz Index'!$K$4</c:f>
              <c:strCache>
                <c:ptCount val="1"/>
                <c:pt idx="0">
                  <c:v> B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j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'Matriz Index'!$L$1:$L$2</c:f>
              <c:strCache>
                <c:ptCount val="2"/>
                <c:pt idx="1">
                  <c:v>Valor</c:v>
                </c:pt>
              </c:strCache>
            </c:strRef>
          </c:cat>
          <c:val>
            <c:numRef>
              <c:f>'Matriz Index'!$L$4</c:f>
              <c:numCache>
                <c:formatCode>_("R$"* #,##0.00_);_("R$"* \(#,##0.00\);_("R$"* "-"??_);_(@_)</c:formatCode>
                <c:ptCount val="1"/>
                <c:pt idx="0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5D-4190-8506-12312AA8E1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05292152"/>
        <c:axId val="305292512"/>
      </c:barChart>
      <c:catAx>
        <c:axId val="3052921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05292512"/>
        <c:crosses val="autoZero"/>
        <c:auto val="1"/>
        <c:lblAlgn val="ctr"/>
        <c:lblOffset val="100"/>
        <c:noMultiLvlLbl val="0"/>
      </c:catAx>
      <c:valAx>
        <c:axId val="305292512"/>
        <c:scaling>
          <c:orientation val="minMax"/>
        </c:scaling>
        <c:delete val="1"/>
        <c:axPos val="l"/>
        <c:numFmt formatCode="_(&quot;R$&quot;* #,##0.00_);_(&quot;R$&quot;* \(#,##0.00\);_(&quot;R$&quot;* &quot;-&quot;??_);_(@_)" sourceLinked="1"/>
        <c:majorTickMark val="none"/>
        <c:minorTickMark val="none"/>
        <c:tickLblPos val="nextTo"/>
        <c:crossAx val="305292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800">
          <a:latin typeface="+mj-lt"/>
        </a:defRPr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BC7AE-0E00-4A1F-A845-2455FEEAE84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16EAD-C1AA-484F-8CB5-8B159218786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420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0">
          <a:extLst>
            <a:ext uri="{FF2B5EF4-FFF2-40B4-BE49-F238E27FC236}">
              <a16:creationId xmlns:a16="http://schemas.microsoft.com/office/drawing/2014/main" id="{C3814208-8C0B-3388-9B78-01F91144A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:notes">
            <a:extLst>
              <a:ext uri="{FF2B5EF4-FFF2-40B4-BE49-F238E27FC236}">
                <a16:creationId xmlns:a16="http://schemas.microsoft.com/office/drawing/2014/main" id="{CF953E0F-8578-512F-DF43-4CF68A2C2F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2" name="Google Shape;762;p33:notes">
            <a:extLst>
              <a:ext uri="{FF2B5EF4-FFF2-40B4-BE49-F238E27FC236}">
                <a16:creationId xmlns:a16="http://schemas.microsoft.com/office/drawing/2014/main" id="{1CE219BE-D488-3908-2ECE-D18CF6A5D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r>
              <a:t>[Sources] Identidade visual adaptada com base no arquivo TEMPLATE_PPT_MODELO A - PORT.pptx e no PNG oficial Logo de uso preferencial horizontal para uso digital.png fornecidos pelo solicitante.</a:t>
            </a:r>
          </a:p>
        </p:txBody>
      </p:sp>
      <p:sp>
        <p:nvSpPr>
          <p:cNvPr id="763" name="Google Shape;763;p33:notes">
            <a:extLst>
              <a:ext uri="{FF2B5EF4-FFF2-40B4-BE49-F238E27FC236}">
                <a16:creationId xmlns:a16="http://schemas.microsoft.com/office/drawing/2014/main" id="{A474FA8B-0AA5-8D37-40F1-C6ECDF409D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Suzano Text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uzano Text"/>
                <a:cs typeface="Suzano Text"/>
                <a:sym typeface="Suzano Tex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Suzano Text"/>
                <a:buNone/>
                <a:tabLst/>
                <a:defRPr/>
              </a:pPr>
              <a:t>39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uzano Text"/>
              <a:cs typeface="Suzano Text"/>
              <a:sym typeface="Suzano Text"/>
            </a:endParaRPr>
          </a:p>
          <a:p>
            <a:r>
              <a:t>[Sources] Identidade visual adaptada com base no arquivo TEMPLATE_PPT_MODELO A - PORT.pptx e no PNG oficial Logo de uso preferencial horizontal para uso digital.png fornecidos pelo solicitante.</a:t>
            </a:r>
          </a:p>
        </p:txBody>
      </p:sp>
    </p:spTree>
    <p:extLst>
      <p:ext uri="{BB962C8B-B14F-4D97-AF65-F5344CB8AC3E}">
        <p14:creationId xmlns:p14="http://schemas.microsoft.com/office/powerpoint/2010/main" val="182879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07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689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385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23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711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961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959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4782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9543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095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54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pássaro, água, tábua, andando de&#10;&#10;Descrição gerada automaticamente">
            <a:extLst>
              <a:ext uri="{FF2B5EF4-FFF2-40B4-BE49-F238E27FC236}">
                <a16:creationId xmlns:a16="http://schemas.microsoft.com/office/drawing/2014/main" id="{8F366B41-DAD1-4B38-93EE-B46599B7A8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" y="0"/>
            <a:ext cx="91428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0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4B248E-F220-4F7D-A982-F42362CB792C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2FB31-C0C2-4C1D-AD3A-02BC096E7B5A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MSIPCMContentMarking" descr="{&quot;HashCode&quot;:392118825,&quot;Placement&quot;:&quot;Footer&quot;,&quot;Top&quot;:384.343,&quot;Left&quot;:0.0,&quot;SlideWidth&quot;:720,&quot;SlideHeight&quot;:405}">
            <a:extLst>
              <a:ext uri="{FF2B5EF4-FFF2-40B4-BE49-F238E27FC236}">
                <a16:creationId xmlns:a16="http://schemas.microsoft.com/office/drawing/2014/main" id="{DBBFFC0E-525C-4FC1-B68A-4A0B1F6B36C5}"/>
              </a:ext>
            </a:extLst>
          </p:cNvPr>
          <p:cNvSpPr txBox="1"/>
          <p:nvPr userDrawn="1"/>
        </p:nvSpPr>
        <p:spPr>
          <a:xfrm>
            <a:off x="0" y="4881156"/>
            <a:ext cx="654610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BR" sz="1000">
                <a:solidFill>
                  <a:srgbClr val="000000"/>
                </a:solidFill>
                <a:latin typeface="Suzano Text" panose="020F0502020204030204" pitchFamily="34" charset="0"/>
              </a:rPr>
              <a:t>Interno</a:t>
            </a:r>
          </a:p>
        </p:txBody>
      </p:sp>
    </p:spTree>
    <p:extLst>
      <p:ext uri="{BB962C8B-B14F-4D97-AF65-F5344CB8AC3E}">
        <p14:creationId xmlns:p14="http://schemas.microsoft.com/office/powerpoint/2010/main" val="61213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Suzano Text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2.wdp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image" Target="../media/image6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DE0C310B-C253-87DE-CAF7-88D3BD07C810}"/>
              </a:ext>
            </a:extLst>
          </p:cNvPr>
          <p:cNvSpPr/>
          <p:nvPr/>
        </p:nvSpPr>
        <p:spPr>
          <a:xfrm>
            <a:off x="0" y="0"/>
            <a:ext cx="9144000" cy="5201587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>
              <a:defRPr/>
            </a:pPr>
            <a:endParaRPr lang="pt-BR">
              <a:solidFill>
                <a:prstClr val="white"/>
              </a:solidFill>
              <a:latin typeface="Suzano Text"/>
            </a:endParaRPr>
          </a:p>
        </p:txBody>
      </p:sp>
      <p:grpSp>
        <p:nvGrpSpPr>
          <p:cNvPr id="6" name="Google Shape;217;p29">
            <a:extLst>
              <a:ext uri="{FF2B5EF4-FFF2-40B4-BE49-F238E27FC236}">
                <a16:creationId xmlns:a16="http://schemas.microsoft.com/office/drawing/2014/main" id="{18E0074A-854F-1E81-BB40-C05683922072}"/>
              </a:ext>
            </a:extLst>
          </p:cNvPr>
          <p:cNvGrpSpPr/>
          <p:nvPr/>
        </p:nvGrpSpPr>
        <p:grpSpPr>
          <a:xfrm rot="5400000">
            <a:off x="92933" y="1201143"/>
            <a:ext cx="400257" cy="225956"/>
            <a:chOff x="4756975" y="2341800"/>
            <a:chExt cx="91975" cy="51925"/>
          </a:xfrm>
          <a:solidFill>
            <a:srgbClr val="00C85A"/>
          </a:solidFill>
        </p:grpSpPr>
        <p:sp>
          <p:nvSpPr>
            <p:cNvPr id="7" name="Google Shape;218;p29">
              <a:extLst>
                <a:ext uri="{FF2B5EF4-FFF2-40B4-BE49-F238E27FC236}">
                  <a16:creationId xmlns:a16="http://schemas.microsoft.com/office/drawing/2014/main" id="{34D27627-9E6D-BCA7-7446-B5141E7DF94F}"/>
                </a:ext>
              </a:extLst>
            </p:cNvPr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8" name="Google Shape;219;p29">
              <a:extLst>
                <a:ext uri="{FF2B5EF4-FFF2-40B4-BE49-F238E27FC236}">
                  <a16:creationId xmlns:a16="http://schemas.microsoft.com/office/drawing/2014/main" id="{0EBE84D4-7852-B8D7-8B41-17AF1C50BAD6}"/>
                </a:ext>
              </a:extLst>
            </p:cNvPr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9" name="Google Shape;220;p29">
              <a:extLst>
                <a:ext uri="{FF2B5EF4-FFF2-40B4-BE49-F238E27FC236}">
                  <a16:creationId xmlns:a16="http://schemas.microsoft.com/office/drawing/2014/main" id="{32FE45F4-6682-2980-0E4E-6BC48475795B}"/>
                </a:ext>
              </a:extLst>
            </p:cNvPr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0" name="Google Shape;221;p29">
              <a:extLst>
                <a:ext uri="{FF2B5EF4-FFF2-40B4-BE49-F238E27FC236}">
                  <a16:creationId xmlns:a16="http://schemas.microsoft.com/office/drawing/2014/main" id="{F725AD72-F43F-E6DB-5AE0-153FD75D12A3}"/>
                </a:ext>
              </a:extLst>
            </p:cNvPr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1" name="Google Shape;222;p29">
              <a:extLst>
                <a:ext uri="{FF2B5EF4-FFF2-40B4-BE49-F238E27FC236}">
                  <a16:creationId xmlns:a16="http://schemas.microsoft.com/office/drawing/2014/main" id="{77C7D56A-E2EC-BA41-F236-F7551A31B533}"/>
                </a:ext>
              </a:extLst>
            </p:cNvPr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2" name="Google Shape;223;p29">
              <a:extLst>
                <a:ext uri="{FF2B5EF4-FFF2-40B4-BE49-F238E27FC236}">
                  <a16:creationId xmlns:a16="http://schemas.microsoft.com/office/drawing/2014/main" id="{4B7F1089-FF1C-7247-BFD2-A5852EB2B46E}"/>
                </a:ext>
              </a:extLst>
            </p:cNvPr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3" name="Google Shape;224;p29">
              <a:extLst>
                <a:ext uri="{FF2B5EF4-FFF2-40B4-BE49-F238E27FC236}">
                  <a16:creationId xmlns:a16="http://schemas.microsoft.com/office/drawing/2014/main" id="{E29FFBD2-9831-2839-BE13-23FCD7B8B1EA}"/>
                </a:ext>
              </a:extLst>
            </p:cNvPr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4" name="Google Shape;225;p29">
              <a:extLst>
                <a:ext uri="{FF2B5EF4-FFF2-40B4-BE49-F238E27FC236}">
                  <a16:creationId xmlns:a16="http://schemas.microsoft.com/office/drawing/2014/main" id="{BE203003-32E4-110A-613D-5D309A96B036}"/>
                </a:ext>
              </a:extLst>
            </p:cNvPr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5" name="Google Shape;226;p29">
              <a:extLst>
                <a:ext uri="{FF2B5EF4-FFF2-40B4-BE49-F238E27FC236}">
                  <a16:creationId xmlns:a16="http://schemas.microsoft.com/office/drawing/2014/main" id="{6228020B-50FF-35ED-A5DF-3A7C80E5C9F5}"/>
                </a:ext>
              </a:extLst>
            </p:cNvPr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6" name="Google Shape;227;p29">
              <a:extLst>
                <a:ext uri="{FF2B5EF4-FFF2-40B4-BE49-F238E27FC236}">
                  <a16:creationId xmlns:a16="http://schemas.microsoft.com/office/drawing/2014/main" id="{1A18E19D-72C6-B6F7-3B99-9154F8B5D2E8}"/>
                </a:ext>
              </a:extLst>
            </p:cNvPr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7" name="Google Shape;228;p29">
              <a:extLst>
                <a:ext uri="{FF2B5EF4-FFF2-40B4-BE49-F238E27FC236}">
                  <a16:creationId xmlns:a16="http://schemas.microsoft.com/office/drawing/2014/main" id="{8E62B7D3-5CFE-749D-C520-C1A674F57F96}"/>
                </a:ext>
              </a:extLst>
            </p:cNvPr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8" name="Google Shape;229;p29">
              <a:extLst>
                <a:ext uri="{FF2B5EF4-FFF2-40B4-BE49-F238E27FC236}">
                  <a16:creationId xmlns:a16="http://schemas.microsoft.com/office/drawing/2014/main" id="{DDCFB2FC-729E-A857-EBCF-B208205C887C}"/>
                </a:ext>
              </a:extLst>
            </p:cNvPr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19" name="Google Shape;230;p29">
              <a:extLst>
                <a:ext uri="{FF2B5EF4-FFF2-40B4-BE49-F238E27FC236}">
                  <a16:creationId xmlns:a16="http://schemas.microsoft.com/office/drawing/2014/main" id="{8932B8A0-481A-FAFA-0C07-6C3CE2DF2C9F}"/>
                </a:ext>
              </a:extLst>
            </p:cNvPr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" name="Google Shape;231;p29">
              <a:extLst>
                <a:ext uri="{FF2B5EF4-FFF2-40B4-BE49-F238E27FC236}">
                  <a16:creationId xmlns:a16="http://schemas.microsoft.com/office/drawing/2014/main" id="{67C04B5D-1E19-48AD-D98E-2E25114B4D25}"/>
                </a:ext>
              </a:extLst>
            </p:cNvPr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1" name="Google Shape;232;p29">
              <a:extLst>
                <a:ext uri="{FF2B5EF4-FFF2-40B4-BE49-F238E27FC236}">
                  <a16:creationId xmlns:a16="http://schemas.microsoft.com/office/drawing/2014/main" id="{4967CDBE-D34E-8F97-EDA1-402A671E0E5A}"/>
                </a:ext>
              </a:extLst>
            </p:cNvPr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2" name="Google Shape;233;p29">
              <a:extLst>
                <a:ext uri="{FF2B5EF4-FFF2-40B4-BE49-F238E27FC236}">
                  <a16:creationId xmlns:a16="http://schemas.microsoft.com/office/drawing/2014/main" id="{CEA870D4-B349-F1E0-5E7D-0977274B730F}"/>
                </a:ext>
              </a:extLst>
            </p:cNvPr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3" name="Google Shape;234;p29">
              <a:extLst>
                <a:ext uri="{FF2B5EF4-FFF2-40B4-BE49-F238E27FC236}">
                  <a16:creationId xmlns:a16="http://schemas.microsoft.com/office/drawing/2014/main" id="{63F46B16-DA5E-8D1D-A7E3-B52A3D2E9AB9}"/>
                </a:ext>
              </a:extLst>
            </p:cNvPr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4" name="Google Shape;235;p29">
              <a:extLst>
                <a:ext uri="{FF2B5EF4-FFF2-40B4-BE49-F238E27FC236}">
                  <a16:creationId xmlns:a16="http://schemas.microsoft.com/office/drawing/2014/main" id="{81CB5D42-B09F-9528-0D7C-E158DEC0D3CB}"/>
                </a:ext>
              </a:extLst>
            </p:cNvPr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5" name="Google Shape;236;p29">
              <a:extLst>
                <a:ext uri="{FF2B5EF4-FFF2-40B4-BE49-F238E27FC236}">
                  <a16:creationId xmlns:a16="http://schemas.microsoft.com/office/drawing/2014/main" id="{AB2DECA5-CCF5-F0B0-4D0D-F3EF9BBF23F6}"/>
                </a:ext>
              </a:extLst>
            </p:cNvPr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6" name="Google Shape;237;p29">
              <a:extLst>
                <a:ext uri="{FF2B5EF4-FFF2-40B4-BE49-F238E27FC236}">
                  <a16:creationId xmlns:a16="http://schemas.microsoft.com/office/drawing/2014/main" id="{DFA660C7-B581-6CDC-9586-752757527BB6}"/>
                </a:ext>
              </a:extLst>
            </p:cNvPr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</p:grpSp>
      <p:sp>
        <p:nvSpPr>
          <p:cNvPr id="28" name="Retângulo 27">
            <a:extLst>
              <a:ext uri="{FF2B5EF4-FFF2-40B4-BE49-F238E27FC236}">
                <a16:creationId xmlns:a16="http://schemas.microsoft.com/office/drawing/2014/main" id="{0D5AAF2A-990C-F136-4344-BD69F0DBF3BF}"/>
              </a:ext>
            </a:extLst>
          </p:cNvPr>
          <p:cNvSpPr/>
          <p:nvPr/>
        </p:nvSpPr>
        <p:spPr>
          <a:xfrm>
            <a:off x="0" y="4921857"/>
            <a:ext cx="564935" cy="221643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 descr="Estrada com carros&#10;&#10;Descrição gerada automaticamente com confiança média">
            <a:extLst>
              <a:ext uri="{FF2B5EF4-FFF2-40B4-BE49-F238E27FC236}">
                <a16:creationId xmlns:a16="http://schemas.microsoft.com/office/drawing/2014/main" id="{3AE7B8E2-3FC0-92F2-E452-9579D92F28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2" t="1384" r="33184" b="553"/>
          <a:stretch>
            <a:fillRect/>
          </a:stretch>
        </p:blipFill>
        <p:spPr>
          <a:xfrm>
            <a:off x="6107264" y="1023973"/>
            <a:ext cx="1841500" cy="4119527"/>
          </a:xfrm>
          <a:custGeom>
            <a:avLst/>
            <a:gdLst>
              <a:gd name="connsiteX0" fmla="*/ 470136 w 1841500"/>
              <a:gd name="connsiteY0" fmla="*/ 40802 h 4119527"/>
              <a:gd name="connsiteX1" fmla="*/ 481810 w 1841500"/>
              <a:gd name="connsiteY1" fmla="*/ 40802 h 4119527"/>
              <a:gd name="connsiteX2" fmla="*/ 470136 w 1841500"/>
              <a:gd name="connsiteY2" fmla="*/ 42774 h 4119527"/>
              <a:gd name="connsiteX3" fmla="*/ 1841500 w 1841500"/>
              <a:gd name="connsiteY3" fmla="*/ 0 h 4119527"/>
              <a:gd name="connsiteX4" fmla="*/ 1841500 w 1841500"/>
              <a:gd name="connsiteY4" fmla="*/ 4119527 h 4119527"/>
              <a:gd name="connsiteX5" fmla="*/ 0 w 1841500"/>
              <a:gd name="connsiteY5" fmla="*/ 4119527 h 4119527"/>
              <a:gd name="connsiteX6" fmla="*/ 0 w 1841500"/>
              <a:gd name="connsiteY6" fmla="*/ 306516 h 4119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41500" h="4119527">
                <a:moveTo>
                  <a:pt x="470136" y="40802"/>
                </a:moveTo>
                <a:lnTo>
                  <a:pt x="481810" y="40802"/>
                </a:lnTo>
                <a:lnTo>
                  <a:pt x="470136" y="42774"/>
                </a:lnTo>
                <a:close/>
                <a:moveTo>
                  <a:pt x="1841500" y="0"/>
                </a:moveTo>
                <a:lnTo>
                  <a:pt x="1841500" y="4119527"/>
                </a:lnTo>
                <a:lnTo>
                  <a:pt x="0" y="4119527"/>
                </a:lnTo>
                <a:lnTo>
                  <a:pt x="0" y="306516"/>
                </a:lnTo>
                <a:close/>
              </a:path>
            </a:pathLst>
          </a:custGeom>
        </p:spPr>
      </p:pic>
      <p:pic>
        <p:nvPicPr>
          <p:cNvPr id="30" name="Imagem 29" descr="Sol brilhando sobre uma cidade&#10;&#10;Descrição gerada automaticamente">
            <a:extLst>
              <a:ext uri="{FF2B5EF4-FFF2-40B4-BE49-F238E27FC236}">
                <a16:creationId xmlns:a16="http://schemas.microsoft.com/office/drawing/2014/main" id="{6BAB3F65-9DF2-0319-C506-2412131789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15" t="509" r="37313"/>
          <a:stretch>
            <a:fillRect/>
          </a:stretch>
        </p:blipFill>
        <p:spPr>
          <a:xfrm>
            <a:off x="4604638" y="2685367"/>
            <a:ext cx="1328197" cy="2458133"/>
          </a:xfrm>
          <a:custGeom>
            <a:avLst/>
            <a:gdLst>
              <a:gd name="connsiteX0" fmla="*/ 1328197 w 1328197"/>
              <a:gd name="connsiteY0" fmla="*/ 0 h 2458133"/>
              <a:gd name="connsiteX1" fmla="*/ 1328197 w 1328197"/>
              <a:gd name="connsiteY1" fmla="*/ 2458133 h 2458133"/>
              <a:gd name="connsiteX2" fmla="*/ 0 w 1328197"/>
              <a:gd name="connsiteY2" fmla="*/ 2458133 h 2458133"/>
              <a:gd name="connsiteX3" fmla="*/ 0 w 1328197"/>
              <a:gd name="connsiteY3" fmla="*/ 230104 h 2458133"/>
              <a:gd name="connsiteX4" fmla="*/ 356252 w 1328197"/>
              <a:gd name="connsiteY4" fmla="*/ 164122 h 245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28197" h="2458133">
                <a:moveTo>
                  <a:pt x="1328197" y="0"/>
                </a:moveTo>
                <a:lnTo>
                  <a:pt x="1328197" y="2458133"/>
                </a:lnTo>
                <a:lnTo>
                  <a:pt x="0" y="2458133"/>
                </a:lnTo>
                <a:lnTo>
                  <a:pt x="0" y="230104"/>
                </a:lnTo>
                <a:lnTo>
                  <a:pt x="356252" y="164122"/>
                </a:lnTo>
                <a:close/>
              </a:path>
            </a:pathLst>
          </a:cu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254976FC-13CC-77C2-BC93-B49AFF6D66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3" t="41632" r="24662"/>
          <a:stretch>
            <a:fillRect/>
          </a:stretch>
        </p:blipFill>
        <p:spPr>
          <a:xfrm>
            <a:off x="8123195" y="302937"/>
            <a:ext cx="1000233" cy="2958929"/>
          </a:xfrm>
          <a:custGeom>
            <a:avLst/>
            <a:gdLst>
              <a:gd name="connsiteX0" fmla="*/ 1000233 w 1000233"/>
              <a:gd name="connsiteY0" fmla="*/ 0 h 2958929"/>
              <a:gd name="connsiteX1" fmla="*/ 1000233 w 1000233"/>
              <a:gd name="connsiteY1" fmla="*/ 2782931 h 2958929"/>
              <a:gd name="connsiteX2" fmla="*/ 0 w 1000233"/>
              <a:gd name="connsiteY2" fmla="*/ 2958929 h 2958929"/>
              <a:gd name="connsiteX3" fmla="*/ 0 w 1000233"/>
              <a:gd name="connsiteY3" fmla="*/ 168899 h 29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233" h="2958929">
                <a:moveTo>
                  <a:pt x="1000233" y="0"/>
                </a:moveTo>
                <a:lnTo>
                  <a:pt x="1000233" y="2782931"/>
                </a:lnTo>
                <a:lnTo>
                  <a:pt x="0" y="2958929"/>
                </a:lnTo>
                <a:lnTo>
                  <a:pt x="0" y="168899"/>
                </a:lnTo>
                <a:close/>
              </a:path>
            </a:pathLst>
          </a:custGeom>
        </p:spPr>
      </p:pic>
      <p:pic>
        <p:nvPicPr>
          <p:cNvPr id="35" name="Imagem 34" descr="Homem com uniforme e capacete&#10;&#10;Descrição gerada automaticamente">
            <a:extLst>
              <a:ext uri="{FF2B5EF4-FFF2-40B4-BE49-F238E27FC236}">
                <a16:creationId xmlns:a16="http://schemas.microsoft.com/office/drawing/2014/main" id="{9EE1197D-1988-6AE0-D907-09527DE2170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</a:blip>
          <a:srcRect l="22508" r="42709" b="5555"/>
          <a:stretch/>
        </p:blipFill>
        <p:spPr>
          <a:xfrm>
            <a:off x="8143767" y="3314309"/>
            <a:ext cx="1000233" cy="1829191"/>
          </a:xfrm>
          <a:custGeom>
            <a:avLst/>
            <a:gdLst>
              <a:gd name="connsiteX0" fmla="*/ 988196 w 1000233"/>
              <a:gd name="connsiteY0" fmla="*/ 0 h 1829191"/>
              <a:gd name="connsiteX1" fmla="*/ 1000233 w 1000233"/>
              <a:gd name="connsiteY1" fmla="*/ 0 h 1829191"/>
              <a:gd name="connsiteX2" fmla="*/ 1000233 w 1000233"/>
              <a:gd name="connsiteY2" fmla="*/ 1829191 h 1829191"/>
              <a:gd name="connsiteX3" fmla="*/ 0 w 1000233"/>
              <a:gd name="connsiteY3" fmla="*/ 1829191 h 1829191"/>
              <a:gd name="connsiteX4" fmla="*/ 0 w 1000233"/>
              <a:gd name="connsiteY4" fmla="*/ 173879 h 1829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233" h="1829191">
                <a:moveTo>
                  <a:pt x="988196" y="0"/>
                </a:moveTo>
                <a:lnTo>
                  <a:pt x="1000233" y="0"/>
                </a:lnTo>
                <a:lnTo>
                  <a:pt x="1000233" y="1829191"/>
                </a:lnTo>
                <a:lnTo>
                  <a:pt x="0" y="1829191"/>
                </a:lnTo>
                <a:lnTo>
                  <a:pt x="0" y="173879"/>
                </a:lnTo>
                <a:close/>
              </a:path>
            </a:pathLst>
          </a:custGeom>
        </p:spPr>
      </p:pic>
      <p:pic>
        <p:nvPicPr>
          <p:cNvPr id="36" name="object 5">
            <a:extLst>
              <a:ext uri="{FF2B5EF4-FFF2-40B4-BE49-F238E27FC236}">
                <a16:creationId xmlns:a16="http://schemas.microsoft.com/office/drawing/2014/main" id="{A0E2E495-51FC-C965-B16D-CA81F948A77F}"/>
              </a:ext>
            </a:extLst>
          </p:cNvPr>
          <p:cNvPicPr/>
          <p:nvPr/>
        </p:nvPicPr>
        <p:blipFill>
          <a:blip r:embed="rId6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93061" y="4066765"/>
            <a:ext cx="1349903" cy="550136"/>
          </a:xfrm>
          <a:prstGeom prst="rect">
            <a:avLst/>
          </a:prstGeom>
        </p:spPr>
      </p:pic>
      <p:pic>
        <p:nvPicPr>
          <p:cNvPr id="37" name="Imagem 36" descr="Uma imagem contendo pendurado, estante, fio, colorido&#10;&#10;Descrição gerada automaticamente">
            <a:extLst>
              <a:ext uri="{FF2B5EF4-FFF2-40B4-BE49-F238E27FC236}">
                <a16:creationId xmlns:a16="http://schemas.microsoft.com/office/drawing/2014/main" id="{B5BF7AFC-6005-AAF2-DC38-73F03183BCB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3" r="31386" b="36"/>
          <a:stretch>
            <a:fillRect/>
          </a:stretch>
        </p:blipFill>
        <p:spPr>
          <a:xfrm>
            <a:off x="4596687" y="602279"/>
            <a:ext cx="1328197" cy="2126274"/>
          </a:xfrm>
          <a:custGeom>
            <a:avLst/>
            <a:gdLst>
              <a:gd name="connsiteX0" fmla="*/ 0 w 1328197"/>
              <a:gd name="connsiteY0" fmla="*/ 0 h 2126274"/>
              <a:gd name="connsiteX1" fmla="*/ 3048 w 1328197"/>
              <a:gd name="connsiteY1" fmla="*/ 0 h 2126274"/>
              <a:gd name="connsiteX2" fmla="*/ 3048 w 1328197"/>
              <a:gd name="connsiteY2" fmla="*/ 251638 h 2126274"/>
              <a:gd name="connsiteX3" fmla="*/ 1328197 w 1328197"/>
              <a:gd name="connsiteY3" fmla="*/ 3178 h 2126274"/>
              <a:gd name="connsiteX4" fmla="*/ 1328197 w 1328197"/>
              <a:gd name="connsiteY4" fmla="*/ 1901996 h 2126274"/>
              <a:gd name="connsiteX5" fmla="*/ 0 w 1328197"/>
              <a:gd name="connsiteY5" fmla="*/ 2126274 h 212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8197" h="2126274">
                <a:moveTo>
                  <a:pt x="0" y="0"/>
                </a:moveTo>
                <a:lnTo>
                  <a:pt x="3048" y="0"/>
                </a:lnTo>
                <a:lnTo>
                  <a:pt x="3048" y="251638"/>
                </a:lnTo>
                <a:lnTo>
                  <a:pt x="1328197" y="3178"/>
                </a:lnTo>
                <a:lnTo>
                  <a:pt x="1328197" y="1901996"/>
                </a:lnTo>
                <a:lnTo>
                  <a:pt x="0" y="2126274"/>
                </a:lnTo>
                <a:close/>
              </a:path>
            </a:pathLst>
          </a:custGeom>
        </p:spPr>
      </p:pic>
      <p:pic>
        <p:nvPicPr>
          <p:cNvPr id="3" name="Imagem 2" descr="Suzano">
            <a:extLst>
              <a:ext uri="{FF2B5EF4-FFF2-40B4-BE49-F238E27FC236}">
                <a16:creationId xmlns:a16="http://schemas.microsoft.com/office/drawing/2014/main" id="{8B8063CF-2947-927E-D3DA-CFC3A8351A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" t="19515" r="35097" b="16621"/>
          <a:stretch/>
        </p:blipFill>
        <p:spPr bwMode="auto">
          <a:xfrm>
            <a:off x="6107264" y="1"/>
            <a:ext cx="1841501" cy="1179521"/>
          </a:xfrm>
          <a:custGeom>
            <a:avLst/>
            <a:gdLst>
              <a:gd name="connsiteX0" fmla="*/ 0 w 1770443"/>
              <a:gd name="connsiteY0" fmla="*/ 0 h 1134007"/>
              <a:gd name="connsiteX1" fmla="*/ 1770443 w 1770443"/>
              <a:gd name="connsiteY1" fmla="*/ 0 h 1134007"/>
              <a:gd name="connsiteX2" fmla="*/ 1770443 w 1770443"/>
              <a:gd name="connsiteY2" fmla="*/ 831850 h 1134007"/>
              <a:gd name="connsiteX3" fmla="*/ 0 w 1770443"/>
              <a:gd name="connsiteY3" fmla="*/ 1134007 h 1134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0443" h="1134007">
                <a:moveTo>
                  <a:pt x="0" y="0"/>
                </a:moveTo>
                <a:lnTo>
                  <a:pt x="1770443" y="0"/>
                </a:lnTo>
                <a:lnTo>
                  <a:pt x="1770443" y="831850"/>
                </a:lnTo>
                <a:lnTo>
                  <a:pt x="0" y="11340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B59FF089-D2A5-71D8-3884-26F0934C021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3" t="35657" r="24662" b="58368"/>
          <a:stretch>
            <a:fillRect/>
          </a:stretch>
        </p:blipFill>
        <p:spPr>
          <a:xfrm>
            <a:off x="8123195" y="1"/>
            <a:ext cx="1000233" cy="302935"/>
          </a:xfrm>
          <a:custGeom>
            <a:avLst/>
            <a:gdLst>
              <a:gd name="connsiteX0" fmla="*/ 0 w 1000233"/>
              <a:gd name="connsiteY0" fmla="*/ 0 h 302935"/>
              <a:gd name="connsiteX1" fmla="*/ 1000233 w 1000233"/>
              <a:gd name="connsiteY1" fmla="*/ 0 h 302935"/>
              <a:gd name="connsiteX2" fmla="*/ 1000233 w 1000233"/>
              <a:gd name="connsiteY2" fmla="*/ 134036 h 302935"/>
              <a:gd name="connsiteX3" fmla="*/ 0 w 1000233"/>
              <a:gd name="connsiteY3" fmla="*/ 302935 h 302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233" h="302935">
                <a:moveTo>
                  <a:pt x="0" y="0"/>
                </a:moveTo>
                <a:lnTo>
                  <a:pt x="1000233" y="0"/>
                </a:lnTo>
                <a:lnTo>
                  <a:pt x="1000233" y="134036"/>
                </a:lnTo>
                <a:lnTo>
                  <a:pt x="0" y="302935"/>
                </a:lnTo>
                <a:close/>
              </a:path>
            </a:pathLst>
          </a:cu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795B7F82-ABBE-A695-945D-369A41BCA711}"/>
              </a:ext>
            </a:extLst>
          </p:cNvPr>
          <p:cNvSpPr txBox="1">
            <a:spLocks/>
          </p:cNvSpPr>
          <p:nvPr/>
        </p:nvSpPr>
        <p:spPr>
          <a:xfrm>
            <a:off x="229573" y="2422090"/>
            <a:ext cx="4503294" cy="37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Suzano Text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uzano Text" panose="020B0604020202020204" pitchFamily="34" charset="0"/>
              <a:buNone/>
              <a:defRPr sz="15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uzano Text" panose="020B0604020202020204" pitchFamily="34" charset="0"/>
              <a:buNone/>
              <a:defRPr sz="135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uzano Text" panose="020B0604020202020204" pitchFamily="34" charset="0"/>
              <a:buNone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uzano Text" panose="020B0604020202020204" pitchFamily="34" charset="0"/>
              <a:buNone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uzano Text" panose="020B0604020202020204" pitchFamily="34" charset="0"/>
              <a:buNone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uzano Text" panose="020B0604020202020204" pitchFamily="34" charset="0"/>
              <a:buNone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uzano Text" panose="020B0604020202020204" pitchFamily="34" charset="0"/>
              <a:buNone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Suzano Text" panose="020B0604020202020204" pitchFamily="34" charset="0"/>
              <a:buNone/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500">
                <a:solidFill>
                  <a:schemeClr val="bg1"/>
                </a:solidFill>
              </a:rPr>
              <a:t> 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2731E3A6-7034-3A90-4742-14B3D0F112C1}"/>
              </a:ext>
            </a:extLst>
          </p:cNvPr>
          <p:cNvCxnSpPr>
            <a:cxnSpLocks/>
          </p:cNvCxnSpPr>
          <p:nvPr/>
        </p:nvCxnSpPr>
        <p:spPr>
          <a:xfrm>
            <a:off x="228704" y="2406675"/>
            <a:ext cx="3960000" cy="0"/>
          </a:xfrm>
          <a:prstGeom prst="line">
            <a:avLst/>
          </a:prstGeom>
          <a:ln>
            <a:solidFill>
              <a:srgbClr val="00C8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ubtítulo 2">
            <a:extLst>
              <a:ext uri="{FF2B5EF4-FFF2-40B4-BE49-F238E27FC236}">
                <a16:creationId xmlns:a16="http://schemas.microsoft.com/office/drawing/2014/main" id="{B4657C14-5CEC-E3ED-3CAE-3D453C32983C}"/>
              </a:ext>
            </a:extLst>
          </p:cNvPr>
          <p:cNvSpPr txBox="1">
            <a:spLocks/>
          </p:cNvSpPr>
          <p:nvPr/>
        </p:nvSpPr>
        <p:spPr>
          <a:xfrm>
            <a:off x="133223" y="2444297"/>
            <a:ext cx="4212981" cy="375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Suzano Text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XXXXXXXXXXXXXXXXXXXXX</a:t>
            </a:r>
          </a:p>
        </p:txBody>
      </p:sp>
      <p:sp>
        <p:nvSpPr>
          <p:cNvPr id="34" name="Subtítulo 2">
            <a:extLst>
              <a:ext uri="{FF2B5EF4-FFF2-40B4-BE49-F238E27FC236}">
                <a16:creationId xmlns:a16="http://schemas.microsoft.com/office/drawing/2014/main" id="{BA0A11BB-A323-78FC-B2D5-762C50C78786}"/>
              </a:ext>
            </a:extLst>
          </p:cNvPr>
          <p:cNvSpPr txBox="1">
            <a:spLocks/>
          </p:cNvSpPr>
          <p:nvPr/>
        </p:nvSpPr>
        <p:spPr>
          <a:xfrm>
            <a:off x="231814" y="2858704"/>
            <a:ext cx="4503294" cy="3750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171450" lvl="0" indent="-17145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uzano Text" panose="020B0604020202020204" pitchFamily="34" charset="0"/>
              <a:buNone/>
              <a:defRPr sz="1800" b="1" kern="1200">
                <a:solidFill>
                  <a:schemeClr val="accent2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514350" lvl="1" indent="-17145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Suzano Text" panose="020B0604020202020204" pitchFamily="34" charset="0"/>
              <a:buNone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857250" lvl="2" indent="-17145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Font typeface="Suzano Text" panose="020B0604020202020204" pitchFamily="34" charset="0"/>
              <a:buNone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3pPr>
            <a:lvl4pPr marL="1200150" lvl="3" indent="-17145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Suzano Text" panose="020B0604020202020204" pitchFamily="34" charset="0"/>
              <a:buNone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4pPr>
            <a:lvl5pPr marL="1543050" lvl="4" indent="-17145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Suzano Text" panose="020B0604020202020204" pitchFamily="34" charset="0"/>
              <a:buNone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1885950" lvl="5" indent="-17145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Suzano Text" panose="020B0604020202020204" pitchFamily="34" charset="0"/>
              <a:buNone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6pPr>
            <a:lvl7pPr marL="2228850" lvl="6" indent="-17145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Suzano Text" panose="020B0604020202020204" pitchFamily="34" charset="0"/>
              <a:buNone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7pPr>
            <a:lvl8pPr marL="2571750" lvl="7" indent="-17145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Suzano Text" panose="020B0604020202020204" pitchFamily="34" charset="0"/>
              <a:buNone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8pPr>
            <a:lvl9pPr marL="2914650" lvl="8" indent="-171450" algn="l" defTabSz="6858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800"/>
              </a:spcAft>
              <a:buClr>
                <a:schemeClr val="accent2"/>
              </a:buClr>
              <a:buSzPts val="2600"/>
              <a:buFont typeface="Suzano Text" panose="020B0604020202020204" pitchFamily="34" charset="0"/>
              <a:buNone/>
              <a:defRPr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SUPRIMENTOS – SERV. CORPORATIVOS</a:t>
            </a:r>
            <a:endParaRPr lang="pt-BR" sz="1500" dirty="0">
              <a:solidFill>
                <a:schemeClr val="bg1"/>
              </a:solidFill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D3B3B08-58B1-27FE-FE49-4DE6FCA8A5D4}"/>
              </a:ext>
            </a:extLst>
          </p:cNvPr>
          <p:cNvSpPr/>
          <p:nvPr/>
        </p:nvSpPr>
        <p:spPr>
          <a:xfrm>
            <a:off x="101132" y="1759237"/>
            <a:ext cx="4245072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3500" b="1" spc="50" dirty="0">
                <a:ln w="9525" cmpd="sng">
                  <a:solidFill>
                    <a:schemeClr val="bg1"/>
                  </a:solidFill>
                  <a:prstDash val="solid"/>
                </a:ln>
                <a:noFill/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COMITÊ TOOLKIT</a:t>
            </a:r>
          </a:p>
        </p:txBody>
      </p:sp>
    </p:spTree>
    <p:extLst>
      <p:ext uri="{BB962C8B-B14F-4D97-AF65-F5344CB8AC3E}">
        <p14:creationId xmlns:p14="http://schemas.microsoft.com/office/powerpoint/2010/main" val="142816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zano">
            <a:extLst>
              <a:ext uri="{FF2B5EF4-FFF2-40B4-BE49-F238E27FC236}">
                <a16:creationId xmlns:a16="http://schemas.microsoft.com/office/drawing/2014/main" id="{AA31FB7E-37A2-CB34-EFFF-5BA210D561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8" r="35097"/>
          <a:stretch/>
        </p:blipFill>
        <p:spPr bwMode="auto">
          <a:xfrm>
            <a:off x="4020327" y="0"/>
            <a:ext cx="51321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13;p29">
            <a:extLst>
              <a:ext uri="{FF2B5EF4-FFF2-40B4-BE49-F238E27FC236}">
                <a16:creationId xmlns:a16="http://schemas.microsoft.com/office/drawing/2014/main" id="{D959D1DA-B1A2-5EC8-4203-B9090010523E}"/>
              </a:ext>
            </a:extLst>
          </p:cNvPr>
          <p:cNvSpPr/>
          <p:nvPr/>
        </p:nvSpPr>
        <p:spPr>
          <a:xfrm>
            <a:off x="-1" y="0"/>
            <a:ext cx="4704737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83">
              <a:buClr>
                <a:srgbClr val="000000"/>
              </a:buClr>
              <a:buSzPts val="1400"/>
              <a:defRPr/>
            </a:pPr>
            <a:endParaRPr sz="1050" kern="0" dirty="0">
              <a:solidFill>
                <a:srgbClr val="000000"/>
              </a:solidFill>
              <a:latin typeface="Suzano Text"/>
              <a:ea typeface="Suzano Text"/>
              <a:cs typeface="Suzano Text"/>
              <a:sym typeface="Suzano Text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AE4B97-10F9-6BF9-C878-92D0C9BD337A}"/>
              </a:ext>
            </a:extLst>
          </p:cNvPr>
          <p:cNvSpPr txBox="1"/>
          <p:nvPr/>
        </p:nvSpPr>
        <p:spPr>
          <a:xfrm>
            <a:off x="168938" y="1486009"/>
            <a:ext cx="37955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defTabSz="685644">
              <a:defRPr/>
            </a:pPr>
            <a:r>
              <a:rPr lang="pt-BR" sz="3200" b="1" dirty="0">
                <a:solidFill>
                  <a:schemeClr val="bg1"/>
                </a:solidFill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ARMAZENAGEM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5EBCC8-ADCD-9783-229B-55ADB0F4A786}"/>
              </a:ext>
            </a:extLst>
          </p:cNvPr>
          <p:cNvSpPr txBox="1"/>
          <p:nvPr/>
        </p:nvSpPr>
        <p:spPr>
          <a:xfrm>
            <a:off x="168938" y="2099965"/>
            <a:ext cx="3975842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50" dirty="0">
                <a:solidFill>
                  <a:schemeClr val="bg1"/>
                </a:solidFill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ARMAZENAGEM E OPERAÇÃO LOGISTICA EM </a:t>
            </a:r>
          </a:p>
          <a:p>
            <a:r>
              <a:rPr lang="pt-BR" sz="1350" dirty="0">
                <a:solidFill>
                  <a:schemeClr val="bg1"/>
                </a:solidFill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SÃO JOSE DOS CAMPOS/SP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2E0549C-54B7-4C53-AB27-796FEF8B8E38}"/>
              </a:ext>
            </a:extLst>
          </p:cNvPr>
          <p:cNvGrpSpPr/>
          <p:nvPr/>
        </p:nvGrpSpPr>
        <p:grpSpPr>
          <a:xfrm>
            <a:off x="7221862" y="4393073"/>
            <a:ext cx="1802218" cy="645497"/>
            <a:chOff x="9356122" y="297150"/>
            <a:chExt cx="2402957" cy="860663"/>
          </a:xfrm>
        </p:grpSpPr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59FAFA07-6A75-B51D-F6AA-88EBDC8E25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267070" y="501698"/>
              <a:ext cx="492009" cy="451569"/>
            </a:xfrm>
            <a:prstGeom prst="rect">
              <a:avLst/>
            </a:prstGeom>
          </p:spPr>
        </p:pic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A3DB1A5A-E83A-9348-923C-E1D6BBE669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6122" y="297150"/>
              <a:ext cx="2044330" cy="8606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513F5D5B-C668-F926-9E44-D7D3B352DF26}"/>
              </a:ext>
            </a:extLst>
          </p:cNvPr>
          <p:cNvCxnSpPr>
            <a:cxnSpLocks/>
          </p:cNvCxnSpPr>
          <p:nvPr/>
        </p:nvCxnSpPr>
        <p:spPr>
          <a:xfrm>
            <a:off x="251383" y="2076882"/>
            <a:ext cx="3528000" cy="0"/>
          </a:xfrm>
          <a:prstGeom prst="line">
            <a:avLst/>
          </a:prstGeom>
          <a:ln>
            <a:solidFill>
              <a:srgbClr val="00C8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oogle Shape;217;p29">
            <a:extLst>
              <a:ext uri="{FF2B5EF4-FFF2-40B4-BE49-F238E27FC236}">
                <a16:creationId xmlns:a16="http://schemas.microsoft.com/office/drawing/2014/main" id="{CDCF37CC-54F7-DC08-30DE-597E057AC9F7}"/>
              </a:ext>
            </a:extLst>
          </p:cNvPr>
          <p:cNvGrpSpPr/>
          <p:nvPr/>
        </p:nvGrpSpPr>
        <p:grpSpPr>
          <a:xfrm rot="5400000">
            <a:off x="186718" y="1007415"/>
            <a:ext cx="400257" cy="225956"/>
            <a:chOff x="4756975" y="2341800"/>
            <a:chExt cx="91975" cy="51925"/>
          </a:xfrm>
          <a:solidFill>
            <a:srgbClr val="00C85A"/>
          </a:solidFill>
        </p:grpSpPr>
        <p:sp>
          <p:nvSpPr>
            <p:cNvPr id="2048" name="Google Shape;218;p29">
              <a:extLst>
                <a:ext uri="{FF2B5EF4-FFF2-40B4-BE49-F238E27FC236}">
                  <a16:creationId xmlns:a16="http://schemas.microsoft.com/office/drawing/2014/main" id="{CB78D735-C0D5-A01C-1457-22ABE43E4A7B}"/>
                </a:ext>
              </a:extLst>
            </p:cNvPr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49" name="Google Shape;219;p29">
              <a:extLst>
                <a:ext uri="{FF2B5EF4-FFF2-40B4-BE49-F238E27FC236}">
                  <a16:creationId xmlns:a16="http://schemas.microsoft.com/office/drawing/2014/main" id="{C5917420-A7E0-9C44-BBC5-1D3C8B5ECAFC}"/>
                </a:ext>
              </a:extLst>
            </p:cNvPr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1" name="Google Shape;220;p29">
              <a:extLst>
                <a:ext uri="{FF2B5EF4-FFF2-40B4-BE49-F238E27FC236}">
                  <a16:creationId xmlns:a16="http://schemas.microsoft.com/office/drawing/2014/main" id="{C649C728-2BA9-A9B7-EB30-A2D1ED6E6B6C}"/>
                </a:ext>
              </a:extLst>
            </p:cNvPr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2" name="Google Shape;221;p29">
              <a:extLst>
                <a:ext uri="{FF2B5EF4-FFF2-40B4-BE49-F238E27FC236}">
                  <a16:creationId xmlns:a16="http://schemas.microsoft.com/office/drawing/2014/main" id="{30718D1F-27F1-C73E-793A-D1461B8FFE67}"/>
                </a:ext>
              </a:extLst>
            </p:cNvPr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3" name="Google Shape;222;p29">
              <a:extLst>
                <a:ext uri="{FF2B5EF4-FFF2-40B4-BE49-F238E27FC236}">
                  <a16:creationId xmlns:a16="http://schemas.microsoft.com/office/drawing/2014/main" id="{0B52BD1D-D458-AB3F-3109-9A5829985B30}"/>
                </a:ext>
              </a:extLst>
            </p:cNvPr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4" name="Google Shape;223;p29">
              <a:extLst>
                <a:ext uri="{FF2B5EF4-FFF2-40B4-BE49-F238E27FC236}">
                  <a16:creationId xmlns:a16="http://schemas.microsoft.com/office/drawing/2014/main" id="{EE742425-D543-1D31-AFD2-FD90D4DACA26}"/>
                </a:ext>
              </a:extLst>
            </p:cNvPr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5" name="Google Shape;224;p29">
              <a:extLst>
                <a:ext uri="{FF2B5EF4-FFF2-40B4-BE49-F238E27FC236}">
                  <a16:creationId xmlns:a16="http://schemas.microsoft.com/office/drawing/2014/main" id="{6F49905B-FE35-3A87-3930-529738AA12A9}"/>
                </a:ext>
              </a:extLst>
            </p:cNvPr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6" name="Google Shape;225;p29">
              <a:extLst>
                <a:ext uri="{FF2B5EF4-FFF2-40B4-BE49-F238E27FC236}">
                  <a16:creationId xmlns:a16="http://schemas.microsoft.com/office/drawing/2014/main" id="{29788F38-D354-C52F-A2BB-C6523F9FD68C}"/>
                </a:ext>
              </a:extLst>
            </p:cNvPr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7" name="Google Shape;226;p29">
              <a:extLst>
                <a:ext uri="{FF2B5EF4-FFF2-40B4-BE49-F238E27FC236}">
                  <a16:creationId xmlns:a16="http://schemas.microsoft.com/office/drawing/2014/main" id="{E736FFCB-D1B3-C88F-3987-3800D260DA75}"/>
                </a:ext>
              </a:extLst>
            </p:cNvPr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8" name="Google Shape;227;p29">
              <a:extLst>
                <a:ext uri="{FF2B5EF4-FFF2-40B4-BE49-F238E27FC236}">
                  <a16:creationId xmlns:a16="http://schemas.microsoft.com/office/drawing/2014/main" id="{A251E2A7-E88C-9330-0953-8A0E55EFD39D}"/>
                </a:ext>
              </a:extLst>
            </p:cNvPr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59" name="Google Shape;228;p29">
              <a:extLst>
                <a:ext uri="{FF2B5EF4-FFF2-40B4-BE49-F238E27FC236}">
                  <a16:creationId xmlns:a16="http://schemas.microsoft.com/office/drawing/2014/main" id="{618F775E-67DA-3026-677F-982FFA1613A0}"/>
                </a:ext>
              </a:extLst>
            </p:cNvPr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0" name="Google Shape;229;p29">
              <a:extLst>
                <a:ext uri="{FF2B5EF4-FFF2-40B4-BE49-F238E27FC236}">
                  <a16:creationId xmlns:a16="http://schemas.microsoft.com/office/drawing/2014/main" id="{97BF50A4-FC87-E559-1532-EFDAF59315F9}"/>
                </a:ext>
              </a:extLst>
            </p:cNvPr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1" name="Google Shape;230;p29">
              <a:extLst>
                <a:ext uri="{FF2B5EF4-FFF2-40B4-BE49-F238E27FC236}">
                  <a16:creationId xmlns:a16="http://schemas.microsoft.com/office/drawing/2014/main" id="{988D7472-66E1-9159-F576-EE3967E84D1D}"/>
                </a:ext>
              </a:extLst>
            </p:cNvPr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2" name="Google Shape;231;p29">
              <a:extLst>
                <a:ext uri="{FF2B5EF4-FFF2-40B4-BE49-F238E27FC236}">
                  <a16:creationId xmlns:a16="http://schemas.microsoft.com/office/drawing/2014/main" id="{CCDE7C4A-84A1-DC6C-A48B-76FC2053A0CB}"/>
                </a:ext>
              </a:extLst>
            </p:cNvPr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3" name="Google Shape;232;p29">
              <a:extLst>
                <a:ext uri="{FF2B5EF4-FFF2-40B4-BE49-F238E27FC236}">
                  <a16:creationId xmlns:a16="http://schemas.microsoft.com/office/drawing/2014/main" id="{C0D9C4FD-E66A-8777-F740-03EA8161C9B1}"/>
                </a:ext>
              </a:extLst>
            </p:cNvPr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4" name="Google Shape;233;p29">
              <a:extLst>
                <a:ext uri="{FF2B5EF4-FFF2-40B4-BE49-F238E27FC236}">
                  <a16:creationId xmlns:a16="http://schemas.microsoft.com/office/drawing/2014/main" id="{C295583F-53D1-B29B-677F-2A725D38C696}"/>
                </a:ext>
              </a:extLst>
            </p:cNvPr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5" name="Google Shape;234;p29">
              <a:extLst>
                <a:ext uri="{FF2B5EF4-FFF2-40B4-BE49-F238E27FC236}">
                  <a16:creationId xmlns:a16="http://schemas.microsoft.com/office/drawing/2014/main" id="{FFFA25F6-8F74-6B79-EEBC-DBC8343BC058}"/>
                </a:ext>
              </a:extLst>
            </p:cNvPr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6" name="Google Shape;235;p29">
              <a:extLst>
                <a:ext uri="{FF2B5EF4-FFF2-40B4-BE49-F238E27FC236}">
                  <a16:creationId xmlns:a16="http://schemas.microsoft.com/office/drawing/2014/main" id="{A880DA99-E671-5D0C-1F5E-76E7A776F2CB}"/>
                </a:ext>
              </a:extLst>
            </p:cNvPr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7" name="Google Shape;236;p29">
              <a:extLst>
                <a:ext uri="{FF2B5EF4-FFF2-40B4-BE49-F238E27FC236}">
                  <a16:creationId xmlns:a16="http://schemas.microsoft.com/office/drawing/2014/main" id="{9218FE3C-5137-4662-DFD4-B62CF3B62941}"/>
                </a:ext>
              </a:extLst>
            </p:cNvPr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  <p:sp>
          <p:nvSpPr>
            <p:cNvPr id="2068" name="Google Shape;237;p29">
              <a:extLst>
                <a:ext uri="{FF2B5EF4-FFF2-40B4-BE49-F238E27FC236}">
                  <a16:creationId xmlns:a16="http://schemas.microsoft.com/office/drawing/2014/main" id="{0B4D1904-E420-94BA-CC91-3ECC53FDAC59}"/>
                </a:ext>
              </a:extLst>
            </p:cNvPr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 defTabSz="685814">
                <a:buClr>
                  <a:srgbClr val="000000"/>
                </a:buClr>
                <a:buSzPts val="1400"/>
                <a:defRPr/>
              </a:pPr>
              <a:endParaRPr sz="1050" kern="0">
                <a:solidFill>
                  <a:srgbClr val="000000"/>
                </a:solidFill>
                <a:latin typeface="Suzano Text"/>
                <a:ea typeface="Suzano Text"/>
                <a:cs typeface="Suzano Text"/>
                <a:sym typeface="Suzano Tex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1835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4E5F-6058-6543-ECE0-1A66E2F56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6D05C87-B942-9120-2720-00E47F11D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764375"/>
              </p:ext>
            </p:extLst>
          </p:nvPr>
        </p:nvGraphicFramePr>
        <p:xfrm>
          <a:off x="141545" y="1125747"/>
          <a:ext cx="4845695" cy="3879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5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0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146">
                <a:tc>
                  <a:txBody>
                    <a:bodyPr/>
                    <a:lstStyle/>
                    <a:p>
                      <a:pPr algn="l"/>
                      <a:endParaRPr lang="pt-BR" sz="1000" b="0" kern="1200" dirty="0">
                        <a:solidFill>
                          <a:srgbClr val="1932C8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b="1" kern="1200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RESUMO EXECUTIVO - INFORMAÇÕES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algn="l"/>
                      <a:r>
                        <a:rPr lang="pt-B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Categoria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CALDEIRARIA / EXTRAÇÃO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Descrição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kern="12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Pacote XXXXXXXXXXXXXXXXXXXXXXX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Demandante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INDÚSTRIA – EAB (22 UNIDADES)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MEC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ESTRATÉGICO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Fornecedor(es)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XXXXXXXXXXXXXXXXXX (Homologado)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Orçamento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 MM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Aprovação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1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 MM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Resultado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1" kern="1200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(-) R$ XX,XX MM (-XX%)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Input Orçamento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1" kern="1200" dirty="0">
                          <a:solidFill>
                            <a:schemeClr val="tx2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(-) R$ XX,XX MM (-XX%)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02298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Vigência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XXXXXXXXXXXX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Pagamento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 DDL BMS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Alojamento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– 40 HCs (Casa/Hotel)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77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1000" b="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Subcontratação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DF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(Descrever)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258627"/>
                  </a:ext>
                </a:extLst>
              </a:tr>
            </a:tbl>
          </a:graphicData>
        </a:graphic>
      </p:graphicFrame>
      <p:sp>
        <p:nvSpPr>
          <p:cNvPr id="8" name="Retângulo 7">
            <a:extLst>
              <a:ext uri="{FF2B5EF4-FFF2-40B4-BE49-F238E27FC236}">
                <a16:creationId xmlns:a16="http://schemas.microsoft.com/office/drawing/2014/main" id="{818D8B6E-BAE7-A181-608D-E0AD3CB5A753}"/>
              </a:ext>
            </a:extLst>
          </p:cNvPr>
          <p:cNvSpPr/>
          <p:nvPr/>
        </p:nvSpPr>
        <p:spPr>
          <a:xfrm>
            <a:off x="5072062" y="3128684"/>
            <a:ext cx="167065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RESULTADO (R$/MM)</a:t>
            </a:r>
            <a:endParaRPr lang="pt-BR" sz="105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383D7A-5BA0-6B87-B281-C0A6A21F2D32}"/>
              </a:ext>
            </a:extLst>
          </p:cNvPr>
          <p:cNvSpPr/>
          <p:nvPr/>
        </p:nvSpPr>
        <p:spPr>
          <a:xfrm>
            <a:off x="5072062" y="3061252"/>
            <a:ext cx="3930392" cy="194369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057526-6DC8-6B1D-6DCE-77332F6E6B7C}"/>
              </a:ext>
            </a:extLst>
          </p:cNvPr>
          <p:cNvSpPr/>
          <p:nvPr/>
        </p:nvSpPr>
        <p:spPr>
          <a:xfrm>
            <a:off x="5072062" y="1125746"/>
            <a:ext cx="3930392" cy="186394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CAADBAD-9F65-27BA-2428-903E020A67FB}"/>
              </a:ext>
            </a:extLst>
          </p:cNvPr>
          <p:cNvSpPr/>
          <p:nvPr/>
        </p:nvSpPr>
        <p:spPr>
          <a:xfrm>
            <a:off x="5072062" y="1139870"/>
            <a:ext cx="121058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</a:t>
            </a:r>
            <a:endParaRPr lang="pt-BR" sz="105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DBD5280-14CB-199D-41EF-F521EFEE1A4A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85B65DE-499A-B704-470C-288B3BADD9CB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DDCA147-05DF-61A7-59B2-A0B448AA3CC3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RESUMO EXECUTIVO - INFORMAÇÕES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9E7DB849-3DFB-353E-04BD-8254B7E01B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0939396"/>
              </p:ext>
            </p:extLst>
          </p:nvPr>
        </p:nvGraphicFramePr>
        <p:xfrm>
          <a:off x="5072063" y="3382600"/>
          <a:ext cx="3930392" cy="1622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6CCAD56E-E518-7BAF-6600-DB8BDF8DDC5D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72035E0-3C91-3901-BC30-54041A896B11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230F28C-9D88-7980-8689-DF273C9F96A5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751A34F-FDFB-CE2F-DC4B-5FC2FAF39C59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8ADA9CB-CBF6-36E6-229A-A342B2937530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1623D5B-14AD-0F19-86EA-7DE4971A1701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2CE07DD-AD0F-F89F-6C5D-E48606BAFB2E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8" name="object 5">
            <a:extLst>
              <a:ext uri="{FF2B5EF4-FFF2-40B4-BE49-F238E27FC236}">
                <a16:creationId xmlns:a16="http://schemas.microsoft.com/office/drawing/2014/main" id="{7FD48F3A-0332-2AB1-51FF-4FDCC37CCD7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E17FD985-AD20-C192-3F8D-DEF048C92B99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44B8E5F-B7DD-6E7D-314D-45DC488D1E31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A632014-CF1E-29FF-95C4-6C1EC994EABB}"/>
              </a:ext>
            </a:extLst>
          </p:cNvPr>
          <p:cNvSpPr/>
          <p:nvPr/>
        </p:nvSpPr>
        <p:spPr>
          <a:xfrm>
            <a:off x="5072062" y="1415465"/>
            <a:ext cx="1685077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  <a:p>
            <a:pPr marL="228600" indent="-228600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INFORMAÇÕES 1, 2, 3</a:t>
            </a:r>
          </a:p>
        </p:txBody>
      </p:sp>
    </p:spTree>
    <p:extLst>
      <p:ext uri="{BB962C8B-B14F-4D97-AF65-F5344CB8AC3E}">
        <p14:creationId xmlns:p14="http://schemas.microsoft.com/office/powerpoint/2010/main" val="3018674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7048-5713-8A98-FBED-3583F7AE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42723C2-FDDD-5335-AA4D-421B6DD662A9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B65173F-F3D8-F615-D8EA-B298B7D4FE82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EFB6F06-7CEC-D467-F297-A4E1E9D11901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D17DE69-533A-35C8-DC35-C00BE53B9804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4079732-F489-4BE2-F1FB-AEDB80AD2EFD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BAC65D9-6711-C54C-BD38-A74C8F8FC6B4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747452A-045E-717A-FC2C-9D8C0BEEC224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65159C-3843-D042-526D-21ACF4E44FB9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37ACD846-8008-3FCF-409B-ACA1478AF5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3DE9938E-7613-0369-512B-C4A71FE4AA46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2FABFC5-9A54-200D-7815-D4FD8A81FB8B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5594291-622F-9330-DA63-AA6EE36FBD8E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RESUMO EXECUTIVO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BABCBBE-A77E-5256-EF0E-37F3B7D7EAC2}"/>
              </a:ext>
            </a:extLst>
          </p:cNvPr>
          <p:cNvSpPr/>
          <p:nvPr/>
        </p:nvSpPr>
        <p:spPr>
          <a:xfrm>
            <a:off x="189222" y="1880477"/>
            <a:ext cx="8776104" cy="23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AB57110-EFB1-2106-4C29-DA0E5FC38BD2}"/>
              </a:ext>
            </a:extLst>
          </p:cNvPr>
          <p:cNvSpPr/>
          <p:nvPr/>
        </p:nvSpPr>
        <p:spPr>
          <a:xfrm>
            <a:off x="189221" y="2133927"/>
            <a:ext cx="8776105" cy="234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5149D42-FC55-2CE0-6EC8-FFAA5AE810BC}"/>
              </a:ext>
            </a:extLst>
          </p:cNvPr>
          <p:cNvSpPr/>
          <p:nvPr/>
        </p:nvSpPr>
        <p:spPr>
          <a:xfrm>
            <a:off x="189219" y="1880477"/>
            <a:ext cx="8172000" cy="23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9572769-EDC7-7AAD-7806-48C372037077}"/>
              </a:ext>
            </a:extLst>
          </p:cNvPr>
          <p:cNvSpPr/>
          <p:nvPr/>
        </p:nvSpPr>
        <p:spPr>
          <a:xfrm>
            <a:off x="189220" y="2133927"/>
            <a:ext cx="6480000" cy="23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87721B-BDCB-D518-C5E3-B1B43E421AD7}"/>
              </a:ext>
            </a:extLst>
          </p:cNvPr>
          <p:cNvSpPr txBox="1"/>
          <p:nvPr/>
        </p:nvSpPr>
        <p:spPr>
          <a:xfrm>
            <a:off x="181325" y="1881295"/>
            <a:ext cx="258664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AVANÇO ESCOPOS CONTRATADOS (QTD)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FB35CB5-1DFF-EB7A-30BB-DD7C6492E86D}"/>
              </a:ext>
            </a:extLst>
          </p:cNvPr>
          <p:cNvSpPr/>
          <p:nvPr/>
        </p:nvSpPr>
        <p:spPr>
          <a:xfrm>
            <a:off x="3216684" y="1877419"/>
            <a:ext cx="720000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68,21%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BB3CC7C6-4577-0966-C2B3-8B8851D46BD4}"/>
              </a:ext>
            </a:extLst>
          </p:cNvPr>
          <p:cNvSpPr/>
          <p:nvPr/>
        </p:nvSpPr>
        <p:spPr>
          <a:xfrm>
            <a:off x="4251146" y="2127060"/>
            <a:ext cx="720000" cy="2308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9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75,09%</a:t>
            </a:r>
          </a:p>
        </p:txBody>
      </p:sp>
      <p:graphicFrame>
        <p:nvGraphicFramePr>
          <p:cNvPr id="27" name="Tabela 2">
            <a:extLst>
              <a:ext uri="{FF2B5EF4-FFF2-40B4-BE49-F238E27FC236}">
                <a16:creationId xmlns:a16="http://schemas.microsoft.com/office/drawing/2014/main" id="{2ADA9C8A-B55E-CB08-C898-06C6349B29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5529"/>
              </p:ext>
            </p:extLst>
          </p:nvPr>
        </p:nvGraphicFramePr>
        <p:xfrm>
          <a:off x="181323" y="2384700"/>
          <a:ext cx="8784000" cy="2226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9481">
                  <a:extLst>
                    <a:ext uri="{9D8B030D-6E8A-4147-A177-3AD203B41FA5}">
                      <a16:colId xmlns:a16="http://schemas.microsoft.com/office/drawing/2014/main" val="3478754252"/>
                    </a:ext>
                  </a:extLst>
                </a:gridCol>
                <a:gridCol w="842617">
                  <a:extLst>
                    <a:ext uri="{9D8B030D-6E8A-4147-A177-3AD203B41FA5}">
                      <a16:colId xmlns:a16="http://schemas.microsoft.com/office/drawing/2014/main" val="819252533"/>
                    </a:ext>
                  </a:extLst>
                </a:gridCol>
                <a:gridCol w="945986">
                  <a:extLst>
                    <a:ext uri="{9D8B030D-6E8A-4147-A177-3AD203B41FA5}">
                      <a16:colId xmlns:a16="http://schemas.microsoft.com/office/drawing/2014/main" val="3079349907"/>
                    </a:ext>
                  </a:extLst>
                </a:gridCol>
                <a:gridCol w="945986">
                  <a:extLst>
                    <a:ext uri="{9D8B030D-6E8A-4147-A177-3AD203B41FA5}">
                      <a16:colId xmlns:a16="http://schemas.microsoft.com/office/drawing/2014/main" val="994006584"/>
                    </a:ext>
                  </a:extLst>
                </a:gridCol>
                <a:gridCol w="945986">
                  <a:extLst>
                    <a:ext uri="{9D8B030D-6E8A-4147-A177-3AD203B41FA5}">
                      <a16:colId xmlns:a16="http://schemas.microsoft.com/office/drawing/2014/main" val="3301953355"/>
                    </a:ext>
                  </a:extLst>
                </a:gridCol>
                <a:gridCol w="945986">
                  <a:extLst>
                    <a:ext uri="{9D8B030D-6E8A-4147-A177-3AD203B41FA5}">
                      <a16:colId xmlns:a16="http://schemas.microsoft.com/office/drawing/2014/main" val="323832821"/>
                    </a:ext>
                  </a:extLst>
                </a:gridCol>
                <a:gridCol w="945986">
                  <a:extLst>
                    <a:ext uri="{9D8B030D-6E8A-4147-A177-3AD203B41FA5}">
                      <a16:colId xmlns:a16="http://schemas.microsoft.com/office/drawing/2014/main" val="1043134555"/>
                    </a:ext>
                  </a:extLst>
                </a:gridCol>
                <a:gridCol w="945986">
                  <a:extLst>
                    <a:ext uri="{9D8B030D-6E8A-4147-A177-3AD203B41FA5}">
                      <a16:colId xmlns:a16="http://schemas.microsoft.com/office/drawing/2014/main" val="3953565153"/>
                    </a:ext>
                  </a:extLst>
                </a:gridCol>
                <a:gridCol w="945986">
                  <a:extLst>
                    <a:ext uri="{9D8B030D-6E8A-4147-A177-3AD203B41FA5}">
                      <a16:colId xmlns:a16="http://schemas.microsoft.com/office/drawing/2014/main" val="3456564751"/>
                    </a:ext>
                  </a:extLst>
                </a:gridCol>
              </a:tblGrid>
              <a:tr h="389008"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ONDA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ONDA 1</a:t>
                      </a:r>
                    </a:p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FABRICAÇÃO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ONDA 1  </a:t>
                      </a:r>
                    </a:p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SERVIÇOS </a:t>
                      </a:r>
                    </a:p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 e NP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ONDA 2</a:t>
                      </a:r>
                    </a:p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CALDEIRARIA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PACOTE BARRA</a:t>
                      </a:r>
                    </a:p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(2, 4 e 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ONDA 4</a:t>
                      </a:r>
                    </a:p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PRÉ-WORK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ONDA 5</a:t>
                      </a:r>
                    </a:p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ANTECIPAÇÃO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ONDA 4.1</a:t>
                      </a:r>
                    </a:p>
                    <a:p>
                      <a:pPr algn="ctr"/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PRÉ-WORK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ONDA 5</a:t>
                      </a:r>
                    </a:p>
                    <a:p>
                      <a:pPr marL="0" marR="0" lvl="0" indent="0" algn="ctr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700" b="1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RISCOS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774775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algn="l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BUDGET (R$/MM)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R$ 41,20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R$ 110,44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R$ 59,84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R$ 32,97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R$ 13,74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R$ 0,37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R$ 15,33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R$ 58,30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912144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algn="l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FECHAMENTO (R$/MM)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R$ 34,59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R$ 107,83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R$ 55,02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R$ 38,77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R$ 12,88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R$ 0,36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TBD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b="1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TBD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656684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algn="l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FABRICAÇÃO (R$/MM)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R$ 41,20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44619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algn="l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PRESSÃO (R$/MM)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pt-BR" sz="7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pt-BR" sz="7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820901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 PRESSÃO (R$/MM)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pt-BR" sz="7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pt-BR" sz="7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5438637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algn="l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CALDEIRARIA (R$/MM)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R$ 55,02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R$ 38,77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R$ 12,87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R$ 0,36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R$ 15,33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R$ 58,30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457420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algn="l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BIOPARQUES  (QTD)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157358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algn="l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ESCOPOS  (QTD)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4635005"/>
                  </a:ext>
                </a:extLst>
              </a:tr>
              <a:tr h="2017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COMITÊ (DATA)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29/07 e 12/08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09/09 à 30/09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30/9 à 28/10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11/11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11/11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11/11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18/11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25/11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123926"/>
                  </a:ext>
                </a:extLst>
              </a:tr>
            </a:tbl>
          </a:graphicData>
        </a:graphic>
      </p:graphicFrame>
      <p:sp>
        <p:nvSpPr>
          <p:cNvPr id="28" name="Retângulo 27">
            <a:extLst>
              <a:ext uri="{FF2B5EF4-FFF2-40B4-BE49-F238E27FC236}">
                <a16:creationId xmlns:a16="http://schemas.microsoft.com/office/drawing/2014/main" id="{E3FD326C-337F-9CF1-5E9E-E88F4D6EDFD7}"/>
              </a:ext>
            </a:extLst>
          </p:cNvPr>
          <p:cNvSpPr/>
          <p:nvPr/>
        </p:nvSpPr>
        <p:spPr>
          <a:xfrm>
            <a:off x="2701325" y="1466412"/>
            <a:ext cx="1224000" cy="360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R$ 51,64 MM 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41AEA6C-0208-78BC-F49C-A31BC7F2A7F8}"/>
              </a:ext>
            </a:extLst>
          </p:cNvPr>
          <p:cNvSpPr/>
          <p:nvPr/>
        </p:nvSpPr>
        <p:spPr>
          <a:xfrm>
            <a:off x="3898973" y="1105200"/>
            <a:ext cx="118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Resultado Pacote em Aprovação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913DA9B-8891-E280-79D7-318A432E15E6}"/>
              </a:ext>
            </a:extLst>
          </p:cNvPr>
          <p:cNvSpPr/>
          <p:nvPr/>
        </p:nvSpPr>
        <p:spPr>
          <a:xfrm>
            <a:off x="2617286" y="1105200"/>
            <a:ext cx="118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Pacote em </a:t>
            </a:r>
          </a:p>
          <a:p>
            <a:r>
              <a:rPr lang="pt-BR" sz="9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Aprovação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222645A0-1B8B-CBA7-7935-E02E41DE3FF9}"/>
              </a:ext>
            </a:extLst>
          </p:cNvPr>
          <p:cNvSpPr/>
          <p:nvPr/>
        </p:nvSpPr>
        <p:spPr>
          <a:xfrm>
            <a:off x="3961325" y="1466412"/>
            <a:ext cx="1224000" cy="360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R$ 4,93 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E070870-8E11-82D2-35A2-0178EF383ED8}"/>
              </a:ext>
            </a:extLst>
          </p:cNvPr>
          <p:cNvSpPr/>
          <p:nvPr/>
        </p:nvSpPr>
        <p:spPr>
          <a:xfrm>
            <a:off x="5221325" y="1466412"/>
            <a:ext cx="1224000" cy="360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R$ 258,56 MM 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386D85E7-4EEA-17FC-A7BC-BB9DE127257F}"/>
              </a:ext>
            </a:extLst>
          </p:cNvPr>
          <p:cNvSpPr/>
          <p:nvPr/>
        </p:nvSpPr>
        <p:spPr>
          <a:xfrm>
            <a:off x="7741326" y="1466412"/>
            <a:ext cx="1224000" cy="360000"/>
          </a:xfrm>
          <a:prstGeom prst="rect">
            <a:avLst/>
          </a:prstGeom>
          <a:solidFill>
            <a:schemeClr val="tx2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R$ 9,11 MM </a:t>
            </a:r>
          </a:p>
        </p:txBody>
      </p:sp>
      <p:sp>
        <p:nvSpPr>
          <p:cNvPr id="102" name="Retângulo 101">
            <a:extLst>
              <a:ext uri="{FF2B5EF4-FFF2-40B4-BE49-F238E27FC236}">
                <a16:creationId xmlns:a16="http://schemas.microsoft.com/office/drawing/2014/main" id="{A0473E5F-F324-D458-DAC6-E06DDC57310A}"/>
              </a:ext>
            </a:extLst>
          </p:cNvPr>
          <p:cNvSpPr/>
          <p:nvPr/>
        </p:nvSpPr>
        <p:spPr>
          <a:xfrm>
            <a:off x="5143185" y="1105200"/>
            <a:ext cx="11646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Budget Total Contratado</a:t>
            </a:r>
          </a:p>
        </p:txBody>
      </p:sp>
      <p:sp>
        <p:nvSpPr>
          <p:cNvPr id="105" name="Retângulo 104">
            <a:extLst>
              <a:ext uri="{FF2B5EF4-FFF2-40B4-BE49-F238E27FC236}">
                <a16:creationId xmlns:a16="http://schemas.microsoft.com/office/drawing/2014/main" id="{86FB7B26-0253-0050-C3C9-F30BA1AA713F}"/>
              </a:ext>
            </a:extLst>
          </p:cNvPr>
          <p:cNvSpPr/>
          <p:nvPr/>
        </p:nvSpPr>
        <p:spPr>
          <a:xfrm>
            <a:off x="7683243" y="1105200"/>
            <a:ext cx="11879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Resultado Total</a:t>
            </a:r>
          </a:p>
          <a:p>
            <a:r>
              <a:rPr lang="pt-BR" sz="9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Acumulado</a:t>
            </a:r>
          </a:p>
        </p:txBody>
      </p:sp>
      <p:sp>
        <p:nvSpPr>
          <p:cNvPr id="106" name="Retângulo 105">
            <a:extLst>
              <a:ext uri="{FF2B5EF4-FFF2-40B4-BE49-F238E27FC236}">
                <a16:creationId xmlns:a16="http://schemas.microsoft.com/office/drawing/2014/main" id="{E85C4BAE-9089-36F5-56D7-408ED545101C}"/>
              </a:ext>
            </a:extLst>
          </p:cNvPr>
          <p:cNvSpPr/>
          <p:nvPr/>
        </p:nvSpPr>
        <p:spPr>
          <a:xfrm>
            <a:off x="6481325" y="1466412"/>
            <a:ext cx="1224000" cy="360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R$ 249,45 MM </a:t>
            </a:r>
          </a:p>
        </p:txBody>
      </p:sp>
      <p:sp>
        <p:nvSpPr>
          <p:cNvPr id="107" name="Retângulo 106">
            <a:extLst>
              <a:ext uri="{FF2B5EF4-FFF2-40B4-BE49-F238E27FC236}">
                <a16:creationId xmlns:a16="http://schemas.microsoft.com/office/drawing/2014/main" id="{69F74CF2-EA1E-4E40-8E71-DAAB8E43811E}"/>
              </a:ext>
            </a:extLst>
          </p:cNvPr>
          <p:cNvSpPr/>
          <p:nvPr/>
        </p:nvSpPr>
        <p:spPr>
          <a:xfrm>
            <a:off x="6401553" y="1105200"/>
            <a:ext cx="13029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Pacote Total</a:t>
            </a:r>
          </a:p>
          <a:p>
            <a:r>
              <a:rPr lang="pt-BR" sz="90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Contratado</a:t>
            </a:r>
          </a:p>
        </p:txBody>
      </p:sp>
      <p:sp>
        <p:nvSpPr>
          <p:cNvPr id="108" name="Retângulo 107">
            <a:extLst>
              <a:ext uri="{FF2B5EF4-FFF2-40B4-BE49-F238E27FC236}">
                <a16:creationId xmlns:a16="http://schemas.microsoft.com/office/drawing/2014/main" id="{3BC1BE23-87D8-F159-445C-1AF16970DFD6}"/>
              </a:ext>
            </a:extLst>
          </p:cNvPr>
          <p:cNvSpPr/>
          <p:nvPr/>
        </p:nvSpPr>
        <p:spPr>
          <a:xfrm>
            <a:off x="181325" y="1466412"/>
            <a:ext cx="1224000" cy="360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R$ 332,19 MM </a:t>
            </a:r>
          </a:p>
        </p:txBody>
      </p:sp>
      <p:sp>
        <p:nvSpPr>
          <p:cNvPr id="109" name="Retângulo 108">
            <a:extLst>
              <a:ext uri="{FF2B5EF4-FFF2-40B4-BE49-F238E27FC236}">
                <a16:creationId xmlns:a16="http://schemas.microsoft.com/office/drawing/2014/main" id="{B32297FD-2CB2-C518-AA79-046136F5D6D3}"/>
              </a:ext>
            </a:extLst>
          </p:cNvPr>
          <p:cNvSpPr/>
          <p:nvPr/>
        </p:nvSpPr>
        <p:spPr>
          <a:xfrm>
            <a:off x="1380569" y="1105200"/>
            <a:ext cx="118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Budget Pacote     em Aprovação</a:t>
            </a:r>
          </a:p>
        </p:txBody>
      </p:sp>
      <p:sp>
        <p:nvSpPr>
          <p:cNvPr id="110" name="Retângulo 109">
            <a:extLst>
              <a:ext uri="{FF2B5EF4-FFF2-40B4-BE49-F238E27FC236}">
                <a16:creationId xmlns:a16="http://schemas.microsoft.com/office/drawing/2014/main" id="{9FD8AD89-C063-E5C4-A595-8C81B340B07D}"/>
              </a:ext>
            </a:extLst>
          </p:cNvPr>
          <p:cNvSpPr/>
          <p:nvPr/>
        </p:nvSpPr>
        <p:spPr>
          <a:xfrm>
            <a:off x="136357" y="1105200"/>
            <a:ext cx="118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Pacote Ondas Aprovação Total</a:t>
            </a:r>
          </a:p>
        </p:txBody>
      </p:sp>
      <p:sp>
        <p:nvSpPr>
          <p:cNvPr id="111" name="Retângulo 110">
            <a:extLst>
              <a:ext uri="{FF2B5EF4-FFF2-40B4-BE49-F238E27FC236}">
                <a16:creationId xmlns:a16="http://schemas.microsoft.com/office/drawing/2014/main" id="{EB395475-25BA-E64D-3E9B-0411B10064D5}"/>
              </a:ext>
            </a:extLst>
          </p:cNvPr>
          <p:cNvSpPr/>
          <p:nvPr/>
        </p:nvSpPr>
        <p:spPr>
          <a:xfrm>
            <a:off x="1441325" y="1466412"/>
            <a:ext cx="1224000" cy="3600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R$ 46,71 MM 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D48DE63D-83DA-4428-FA74-156D60472DD1}"/>
              </a:ext>
            </a:extLst>
          </p:cNvPr>
          <p:cNvSpPr txBox="1"/>
          <p:nvPr/>
        </p:nvSpPr>
        <p:spPr>
          <a:xfrm>
            <a:off x="181325" y="2137892"/>
            <a:ext cx="2665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AVANÇO VALOR BUDGET </a:t>
            </a:r>
          </a:p>
        </p:txBody>
      </p:sp>
      <p:sp>
        <p:nvSpPr>
          <p:cNvPr id="113" name="Retângulo 112">
            <a:extLst>
              <a:ext uri="{FF2B5EF4-FFF2-40B4-BE49-F238E27FC236}">
                <a16:creationId xmlns:a16="http://schemas.microsoft.com/office/drawing/2014/main" id="{2C0AE7A2-ABAA-DA96-D49A-8AB8B7039480}"/>
              </a:ext>
            </a:extLst>
          </p:cNvPr>
          <p:cNvSpPr/>
          <p:nvPr/>
        </p:nvSpPr>
        <p:spPr>
          <a:xfrm>
            <a:off x="120040" y="4745944"/>
            <a:ext cx="3685246" cy="276999"/>
          </a:xfrm>
          <a:prstGeom prst="rect">
            <a:avLst/>
          </a:prstGeom>
        </p:spPr>
        <p:txBody>
          <a:bodyPr wrap="square" numCol="1">
            <a:spAutoFit/>
          </a:bodyPr>
          <a:lstStyle/>
          <a:p>
            <a:r>
              <a:rPr lang="pt-BR" sz="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FABR PR </a:t>
            </a:r>
            <a:r>
              <a:rPr lang="pt-BR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 Incluso ONDA1.FAB.PSO.0 213no fechamento – Fornecedor exclusivo ENGEVAP </a:t>
            </a:r>
          </a:p>
          <a:p>
            <a:r>
              <a:rPr lang="pt-BR" sz="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SERVIÇOS PR</a:t>
            </a:r>
            <a:r>
              <a:rPr lang="pt-BR" sz="6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Incluso ONDA1.SNP.ZAN.0108 no fechamento - Negociado em caráter de urgência </a:t>
            </a:r>
          </a:p>
        </p:txBody>
      </p:sp>
      <p:pic>
        <p:nvPicPr>
          <p:cNvPr id="114" name="Gráfico 113" descr="Selo Tick1 com preenchimento sólido">
            <a:extLst>
              <a:ext uri="{FF2B5EF4-FFF2-40B4-BE49-F238E27FC236}">
                <a16:creationId xmlns:a16="http://schemas.microsoft.com/office/drawing/2014/main" id="{0BE9792C-0F2C-62CE-9494-D520B93E72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4990" y="2398013"/>
            <a:ext cx="144000" cy="144000"/>
          </a:xfrm>
          <a:prstGeom prst="rect">
            <a:avLst/>
          </a:prstGeom>
        </p:spPr>
      </p:pic>
      <p:pic>
        <p:nvPicPr>
          <p:cNvPr id="115" name="Gráfico 114" descr="Selo Tick1 com preenchimento sólido">
            <a:extLst>
              <a:ext uri="{FF2B5EF4-FFF2-40B4-BE49-F238E27FC236}">
                <a16:creationId xmlns:a16="http://schemas.microsoft.com/office/drawing/2014/main" id="{A937ED1F-35F9-41D2-4EFE-06F125AC09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9286" y="2398013"/>
            <a:ext cx="144000" cy="144000"/>
          </a:xfrm>
          <a:prstGeom prst="rect">
            <a:avLst/>
          </a:prstGeom>
        </p:spPr>
      </p:pic>
      <p:pic>
        <p:nvPicPr>
          <p:cNvPr id="116" name="Gráfico 115" descr="Selo Tick1 com preenchimento sólido">
            <a:extLst>
              <a:ext uri="{FF2B5EF4-FFF2-40B4-BE49-F238E27FC236}">
                <a16:creationId xmlns:a16="http://schemas.microsoft.com/office/drawing/2014/main" id="{901842D8-B97B-7EF4-1FEE-BF004C15D7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7232" y="2398013"/>
            <a:ext cx="144000" cy="144000"/>
          </a:xfrm>
          <a:prstGeom prst="rect">
            <a:avLst/>
          </a:prstGeom>
        </p:spPr>
      </p:pic>
      <p:pic>
        <p:nvPicPr>
          <p:cNvPr id="117" name="Gráfico 116" descr="Selo Tick1 com preenchimento sólido">
            <a:extLst>
              <a:ext uri="{FF2B5EF4-FFF2-40B4-BE49-F238E27FC236}">
                <a16:creationId xmlns:a16="http://schemas.microsoft.com/office/drawing/2014/main" id="{2D347C3F-EFFB-60FB-E81D-89028C34B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5178" y="2398013"/>
            <a:ext cx="144000" cy="144000"/>
          </a:xfrm>
          <a:prstGeom prst="rect">
            <a:avLst/>
          </a:prstGeom>
        </p:spPr>
      </p:pic>
      <p:pic>
        <p:nvPicPr>
          <p:cNvPr id="118" name="Gráfico 117" descr="Selo Tick1 com preenchimento sólido">
            <a:extLst>
              <a:ext uri="{FF2B5EF4-FFF2-40B4-BE49-F238E27FC236}">
                <a16:creationId xmlns:a16="http://schemas.microsoft.com/office/drawing/2014/main" id="{4E2C12C3-90D0-D289-3FB7-3FD9A296F0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0304" y="2398013"/>
            <a:ext cx="144000" cy="144000"/>
          </a:xfrm>
          <a:prstGeom prst="rect">
            <a:avLst/>
          </a:prstGeom>
        </p:spPr>
      </p:pic>
      <p:pic>
        <p:nvPicPr>
          <p:cNvPr id="119" name="Gráfico 118" descr="Selo Tick1 com preenchimento sólido">
            <a:extLst>
              <a:ext uri="{FF2B5EF4-FFF2-40B4-BE49-F238E27FC236}">
                <a16:creationId xmlns:a16="http://schemas.microsoft.com/office/drawing/2014/main" id="{569E8DC5-E0ED-C3AB-ACBA-BEFF94FCF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9043" y="2398013"/>
            <a:ext cx="144000" cy="144000"/>
          </a:xfrm>
          <a:prstGeom prst="rect">
            <a:avLst/>
          </a:prstGeom>
        </p:spPr>
      </p:pic>
      <p:pic>
        <p:nvPicPr>
          <p:cNvPr id="120" name="Gráfico 119" descr="Selo Tick1 com preenchimento sólido">
            <a:extLst>
              <a:ext uri="{FF2B5EF4-FFF2-40B4-BE49-F238E27FC236}">
                <a16:creationId xmlns:a16="http://schemas.microsoft.com/office/drawing/2014/main" id="{F08159F1-B6A4-3EE3-B51D-4F24763213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9371" y="2398013"/>
            <a:ext cx="144000" cy="144000"/>
          </a:xfrm>
          <a:prstGeom prst="rect">
            <a:avLst/>
          </a:prstGeom>
        </p:spPr>
      </p:pic>
      <p:pic>
        <p:nvPicPr>
          <p:cNvPr id="121" name="Gráfico 120" descr="Selo Tick1 com preenchimento sólido">
            <a:extLst>
              <a:ext uri="{FF2B5EF4-FFF2-40B4-BE49-F238E27FC236}">
                <a16:creationId xmlns:a16="http://schemas.microsoft.com/office/drawing/2014/main" id="{C9062468-67C4-FA1E-C703-BF0B0E9FC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2908" y="2398013"/>
            <a:ext cx="144000" cy="144000"/>
          </a:xfrm>
          <a:prstGeom prst="rect">
            <a:avLst/>
          </a:prstGeom>
        </p:spPr>
      </p:pic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4894AA1F-6DF2-A391-089F-A69E5B15972B}"/>
              </a:ext>
            </a:extLst>
          </p:cNvPr>
          <p:cNvSpPr txBox="1"/>
          <p:nvPr/>
        </p:nvSpPr>
        <p:spPr>
          <a:xfrm>
            <a:off x="5193458" y="4745944"/>
            <a:ext cx="3771865" cy="276999"/>
          </a:xfrm>
          <a:prstGeom prst="rect">
            <a:avLst/>
          </a:prstGeom>
        </p:spPr>
        <p:txBody>
          <a:bodyPr wrap="square" numCol="1">
            <a:spAutoFit/>
          </a:bodyPr>
          <a:lstStyle>
            <a:defPPr>
              <a:defRPr lang="pt-BR"/>
            </a:defPPr>
            <a:lvl1pPr>
              <a:defRPr sz="600" b="1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BR" dirty="0"/>
              <a:t>ONDA 2 = </a:t>
            </a:r>
            <a:r>
              <a:rPr lang="pt-BR" b="0" dirty="0"/>
              <a:t>Cancelados ONDA2.SNP.SCA.0548 e ONDA2.SNR.SCA.0443 (SCA)</a:t>
            </a:r>
          </a:p>
          <a:p>
            <a:r>
              <a:rPr lang="pt-BR" dirty="0"/>
              <a:t>ONDA 5 = </a:t>
            </a:r>
            <a:r>
              <a:rPr lang="pt-BR" b="0" dirty="0"/>
              <a:t>Cancelado ONDA5.SNP.BAR.985 - ETAR (BAR)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785D2B6-4A99-8C6A-FE75-7E00C8E2C512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74233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DA6BF-56F7-B365-4789-B867940A0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5054AE04-6B44-9AA2-5CF2-07D8CE7708AE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535C41D-A1D3-0BEB-FA7C-98AA363002BD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8F6826D-2E15-632B-71C7-84D4B964C7BA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SOBRE A CATEGORIA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C60882C-3DE0-52F8-8EF3-60DD63667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181" b="92683" l="9955" r="89970">
                        <a14:foregroundMark x1="19759" y1="40070" x2="19759" y2="40070"/>
                        <a14:foregroundMark x1="20513" y1="40883" x2="18100" y2="44135"/>
                        <a14:foregroundMark x1="42157" y1="88850" x2="45249" y2="92683"/>
                        <a14:foregroundMark x1="63424" y1="7549" x2="60332" y2="4181"/>
                      </a14:backgroundRemoval>
                    </a14:imgEffect>
                  </a14:imgLayer>
                </a14:imgProps>
              </a:ext>
            </a:extLst>
          </a:blip>
          <a:srcRect l="7267" r="13438" b="1422"/>
          <a:stretch/>
        </p:blipFill>
        <p:spPr>
          <a:xfrm>
            <a:off x="207353" y="1245199"/>
            <a:ext cx="2524053" cy="2037515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CA97F5F-31B8-4949-2A07-685EEBAC0E2A}"/>
              </a:ext>
            </a:extLst>
          </p:cNvPr>
          <p:cNvSpPr/>
          <p:nvPr/>
        </p:nvSpPr>
        <p:spPr>
          <a:xfrm>
            <a:off x="5470183" y="1096965"/>
            <a:ext cx="3526423" cy="225552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C443778-817E-5131-FD2D-C8EEABA8BDBE}"/>
              </a:ext>
            </a:extLst>
          </p:cNvPr>
          <p:cNvSpPr/>
          <p:nvPr/>
        </p:nvSpPr>
        <p:spPr>
          <a:xfrm>
            <a:off x="124648" y="3412122"/>
            <a:ext cx="5306007" cy="81628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C9E1401-E3E9-506D-7915-6B1BFE4D0859}"/>
              </a:ext>
            </a:extLst>
          </p:cNvPr>
          <p:cNvSpPr/>
          <p:nvPr/>
        </p:nvSpPr>
        <p:spPr>
          <a:xfrm>
            <a:off x="2793231" y="1096966"/>
            <a:ext cx="2632710" cy="225553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DFBFE01-AD71-5955-2328-EED74CB34A11}"/>
              </a:ext>
            </a:extLst>
          </p:cNvPr>
          <p:cNvSpPr/>
          <p:nvPr/>
        </p:nvSpPr>
        <p:spPr>
          <a:xfrm>
            <a:off x="124648" y="1096966"/>
            <a:ext cx="2624341" cy="225553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E198FA2-A968-EF79-BA9A-C76225681670}"/>
              </a:ext>
            </a:extLst>
          </p:cNvPr>
          <p:cNvSpPr/>
          <p:nvPr/>
        </p:nvSpPr>
        <p:spPr>
          <a:xfrm>
            <a:off x="5477679" y="3472034"/>
            <a:ext cx="3347326" cy="1424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CONCEITOS:</a:t>
            </a:r>
          </a:p>
          <a:p>
            <a:endParaRPr lang="pt-BR" sz="450" b="1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ts val="1350"/>
              </a:lnSpc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Titular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Peças que serão utilizadas na safra vigente.</a:t>
            </a:r>
          </a:p>
          <a:p>
            <a:pPr>
              <a:lnSpc>
                <a:spcPts val="1350"/>
              </a:lnSpc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Linear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Peças que serão utilizadas na próxima safra.</a:t>
            </a:r>
          </a:p>
          <a:p>
            <a:pPr>
              <a:lnSpc>
                <a:spcPts val="1350"/>
              </a:lnSpc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Barra Forjada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Material bruto, que será usinado.</a:t>
            </a:r>
          </a:p>
          <a:p>
            <a:pPr>
              <a:lnSpc>
                <a:spcPts val="1350"/>
              </a:lnSpc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Usinagem de Eixo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processo industrialização para atingir medidas e formas necessárias. </a:t>
            </a:r>
          </a:p>
          <a:p>
            <a:pPr>
              <a:lnSpc>
                <a:spcPts val="1350"/>
              </a:lnSpc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Eixo Usinado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peças acabadas e prontas.</a:t>
            </a:r>
          </a:p>
          <a:p>
            <a:endParaRPr lang="pt-BR" sz="100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9FEF11F-A8B6-5D4B-0B13-36B55304D14C}"/>
              </a:ext>
            </a:extLst>
          </p:cNvPr>
          <p:cNvSpPr/>
          <p:nvPr/>
        </p:nvSpPr>
        <p:spPr>
          <a:xfrm>
            <a:off x="5533047" y="1147388"/>
            <a:ext cx="3400694" cy="21878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SUBCATEGORIAS/DETALHAMENTO:</a:t>
            </a:r>
          </a:p>
          <a:p>
            <a:endParaRPr lang="pt-BR" sz="1000" b="1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Castelo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Bagaceira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Cabeçote Lateral de Entrada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Cabeçote Lateral de Saída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Rolos Inferiores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Rolo de Pressão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Rolos Superiores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Cabeçote Hidráulica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Pente Inferior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Pente Superior</a:t>
            </a:r>
          </a:p>
          <a:p>
            <a:pPr marL="257175" indent="-257175">
              <a:buFont typeface="+mj-lt"/>
              <a:buAutoNum type="arabicPeriod"/>
            </a:pPr>
            <a:r>
              <a:rPr lang="pt-BR" sz="1000" b="1" dirty="0">
                <a:solidFill>
                  <a:schemeClr val="accent1"/>
                </a:solidFill>
                <a:highlight>
                  <a:srgbClr val="00FFFF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Eixo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20B5206E-69EB-B342-D730-9E69FD3EF373}"/>
              </a:ext>
            </a:extLst>
          </p:cNvPr>
          <p:cNvSpPr/>
          <p:nvPr/>
        </p:nvSpPr>
        <p:spPr>
          <a:xfrm>
            <a:off x="5470184" y="3412122"/>
            <a:ext cx="3526420" cy="161219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15BBAC55-A75B-B53C-3929-F3515510130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41" t="-6886" r="3449" b="-6326"/>
          <a:stretch/>
        </p:blipFill>
        <p:spPr>
          <a:xfrm>
            <a:off x="2811852" y="1159355"/>
            <a:ext cx="2632710" cy="2198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9192553A-C6E2-D9C5-6A2F-BA03C94ED49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333" b="89815" l="6167" r="92333">
                        <a14:foregroundMark x1="9833" y1="40741" x2="9833" y2="50463"/>
                        <a14:foregroundMark x1="7833" y1="37500" x2="7333" y2="46759"/>
                        <a14:foregroundMark x1="6333" y1="47685" x2="7667" y2="53241"/>
                        <a14:foregroundMark x1="52000" y1="58333" x2="88500" y2="56944"/>
                        <a14:foregroundMark x1="92333" y1="43519" x2="91833" y2="56481"/>
                        <a14:foregroundMark x1="69000" y1="61111" x2="91833" y2="59722"/>
                      </a14:backgroundRemoval>
                    </a14:imgEffect>
                  </a14:imgLayer>
                </a14:imgProps>
              </a:ext>
            </a:extLst>
          </a:blip>
          <a:srcRect l="-593" t="29955" r="593" b="31983"/>
          <a:stretch/>
        </p:blipFill>
        <p:spPr>
          <a:xfrm>
            <a:off x="684671" y="3531524"/>
            <a:ext cx="4286250" cy="587327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6945E79B-73D5-5F48-F835-1B2167F6003C}"/>
              </a:ext>
            </a:extLst>
          </p:cNvPr>
          <p:cNvSpPr txBox="1"/>
          <p:nvPr/>
        </p:nvSpPr>
        <p:spPr>
          <a:xfrm>
            <a:off x="4225982" y="3111307"/>
            <a:ext cx="22621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" b="1" u="sng" dirty="0">
                <a:solidFill>
                  <a:srgbClr val="58585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B3CEF0A4-0855-5C1E-1949-49102FB71958}"/>
              </a:ext>
            </a:extLst>
          </p:cNvPr>
          <p:cNvCxnSpPr>
            <a:cxnSpLocks/>
          </p:cNvCxnSpPr>
          <p:nvPr/>
        </p:nvCxnSpPr>
        <p:spPr>
          <a:xfrm flipV="1">
            <a:off x="4365283" y="3141266"/>
            <a:ext cx="113107" cy="69250"/>
          </a:xfrm>
          <a:prstGeom prst="line">
            <a:avLst/>
          </a:prstGeom>
          <a:ln>
            <a:solidFill>
              <a:srgbClr val="5858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6F9AB3FD-C492-F445-9230-148CBE83FEA8}"/>
              </a:ext>
            </a:extLst>
          </p:cNvPr>
          <p:cNvSpPr/>
          <p:nvPr/>
        </p:nvSpPr>
        <p:spPr>
          <a:xfrm>
            <a:off x="124648" y="4288027"/>
            <a:ext cx="5306007" cy="7362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0B92260-00BC-87A3-6101-45E838572729}"/>
              </a:ext>
            </a:extLst>
          </p:cNvPr>
          <p:cNvSpPr/>
          <p:nvPr/>
        </p:nvSpPr>
        <p:spPr>
          <a:xfrm>
            <a:off x="130903" y="4334084"/>
            <a:ext cx="5201005" cy="6441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QUAL A FUNÇÃO/IMPACTO NO NEGÓCIO?</a:t>
            </a:r>
          </a:p>
          <a:p>
            <a:endParaRPr lang="pt-BR" sz="450" b="1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Base para recebimento da camisa e acoplar o sistema.</a:t>
            </a:r>
          </a:p>
          <a:p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É conectado ao rodete, responsável por acionar o conjunto da moenda.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4137B4E-270B-34FA-FD77-2D0F903DB5B2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1F16075-F662-02D5-B18F-9FA3E3F5A317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0459019-1F1C-16F3-DF71-C6F809615ED6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0B80446-7DC5-50A3-9024-B266EF60CF2A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78F2225-A9FB-65F0-B14E-34D23830E831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56131CD-F1E0-FCA8-AE89-E23F468C8A5F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C290815A-E7D5-A2CA-56A5-284378CC63FE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35" name="object 5">
            <a:extLst>
              <a:ext uri="{FF2B5EF4-FFF2-40B4-BE49-F238E27FC236}">
                <a16:creationId xmlns:a16="http://schemas.microsoft.com/office/drawing/2014/main" id="{13116676-5F8F-9119-2037-EB3CF08ACE43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3AA8B255-F806-73C5-082A-A7FFC85284CF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412C414-1C51-317B-4269-6743B46FEE3D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2803814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EB997-BF23-EDE1-EE94-49F4AB1E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13;p29">
            <a:extLst>
              <a:ext uri="{FF2B5EF4-FFF2-40B4-BE49-F238E27FC236}">
                <a16:creationId xmlns:a16="http://schemas.microsoft.com/office/drawing/2014/main" id="{446BC81C-DC36-505C-FA68-030DB1325680}"/>
              </a:ext>
            </a:extLst>
          </p:cNvPr>
          <p:cNvSpPr/>
          <p:nvPr/>
        </p:nvSpPr>
        <p:spPr>
          <a:xfrm>
            <a:off x="0" y="961392"/>
            <a:ext cx="9144001" cy="1278538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endParaRPr sz="1350">
              <a:solidFill>
                <a:prstClr val="white"/>
              </a:solidFill>
              <a:latin typeface="Suzano Text"/>
              <a:sym typeface="Suzano Text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DBF8823-2DDC-D3CA-5DA0-DC015154C9C2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46887A7-5EA2-9950-0EC9-B7AB47C0F308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1724FA6-AAF1-064C-7CE4-7386F4534C64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SOBRE A CATEGORIA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C8BA6A8-D040-D0DF-4CAF-C663210F4E1E}"/>
              </a:ext>
            </a:extLst>
          </p:cNvPr>
          <p:cNvSpPr txBox="1"/>
          <p:nvPr/>
        </p:nvSpPr>
        <p:spPr>
          <a:xfrm>
            <a:off x="4015948" y="2391193"/>
            <a:ext cx="5046936" cy="2603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Suzano Text" panose="020B0604020202020204" pitchFamily="34" charset="0"/>
              <a:buChar char="•"/>
            </a:pP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Área de armazenagem: 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Aumento da contratação de </a:t>
            </a: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7.000 posições palete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para </a:t>
            </a: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12.000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mas com a</a:t>
            </a: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demanda estimada chegaremos em até </a:t>
            </a: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16.000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pp.</a:t>
            </a:r>
          </a:p>
          <a:p>
            <a:pPr marL="214313" indent="-214313">
              <a:buFont typeface="Suzano Text" panose="020B0604020202020204" pitchFamily="34" charset="0"/>
              <a:buChar char="•"/>
            </a:pP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 In/Out médio (planejamento): </a:t>
            </a: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média de 15.400 toneladas;</a:t>
            </a:r>
          </a:p>
          <a:p>
            <a:pPr marL="214313" indent="-214313">
              <a:buFont typeface="Suzano Text" panose="020B0604020202020204" pitchFamily="34" charset="0"/>
              <a:buChar char="•"/>
            </a:pP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Gestão: 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 faturistas e 01 Backup no caso de férias e ausências. Essa Mão de Obra é dedicada Suzano e o dimensionamento do time é de acordo com faixas contratadas; </a:t>
            </a:r>
          </a:p>
          <a:p>
            <a:pPr marL="214313" indent="-214313">
              <a:buFont typeface="Suzano Text" panose="020B0604020202020204" pitchFamily="34" charset="0"/>
              <a:buChar char="•"/>
            </a:pP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Cobertura de </a:t>
            </a: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seguro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para responsabilidade civil e patrimonial/riscos operacionais;</a:t>
            </a:r>
          </a:p>
          <a:p>
            <a:pPr marL="214313" indent="-214313">
              <a:buFont typeface="Suzano Text" panose="020B0604020202020204" pitchFamily="34" charset="0"/>
              <a:buChar char="•"/>
            </a:pP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Valor de </a:t>
            </a: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estoque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estimado: </a:t>
            </a: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R$ 97MM</a:t>
            </a: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 marL="214313" indent="-214313">
              <a:buFont typeface="Suzano Text" panose="020B0604020202020204" pitchFamily="34" charset="0"/>
              <a:buChar char="•"/>
            </a:pPr>
            <a:r>
              <a:rPr lang="pt-BR" sz="1088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Escopo de contratação com base no Manual atual de Armazenagem para Operação;</a:t>
            </a:r>
          </a:p>
          <a:p>
            <a:pPr marL="214313" indent="-214313">
              <a:buFont typeface="Suzano Text" panose="020B0604020202020204" pitchFamily="34" charset="0"/>
              <a:buChar char="•"/>
            </a:pPr>
            <a:r>
              <a:rPr lang="pt-BR" sz="1088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valor total dos custos de Armazenagem e Movimentações são dividido em R$/L e compõe o preço do Lubrificante vendido.</a:t>
            </a:r>
          </a:p>
          <a:p>
            <a:pPr marL="214313" indent="-214313">
              <a:buFont typeface="Suzano Text" panose="020B0604020202020204" pitchFamily="34" charset="0"/>
              <a:buChar char="•"/>
            </a:pPr>
            <a:endParaRPr lang="pt-BR" sz="1088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B7372B3-BE40-AFD3-C9E9-1021D2D002F4}"/>
              </a:ext>
            </a:extLst>
          </p:cNvPr>
          <p:cNvSpPr txBox="1"/>
          <p:nvPr/>
        </p:nvSpPr>
        <p:spPr>
          <a:xfrm>
            <a:off x="4015948" y="1125319"/>
            <a:ext cx="4453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objetivo contratação é a renovação do </a:t>
            </a:r>
            <a:r>
              <a:rPr lang="pt-BR" sz="12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contrato de Armazenagem de lubrificantes embalados e Operador Logístico </a:t>
            </a:r>
            <a:r>
              <a:rPr lang="pt-BR" sz="12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Estado da São Paulo, atual base localizada em São José dos Campos.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CF5988B-D6D7-AC46-71F9-4755E4C02A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52"/>
          <a:stretch/>
        </p:blipFill>
        <p:spPr>
          <a:xfrm>
            <a:off x="2632" y="1069171"/>
            <a:ext cx="3864830" cy="4074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47FB798-96A5-73EF-9930-F1F2AB673542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43A47B5-DA33-578E-084E-6AE397DF5FB2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84F8EAB-A21B-5B1C-BD53-F96CA07F710A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EBB6036-C9AD-AC9C-7AFC-8769D492D6C4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0C0B2FA-27AB-9828-A886-5CA0B1E64A1E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5B864C2-46DD-8A73-DFC3-2E427F14F1AE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BC19F3B-10A8-BD8C-D205-8C8CB789F7C6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17" name="object 5">
            <a:extLst>
              <a:ext uri="{FF2B5EF4-FFF2-40B4-BE49-F238E27FC236}">
                <a16:creationId xmlns:a16="http://schemas.microsoft.com/office/drawing/2014/main" id="{4171FCC4-E70F-72CE-152B-30F034F405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C0D540D1-CC88-061E-C977-7BB49C8F5E9A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12C75CF-965E-6D61-C229-171A012AC943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043843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E5F23-843D-803C-67E1-124E904E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2F0C3912-39C4-A40B-9EE4-ED2578A6EEA8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94189C6-91E1-A4C1-6F8C-E90B85323158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A21B683-9F9F-79C9-DCC1-2FAFDB1C0D3B}"/>
              </a:ext>
            </a:extLst>
          </p:cNvPr>
          <p:cNvSpPr txBox="1"/>
          <p:nvPr/>
        </p:nvSpPr>
        <p:spPr>
          <a:xfrm>
            <a:off x="94667" y="667782"/>
            <a:ext cx="5103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SOBRE A CATEGORIA</a:t>
            </a:r>
          </a:p>
        </p:txBody>
      </p:sp>
      <p:sp>
        <p:nvSpPr>
          <p:cNvPr id="2" name="Google Shape;213;p29">
            <a:extLst>
              <a:ext uri="{FF2B5EF4-FFF2-40B4-BE49-F238E27FC236}">
                <a16:creationId xmlns:a16="http://schemas.microsoft.com/office/drawing/2014/main" id="{C234E17D-4817-CF64-2F2F-C89E90187093}"/>
              </a:ext>
            </a:extLst>
          </p:cNvPr>
          <p:cNvSpPr/>
          <p:nvPr/>
        </p:nvSpPr>
        <p:spPr>
          <a:xfrm>
            <a:off x="3023868" y="3990833"/>
            <a:ext cx="5995550" cy="10656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83">
              <a:buClr>
                <a:srgbClr val="000000"/>
              </a:buClr>
              <a:buSzPts val="1400"/>
              <a:defRPr/>
            </a:pPr>
            <a:endParaRPr sz="1050" kern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Suzano Text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E8F9E4-8EE5-656F-8D38-FB499B9196F4}"/>
              </a:ext>
            </a:extLst>
          </p:cNvPr>
          <p:cNvSpPr/>
          <p:nvPr/>
        </p:nvSpPr>
        <p:spPr>
          <a:xfrm>
            <a:off x="1758731" y="1138475"/>
            <a:ext cx="2700000" cy="2704020"/>
          </a:xfrm>
          <a:prstGeom prst="rect">
            <a:avLst/>
          </a:prstGeom>
          <a:noFill/>
          <a:ln w="6350">
            <a:solidFill>
              <a:schemeClr val="accent1">
                <a:lumMod val="75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1480993-C3A7-AFBA-B28C-AEAE55ABDB05}"/>
              </a:ext>
            </a:extLst>
          </p:cNvPr>
          <p:cNvSpPr/>
          <p:nvPr/>
        </p:nvSpPr>
        <p:spPr>
          <a:xfrm>
            <a:off x="4558462" y="1138475"/>
            <a:ext cx="2700000" cy="270402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8BDF89F-CC72-631B-E286-8D04D39ABDAE}"/>
              </a:ext>
            </a:extLst>
          </p:cNvPr>
          <p:cNvSpPr txBox="1"/>
          <p:nvPr/>
        </p:nvSpPr>
        <p:spPr>
          <a:xfrm>
            <a:off x="1889265" y="1223788"/>
            <a:ext cx="202386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defTabSz="685606">
              <a:defRPr/>
            </a:pPr>
            <a:r>
              <a:rPr lang="pt-BR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ARMAZENS GERAIS</a:t>
            </a:r>
            <a:endParaRPr lang="pt-BR" sz="900" b="1" dirty="0">
              <a:solidFill>
                <a:prstClr val="black">
                  <a:lumMod val="65000"/>
                  <a:lumOff val="35000"/>
                </a:prst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F483C5B-094F-CEC4-EF4D-BC7DDADBCF41}"/>
              </a:ext>
            </a:extLst>
          </p:cNvPr>
          <p:cNvSpPr txBox="1"/>
          <p:nvPr/>
        </p:nvSpPr>
        <p:spPr>
          <a:xfrm rot="16200000">
            <a:off x="965835" y="3112603"/>
            <a:ext cx="1289855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defTabSz="685606">
              <a:defRPr/>
            </a:pPr>
            <a:r>
              <a:rPr lang="pt-BR" sz="825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UTILIZADO SUZANO 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C446A49-5E77-9A25-CD5C-0612A620B26F}"/>
              </a:ext>
            </a:extLst>
          </p:cNvPr>
          <p:cNvSpPr txBox="1"/>
          <p:nvPr/>
        </p:nvSpPr>
        <p:spPr>
          <a:xfrm>
            <a:off x="4629231" y="1223788"/>
            <a:ext cx="258508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defTabSz="685606">
              <a:defRPr/>
            </a:pPr>
            <a:r>
              <a:rPr lang="pt-BR" sz="1050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CENTRO DE DISTRIBUIÇÃO (CDS)</a:t>
            </a:r>
            <a:endParaRPr lang="pt-BR" sz="900" b="1" dirty="0">
              <a:solidFill>
                <a:prstClr val="black">
                  <a:lumMod val="65000"/>
                  <a:lumOff val="35000"/>
                </a:prst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06C70C5-36E5-E208-C8FC-50034EC5BD31}"/>
              </a:ext>
            </a:extLst>
          </p:cNvPr>
          <p:cNvSpPr txBox="1"/>
          <p:nvPr/>
        </p:nvSpPr>
        <p:spPr>
          <a:xfrm>
            <a:off x="1784294" y="3103006"/>
            <a:ext cx="26488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pt-BR" sz="800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muito utilizados por empresas que necessitam de flexibilidade e não possuem infraestrutura própria. Eles oferecem serviços de estocagem, manuseio e até controle de qualidade.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C4B3029-0ACD-1655-210F-46356B4FC94E}"/>
              </a:ext>
            </a:extLst>
          </p:cNvPr>
          <p:cNvSpPr txBox="1"/>
          <p:nvPr/>
        </p:nvSpPr>
        <p:spPr>
          <a:xfrm>
            <a:off x="4626315" y="3103006"/>
            <a:ext cx="2519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pt-BR" sz="800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fundamentais para o escoamento de produtos, localizados estrategicamente em regiões próximas a grandes centros urbanos ou rotas logísticas importantes.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D1BDA05-986A-BBD6-9246-2B229441B866}"/>
              </a:ext>
            </a:extLst>
          </p:cNvPr>
          <p:cNvSpPr txBox="1"/>
          <p:nvPr/>
        </p:nvSpPr>
        <p:spPr>
          <a:xfrm>
            <a:off x="394875" y="4385591"/>
            <a:ext cx="2464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91414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algn="ctr"/>
            <a:r>
              <a:rPr lang="pt-BR" sz="12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MODELOS DE ARMAZENAGEM</a:t>
            </a:r>
          </a:p>
        </p:txBody>
      </p:sp>
      <p:pic>
        <p:nvPicPr>
          <p:cNvPr id="29" name="Picture 2" descr="O que são Armazéns Gerais? | Varelas Advogados">
            <a:extLst>
              <a:ext uri="{FF2B5EF4-FFF2-40B4-BE49-F238E27FC236}">
                <a16:creationId xmlns:a16="http://schemas.microsoft.com/office/drawing/2014/main" id="{615EAC0F-D376-3D2A-2FD8-023160FDD1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8462" y="1677228"/>
            <a:ext cx="2478551" cy="123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Por dentro de um centro de distribuição: como é o processo da compra à  entrega - Negócios - Diário do Nordeste">
            <a:extLst>
              <a:ext uri="{FF2B5EF4-FFF2-40B4-BE49-F238E27FC236}">
                <a16:creationId xmlns:a16="http://schemas.microsoft.com/office/drawing/2014/main" id="{6B335B7A-1911-0D94-6933-53F7CFDD2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70" t="17483" r="-1434" b="8639"/>
          <a:stretch/>
        </p:blipFill>
        <p:spPr bwMode="auto">
          <a:xfrm>
            <a:off x="4626314" y="1677227"/>
            <a:ext cx="2591798" cy="123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CaixaDeTexto 30">
            <a:extLst>
              <a:ext uri="{FF2B5EF4-FFF2-40B4-BE49-F238E27FC236}">
                <a16:creationId xmlns:a16="http://schemas.microsoft.com/office/drawing/2014/main" id="{2F6C6ACA-B440-2952-F5B6-CDF3E607545E}"/>
              </a:ext>
            </a:extLst>
          </p:cNvPr>
          <p:cNvSpPr txBox="1"/>
          <p:nvPr/>
        </p:nvSpPr>
        <p:spPr>
          <a:xfrm>
            <a:off x="6156702" y="4069478"/>
            <a:ext cx="27000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pt-B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ARMAZENAGEM AUTOMATIZADA: </a:t>
            </a:r>
          </a:p>
          <a:p>
            <a:pPr defTabSz="685800">
              <a:defRPr/>
            </a:pPr>
            <a:r>
              <a:rPr lang="pt-BR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Ainda incipiente no Brasil, mas com crescente adoção em setores de alto valor agregado, como o e-commerce e a indústria de bens de consumo.</a:t>
            </a:r>
          </a:p>
          <a:p>
            <a:pPr defTabSz="685800">
              <a:defRPr/>
            </a:pPr>
            <a:endParaRPr lang="pt-BR" sz="105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Google Shape;213;p29">
            <a:extLst>
              <a:ext uri="{FF2B5EF4-FFF2-40B4-BE49-F238E27FC236}">
                <a16:creationId xmlns:a16="http://schemas.microsoft.com/office/drawing/2014/main" id="{6EA7694C-EC28-0619-2F63-8A3E133B9093}"/>
              </a:ext>
            </a:extLst>
          </p:cNvPr>
          <p:cNvSpPr/>
          <p:nvPr/>
        </p:nvSpPr>
        <p:spPr>
          <a:xfrm>
            <a:off x="244945" y="3990833"/>
            <a:ext cx="2763934" cy="1066515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sz="150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Suzano Text"/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F0F4D17D-0700-7E23-FAFA-959404AA4917}"/>
              </a:ext>
            </a:extLst>
          </p:cNvPr>
          <p:cNvSpPr txBox="1"/>
          <p:nvPr/>
        </p:nvSpPr>
        <p:spPr>
          <a:xfrm>
            <a:off x="3112941" y="4099014"/>
            <a:ext cx="2700000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pt-B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ARMAZENAGEM CONVENCIONAL: </a:t>
            </a:r>
          </a:p>
          <a:p>
            <a:pPr defTabSz="685800">
              <a:defRPr/>
            </a:pPr>
            <a:r>
              <a:rPr lang="pt-BR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Utiliza-se o empilhamento de produtos em blocos ou racks. É uma solução comum, especialmente em armazéns de commodities.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AC4E2CC-30F7-AB84-C397-39E6CAC45C67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957DC95-5587-E905-4AB9-8832C2F6F3A1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4770C7B-F6F3-F838-4939-1DF5A8EFAADF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30D3B3-AC34-96E9-FF3A-EBBF0B854E6B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28B0D35-815E-6BED-4085-E4D15C9DBA2E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C1B974F-39F7-BAA2-02D7-62471883FC71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A11BB4F-213F-C790-EFEB-886E31EF1E6A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35" name="object 5">
            <a:extLst>
              <a:ext uri="{FF2B5EF4-FFF2-40B4-BE49-F238E27FC236}">
                <a16:creationId xmlns:a16="http://schemas.microsoft.com/office/drawing/2014/main" id="{B183BBAE-5500-FEEC-9863-CBB2B01D026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2DAB0332-4D33-E452-0C1D-8199EFB73968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A3803DEE-10FB-5DA5-A4A0-01821DEA2A75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280641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DECD8-982F-21E4-5611-E7A5BBC82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1551795-D72A-D80E-51A5-36FE8A4F66F0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376C337-003F-F732-A061-6BC5CD6BF3D7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30DBE9E-70A7-BC0C-B3AF-179E25803C6C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SPEND ANALYSIS</a:t>
            </a:r>
          </a:p>
        </p:txBody>
      </p:sp>
      <p:graphicFrame>
        <p:nvGraphicFramePr>
          <p:cNvPr id="28" name="Tabela 27">
            <a:extLst>
              <a:ext uri="{FF2B5EF4-FFF2-40B4-BE49-F238E27FC236}">
                <a16:creationId xmlns:a16="http://schemas.microsoft.com/office/drawing/2014/main" id="{20C96332-0A1C-8E68-1A4D-618E01C73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125455"/>
              </p:ext>
            </p:extLst>
          </p:nvPr>
        </p:nvGraphicFramePr>
        <p:xfrm>
          <a:off x="5263328" y="3187228"/>
          <a:ext cx="3636000" cy="1785938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679957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1151367729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334874087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670560820"/>
                    </a:ext>
                  </a:extLst>
                </a:gridCol>
              </a:tblGrid>
              <a:tr h="2428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FORNECEDOR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QTD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TOTAL (R$/MM)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219437"/>
                  </a:ext>
                </a:extLst>
              </a:tr>
              <a:tr h="2571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FORNECEDOR 1                                </a:t>
                      </a:r>
                    </a:p>
                  </a:txBody>
                  <a:tcPr marL="72000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Suzano Text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 11,53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815448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FORNECEDOR 2</a:t>
                      </a:r>
                    </a:p>
                  </a:txBody>
                  <a:tcPr marL="72000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 R$  11,53</a:t>
                      </a:r>
                      <a:endParaRPr kumimoji="0" lang="pt-B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94180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FORNECEDOR 3</a:t>
                      </a:r>
                    </a:p>
                  </a:txBody>
                  <a:tcPr marL="72000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1.200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 R$  11,53</a:t>
                      </a:r>
                      <a:endParaRPr kumimoji="0" lang="pt-B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55579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FORNECEDOR 4</a:t>
                      </a:r>
                    </a:p>
                  </a:txBody>
                  <a:tcPr marL="72000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 R$  11,53</a:t>
                      </a:r>
                      <a:endParaRPr kumimoji="0" lang="pt-B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61210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FORNECEDOR 5</a:t>
                      </a:r>
                    </a:p>
                  </a:txBody>
                  <a:tcPr marL="72000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9.890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05%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 R$  11,53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9459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FORNECEDOR 6</a:t>
                      </a:r>
                    </a:p>
                  </a:txBody>
                  <a:tcPr marL="72000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1.000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70%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 R$  11,53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824763"/>
                  </a:ext>
                </a:extLst>
              </a:tr>
            </a:tbl>
          </a:graphicData>
        </a:graphic>
      </p:graphicFrame>
      <p:sp>
        <p:nvSpPr>
          <p:cNvPr id="29" name="Retângulo 28">
            <a:extLst>
              <a:ext uri="{FF2B5EF4-FFF2-40B4-BE49-F238E27FC236}">
                <a16:creationId xmlns:a16="http://schemas.microsoft.com/office/drawing/2014/main" id="{2BE4CD54-9BE2-4460-245D-F178E80DE198}"/>
              </a:ext>
            </a:extLst>
          </p:cNvPr>
          <p:cNvSpPr/>
          <p:nvPr/>
        </p:nvSpPr>
        <p:spPr>
          <a:xfrm>
            <a:off x="124647" y="1081974"/>
            <a:ext cx="2433600" cy="197962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F95EDA2-2D5D-DB6A-28EE-3AB2A31CE12C}"/>
              </a:ext>
            </a:extLst>
          </p:cNvPr>
          <p:cNvSpPr/>
          <p:nvPr/>
        </p:nvSpPr>
        <p:spPr>
          <a:xfrm>
            <a:off x="2606444" y="1081976"/>
            <a:ext cx="2433600" cy="197962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178D80B-C3D4-4C6D-066B-EFAC83D796F6}"/>
              </a:ext>
            </a:extLst>
          </p:cNvPr>
          <p:cNvSpPr/>
          <p:nvPr/>
        </p:nvSpPr>
        <p:spPr>
          <a:xfrm>
            <a:off x="5093944" y="1081974"/>
            <a:ext cx="3924257" cy="197962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AA438AF-D7E4-6E5A-B02C-47B8B380B672}"/>
              </a:ext>
            </a:extLst>
          </p:cNvPr>
          <p:cNvSpPr/>
          <p:nvPr/>
        </p:nvSpPr>
        <p:spPr>
          <a:xfrm>
            <a:off x="124647" y="3106188"/>
            <a:ext cx="4917500" cy="194801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D8068C4-6180-5581-0DD1-36ABA9AC4188}"/>
              </a:ext>
            </a:extLst>
          </p:cNvPr>
          <p:cNvSpPr/>
          <p:nvPr/>
        </p:nvSpPr>
        <p:spPr>
          <a:xfrm>
            <a:off x="5093944" y="3106188"/>
            <a:ext cx="3924257" cy="194801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708E0BB-C996-7A27-E8C5-6EA3F9AB5EBC}"/>
              </a:ext>
            </a:extLst>
          </p:cNvPr>
          <p:cNvSpPr txBox="1"/>
          <p:nvPr/>
        </p:nvSpPr>
        <p:spPr>
          <a:xfrm>
            <a:off x="158787" y="1091501"/>
            <a:ext cx="2384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SPEND REGIONAL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214AADA3-4ACF-E899-0D9B-3906896B797E}"/>
              </a:ext>
            </a:extLst>
          </p:cNvPr>
          <p:cNvSpPr txBox="1"/>
          <p:nvPr/>
        </p:nvSpPr>
        <p:spPr>
          <a:xfrm>
            <a:off x="2610148" y="1091501"/>
            <a:ext cx="2384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SPEND FORNECEDOR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65826AC-22DA-2012-77CD-5D7563C87834}"/>
              </a:ext>
            </a:extLst>
          </p:cNvPr>
          <p:cNvSpPr txBox="1"/>
          <p:nvPr/>
        </p:nvSpPr>
        <p:spPr>
          <a:xfrm>
            <a:off x="5099087" y="1091501"/>
            <a:ext cx="2384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 CONTRATO (S24’25 </a:t>
            </a:r>
            <a:r>
              <a:rPr lang="pt-BR" sz="1000" b="1" i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vs</a:t>
            </a: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S25’26)</a:t>
            </a:r>
          </a:p>
        </p:txBody>
      </p:sp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F02060FA-4F80-5728-CA81-767DC088D8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8718083"/>
              </p:ext>
            </p:extLst>
          </p:nvPr>
        </p:nvGraphicFramePr>
        <p:xfrm>
          <a:off x="94668" y="1179582"/>
          <a:ext cx="2349500" cy="198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E9129F0F-A980-4D6E-ADD8-DD0CBC31D7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1842579"/>
              </p:ext>
            </p:extLst>
          </p:nvPr>
        </p:nvGraphicFramePr>
        <p:xfrm>
          <a:off x="2885115" y="1179582"/>
          <a:ext cx="1838325" cy="198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Gráfico 19">
            <a:extLst>
              <a:ext uri="{FF2B5EF4-FFF2-40B4-BE49-F238E27FC236}">
                <a16:creationId xmlns:a16="http://schemas.microsoft.com/office/drawing/2014/main" id="{EFB5A566-4BAD-4CF2-8DCA-EE9C5FE916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1377665"/>
              </p:ext>
            </p:extLst>
          </p:nvPr>
        </p:nvGraphicFramePr>
        <p:xfrm>
          <a:off x="5117096" y="1179582"/>
          <a:ext cx="1828800" cy="198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Gráfico 20">
            <a:extLst>
              <a:ext uri="{FF2B5EF4-FFF2-40B4-BE49-F238E27FC236}">
                <a16:creationId xmlns:a16="http://schemas.microsoft.com/office/drawing/2014/main" id="{571CDA53-1356-4106-8285-DDDADE1875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3110788"/>
              </p:ext>
            </p:extLst>
          </p:nvPr>
        </p:nvGraphicFramePr>
        <p:xfrm>
          <a:off x="7101042" y="1179582"/>
          <a:ext cx="1851025" cy="1987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2" name="Gráfico 21">
            <a:extLst>
              <a:ext uri="{FF2B5EF4-FFF2-40B4-BE49-F238E27FC236}">
                <a16:creationId xmlns:a16="http://schemas.microsoft.com/office/drawing/2014/main" id="{B0E0F270-1A47-88A5-2815-32EE18A5D8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5027831"/>
              </p:ext>
            </p:extLst>
          </p:nvPr>
        </p:nvGraphicFramePr>
        <p:xfrm>
          <a:off x="158788" y="3106188"/>
          <a:ext cx="4881256" cy="1922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D966017C-01CB-02E3-961B-4D4C531EC42B}"/>
              </a:ext>
            </a:extLst>
          </p:cNvPr>
          <p:cNvSpPr txBox="1"/>
          <p:nvPr/>
        </p:nvSpPr>
        <p:spPr>
          <a:xfrm>
            <a:off x="158787" y="3119402"/>
            <a:ext cx="14109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VOLUME/MÊS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865107-3332-28A3-1319-9F30EC37D7C9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67F3372-A2E6-DF53-5B91-E4FB88794955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C5AE9F-9988-960B-F7DF-438F5FB44793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2317DED-E84C-E4A2-FF91-DA1A246A8ABA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B6BF89D-FFD5-61DF-84FF-12F268C50B9D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4E4FB34-13D9-EC69-0DAD-2868664DFF2E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34D953E-9866-8959-E2ED-209E8E915B6B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7" name="object 5">
            <a:extLst>
              <a:ext uri="{FF2B5EF4-FFF2-40B4-BE49-F238E27FC236}">
                <a16:creationId xmlns:a16="http://schemas.microsoft.com/office/drawing/2014/main" id="{0685852A-4C55-55F9-9F80-EEFB4027CB34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0873C1D-DF39-0690-52D5-A8BAE39C53F5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96A5967-64AE-1FEE-F0F3-5900D5B655A8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576964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820EB-C0A1-9449-B34B-9E890F779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6E4FA2A-4EDF-E46F-A473-8CC87B6D79C6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1044F21-32FF-3128-D357-C7EB3933B600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7DF689F-104C-2C98-0816-86099D6B7F37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CONSUMO / VOLUME UNIDADE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47DFA66-4789-D689-D91A-1269BEF6E07F}"/>
              </a:ext>
            </a:extLst>
          </p:cNvPr>
          <p:cNvSpPr/>
          <p:nvPr/>
        </p:nvSpPr>
        <p:spPr>
          <a:xfrm>
            <a:off x="122579" y="1119623"/>
            <a:ext cx="8892332" cy="388792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EBF3CD6F-3F84-4F43-A00F-B8F3DC9FD5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174372"/>
              </p:ext>
            </p:extLst>
          </p:nvPr>
        </p:nvGraphicFramePr>
        <p:xfrm>
          <a:off x="122578" y="1099794"/>
          <a:ext cx="8898843" cy="3907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DD896478-8175-1465-5F99-67274410EE5A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EB4A977-6D68-04A5-6882-766BFB657426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1F1073EC-EE5A-629D-259D-D4C1BBA8B76E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3936861-3557-7529-937D-0642A24F8D41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A8EE04C-1202-9FE5-511E-0BFE998F01F8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ED45220-A520-2F26-8A4B-2DCFBADD4D61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240DF0B5-47E7-D6F4-7613-0808D8095C8A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3" name="object 5">
            <a:extLst>
              <a:ext uri="{FF2B5EF4-FFF2-40B4-BE49-F238E27FC236}">
                <a16:creationId xmlns:a16="http://schemas.microsoft.com/office/drawing/2014/main" id="{1E399CD2-A2D6-6113-979C-F96A7DEBE7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1283FE6B-DFB7-4356-152D-2AF6B663EA34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396502EA-2CA4-4CB1-8AA3-D052676FAECC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705299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6B8B-D775-697D-DA9F-D310A458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5601758-8CE9-3B50-4B11-D779B631DFF5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24912A8-3C78-D2F7-0A32-16CF50EB98D5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18AF7AB-6280-0841-B22E-511B35F7A9B8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MERCADO</a:t>
            </a:r>
          </a:p>
        </p:txBody>
      </p:sp>
      <p:cxnSp>
        <p:nvCxnSpPr>
          <p:cNvPr id="68" name="Straight Connector 40">
            <a:extLst>
              <a:ext uri="{FF2B5EF4-FFF2-40B4-BE49-F238E27FC236}">
                <a16:creationId xmlns:a16="http://schemas.microsoft.com/office/drawing/2014/main" id="{E6C3207C-AE9F-4177-B0F8-366A4DACFF55}"/>
              </a:ext>
            </a:extLst>
          </p:cNvPr>
          <p:cNvCxnSpPr>
            <a:cxnSpLocks/>
          </p:cNvCxnSpPr>
          <p:nvPr/>
        </p:nvCxnSpPr>
        <p:spPr>
          <a:xfrm>
            <a:off x="304235" y="1639835"/>
            <a:ext cx="342900" cy="1191"/>
          </a:xfrm>
          <a:prstGeom prst="line">
            <a:avLst/>
          </a:prstGeom>
          <a:ln w="19050"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44">
            <a:extLst>
              <a:ext uri="{FF2B5EF4-FFF2-40B4-BE49-F238E27FC236}">
                <a16:creationId xmlns:a16="http://schemas.microsoft.com/office/drawing/2014/main" id="{550CC461-708C-87B3-7475-8D00952623EB}"/>
              </a:ext>
            </a:extLst>
          </p:cNvPr>
          <p:cNvSpPr txBox="1"/>
          <p:nvPr/>
        </p:nvSpPr>
        <p:spPr>
          <a:xfrm>
            <a:off x="1199917" y="1411833"/>
            <a:ext cx="1607812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TAXA MÉDIA DE VACÂNCIA </a:t>
            </a:r>
          </a:p>
        </p:txBody>
      </p:sp>
      <p:sp>
        <p:nvSpPr>
          <p:cNvPr id="73" name="TextBox 45">
            <a:extLst>
              <a:ext uri="{FF2B5EF4-FFF2-40B4-BE49-F238E27FC236}">
                <a16:creationId xmlns:a16="http://schemas.microsoft.com/office/drawing/2014/main" id="{5C973BBE-B833-665A-73E7-2AAB43044EED}"/>
              </a:ext>
            </a:extLst>
          </p:cNvPr>
          <p:cNvSpPr txBox="1"/>
          <p:nvPr/>
        </p:nvSpPr>
        <p:spPr>
          <a:xfrm>
            <a:off x="1199916" y="1532612"/>
            <a:ext cx="3240000" cy="4154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685800">
              <a:spcBef>
                <a:spcPct val="20000"/>
              </a:spcBef>
              <a:defRPr/>
            </a:pPr>
            <a:r>
              <a:rPr lang="pt-B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2023, a taxa média de vacância de armazéns logísticos no Brasil girava em torno de </a:t>
            </a:r>
            <a:r>
              <a:rPr lang="pt-BR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7% a 10%, </a:t>
            </a:r>
            <a:r>
              <a:rPr lang="pt-B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 variações entre regiões e tipos de armazéns.</a:t>
            </a:r>
          </a:p>
        </p:txBody>
      </p:sp>
      <p:sp>
        <p:nvSpPr>
          <p:cNvPr id="75" name="TextBox 47">
            <a:extLst>
              <a:ext uri="{FF2B5EF4-FFF2-40B4-BE49-F238E27FC236}">
                <a16:creationId xmlns:a16="http://schemas.microsoft.com/office/drawing/2014/main" id="{DA7B8D07-44DD-927F-EBBD-FA6A71D3C5DD}"/>
              </a:ext>
            </a:extLst>
          </p:cNvPr>
          <p:cNvSpPr txBox="1"/>
          <p:nvPr/>
        </p:nvSpPr>
        <p:spPr>
          <a:xfrm>
            <a:off x="1199917" y="2216976"/>
            <a:ext cx="532197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SUDESTE</a:t>
            </a:r>
          </a:p>
        </p:txBody>
      </p:sp>
      <p:sp>
        <p:nvSpPr>
          <p:cNvPr id="76" name="TextBox 48">
            <a:extLst>
              <a:ext uri="{FF2B5EF4-FFF2-40B4-BE49-F238E27FC236}">
                <a16:creationId xmlns:a16="http://schemas.microsoft.com/office/drawing/2014/main" id="{151DBA4E-0CAA-5F83-ADA0-9C5F0C34062A}"/>
              </a:ext>
            </a:extLst>
          </p:cNvPr>
          <p:cNvSpPr txBox="1"/>
          <p:nvPr/>
        </p:nvSpPr>
        <p:spPr>
          <a:xfrm>
            <a:off x="1199916" y="2337755"/>
            <a:ext cx="3240000" cy="5539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685800">
              <a:spcBef>
                <a:spcPct val="20000"/>
              </a:spcBef>
              <a:defRPr/>
            </a:pPr>
            <a:r>
              <a:rPr lang="pt-B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Regiões como São Paulo, que concentram grande parte dos centros de distribuição do país, possuem taxas de vacância mais baixas, por volta de </a:t>
            </a:r>
            <a:r>
              <a:rPr lang="pt-BR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4% a 6%, </a:t>
            </a:r>
            <a:r>
              <a:rPr lang="pt-B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devido à alta demanda, especialmente impulsionada pelo e-commerce.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8" name="TextBox 50">
            <a:extLst>
              <a:ext uri="{FF2B5EF4-FFF2-40B4-BE49-F238E27FC236}">
                <a16:creationId xmlns:a16="http://schemas.microsoft.com/office/drawing/2014/main" id="{887F70C2-2141-E237-B3A7-3B7DA6EFC9F9}"/>
              </a:ext>
            </a:extLst>
          </p:cNvPr>
          <p:cNvSpPr txBox="1"/>
          <p:nvPr/>
        </p:nvSpPr>
        <p:spPr>
          <a:xfrm>
            <a:off x="1199917" y="3027831"/>
            <a:ext cx="1171796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NORTE E NORDESTE</a:t>
            </a:r>
          </a:p>
        </p:txBody>
      </p:sp>
      <p:sp>
        <p:nvSpPr>
          <p:cNvPr id="79" name="TextBox 51">
            <a:extLst>
              <a:ext uri="{FF2B5EF4-FFF2-40B4-BE49-F238E27FC236}">
                <a16:creationId xmlns:a16="http://schemas.microsoft.com/office/drawing/2014/main" id="{1D44C862-7046-19E3-4632-FF802F925DE1}"/>
              </a:ext>
            </a:extLst>
          </p:cNvPr>
          <p:cNvSpPr txBox="1"/>
          <p:nvPr/>
        </p:nvSpPr>
        <p:spPr>
          <a:xfrm>
            <a:off x="1199916" y="3148610"/>
            <a:ext cx="3240000" cy="4154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685800">
              <a:spcBef>
                <a:spcPct val="20000"/>
              </a:spcBef>
              <a:defRPr/>
            </a:pPr>
            <a:r>
              <a:rPr lang="pt-B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Apresentam taxas mais elevadas de vacância, frequentemente superiores </a:t>
            </a:r>
            <a:r>
              <a:rPr lang="pt-BR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10%, </a:t>
            </a:r>
            <a:r>
              <a:rPr lang="pt-B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função de uma menor demanda e infraestrutura ainda em desenvolvimento.</a:t>
            </a:r>
            <a:endParaRPr lang="en-US" sz="900" dirty="0">
              <a:solidFill>
                <a:schemeClr val="tx1">
                  <a:lumMod val="50000"/>
                  <a:lumOff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1" name="TextBox 53">
            <a:extLst>
              <a:ext uri="{FF2B5EF4-FFF2-40B4-BE49-F238E27FC236}">
                <a16:creationId xmlns:a16="http://schemas.microsoft.com/office/drawing/2014/main" id="{31C40ECA-23E6-04A3-20E3-219F21081D9D}"/>
              </a:ext>
            </a:extLst>
          </p:cNvPr>
          <p:cNvSpPr txBox="1"/>
          <p:nvPr/>
        </p:nvSpPr>
        <p:spPr>
          <a:xfrm>
            <a:off x="1199916" y="3827259"/>
            <a:ext cx="2983189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IMPACTO DA AUTOMAÇÃO E NOVAS CONSTRUÇÕES</a:t>
            </a:r>
          </a:p>
        </p:txBody>
      </p:sp>
      <p:sp>
        <p:nvSpPr>
          <p:cNvPr id="82" name="TextBox 54">
            <a:extLst>
              <a:ext uri="{FF2B5EF4-FFF2-40B4-BE49-F238E27FC236}">
                <a16:creationId xmlns:a16="http://schemas.microsoft.com/office/drawing/2014/main" id="{CF91AF24-C0FF-1B39-4DAF-B94AA5602383}"/>
              </a:ext>
            </a:extLst>
          </p:cNvPr>
          <p:cNvSpPr txBox="1"/>
          <p:nvPr/>
        </p:nvSpPr>
        <p:spPr>
          <a:xfrm>
            <a:off x="1199915" y="3948038"/>
            <a:ext cx="3427505" cy="8586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685800">
              <a:spcBef>
                <a:spcPct val="20000"/>
              </a:spcBef>
              <a:defRPr/>
            </a:pPr>
            <a:r>
              <a:rPr lang="pt-B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construção de novos centros de distribuição e armazéns automatizados mantém a oferta, evitando uma queda acentuada nas taxas de vacância.</a:t>
            </a:r>
          </a:p>
          <a:p>
            <a:pPr defTabSz="685800">
              <a:spcBef>
                <a:spcPct val="20000"/>
              </a:spcBef>
              <a:defRPr/>
            </a:pPr>
            <a:r>
              <a:rPr lang="pt-B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Contudo, armazéns mais antigos e menos tecnologicamente avançados tendem a ter taxas de vacância maiores, à medida que empresas buscam soluções mais modernas e eficientes.</a:t>
            </a:r>
          </a:p>
        </p:txBody>
      </p:sp>
      <p:sp>
        <p:nvSpPr>
          <p:cNvPr id="84" name="Oval 56">
            <a:extLst>
              <a:ext uri="{FF2B5EF4-FFF2-40B4-BE49-F238E27FC236}">
                <a16:creationId xmlns:a16="http://schemas.microsoft.com/office/drawing/2014/main" id="{9AF820DB-9DC6-39E7-0FF4-4F9B01783419}"/>
              </a:ext>
            </a:extLst>
          </p:cNvPr>
          <p:cNvSpPr/>
          <p:nvPr/>
        </p:nvSpPr>
        <p:spPr>
          <a:xfrm>
            <a:off x="712208" y="1443364"/>
            <a:ext cx="400050" cy="400050"/>
          </a:xfrm>
          <a:prstGeom prst="ellipse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5" name="Freeform 7">
            <a:extLst>
              <a:ext uri="{FF2B5EF4-FFF2-40B4-BE49-F238E27FC236}">
                <a16:creationId xmlns:a16="http://schemas.microsoft.com/office/drawing/2014/main" id="{7C396365-668A-097A-5B6C-CA2BFD40494D}"/>
              </a:ext>
            </a:extLst>
          </p:cNvPr>
          <p:cNvSpPr>
            <a:spLocks noEditPoints="1"/>
          </p:cNvSpPr>
          <p:nvPr/>
        </p:nvSpPr>
        <p:spPr bwMode="auto">
          <a:xfrm rot="16200000">
            <a:off x="816408" y="1568935"/>
            <a:ext cx="191651" cy="148908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6" name="Oval 59">
            <a:extLst>
              <a:ext uri="{FF2B5EF4-FFF2-40B4-BE49-F238E27FC236}">
                <a16:creationId xmlns:a16="http://schemas.microsoft.com/office/drawing/2014/main" id="{E54267B0-FEF5-2404-8AA4-FB55D4AC5F69}"/>
              </a:ext>
            </a:extLst>
          </p:cNvPr>
          <p:cNvSpPr/>
          <p:nvPr/>
        </p:nvSpPr>
        <p:spPr>
          <a:xfrm>
            <a:off x="712208" y="2247867"/>
            <a:ext cx="400050" cy="40005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7" name="Oval 62">
            <a:extLst>
              <a:ext uri="{FF2B5EF4-FFF2-40B4-BE49-F238E27FC236}">
                <a16:creationId xmlns:a16="http://schemas.microsoft.com/office/drawing/2014/main" id="{8462EAA0-B4A5-51BF-9808-FF74EDFDE2E1}"/>
              </a:ext>
            </a:extLst>
          </p:cNvPr>
          <p:cNvSpPr/>
          <p:nvPr/>
        </p:nvSpPr>
        <p:spPr>
          <a:xfrm>
            <a:off x="712208" y="3059646"/>
            <a:ext cx="400050" cy="40005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8" name="Oval 65">
            <a:extLst>
              <a:ext uri="{FF2B5EF4-FFF2-40B4-BE49-F238E27FC236}">
                <a16:creationId xmlns:a16="http://schemas.microsoft.com/office/drawing/2014/main" id="{54F2E3AE-6505-6C47-A56D-3E407979B625}"/>
              </a:ext>
            </a:extLst>
          </p:cNvPr>
          <p:cNvSpPr/>
          <p:nvPr/>
        </p:nvSpPr>
        <p:spPr>
          <a:xfrm>
            <a:off x="712208" y="3862404"/>
            <a:ext cx="400050" cy="400050"/>
          </a:xfrm>
          <a:prstGeom prst="ellipse">
            <a:avLst/>
          </a:prstGeom>
          <a:solidFill>
            <a:schemeClr val="accent1"/>
          </a:solidFill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9" name="Retângulo 88">
            <a:extLst>
              <a:ext uri="{FF2B5EF4-FFF2-40B4-BE49-F238E27FC236}">
                <a16:creationId xmlns:a16="http://schemas.microsoft.com/office/drawing/2014/main" id="{9ED5EE2A-8166-C2FC-6622-EE44FD18C282}"/>
              </a:ext>
            </a:extLst>
          </p:cNvPr>
          <p:cNvSpPr/>
          <p:nvPr/>
        </p:nvSpPr>
        <p:spPr>
          <a:xfrm>
            <a:off x="4857539" y="1187076"/>
            <a:ext cx="4061609" cy="37446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EA05AFE7-4E1A-733B-A3C8-A1009BC0E992}"/>
              </a:ext>
            </a:extLst>
          </p:cNvPr>
          <p:cNvSpPr txBox="1"/>
          <p:nvPr/>
        </p:nvSpPr>
        <p:spPr>
          <a:xfrm>
            <a:off x="4952488" y="3304080"/>
            <a:ext cx="3797486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Considerando o volume de entregas previstas para 2024, o mercado deverá apresentar alta de 1 ponto percentual na taxa de vacância em comparação a 2023. Além disso, espera-se que o inventário nacional cresça aproximadamente 9% até dezembro, se comparado ao mesmo período do ano anterior. </a:t>
            </a:r>
          </a:p>
          <a:p>
            <a:endParaRPr lang="pt-BR" sz="900" dirty="0">
              <a:solidFill>
                <a:schemeClr val="bg1">
                  <a:lumMod val="50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900" b="1" dirty="0">
                <a:solidFill>
                  <a:schemeClr val="bg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 a perspectiva de que a taxa de vacância permaneça baixa, os preços pedidos dos condomínios logísticos de alto padrão no Brasil tendem a continuar subindo.</a:t>
            </a:r>
          </a:p>
        </p:txBody>
      </p:sp>
      <p:graphicFrame>
        <p:nvGraphicFramePr>
          <p:cNvPr id="91" name="Gráfico 90">
            <a:extLst>
              <a:ext uri="{FF2B5EF4-FFF2-40B4-BE49-F238E27FC236}">
                <a16:creationId xmlns:a16="http://schemas.microsoft.com/office/drawing/2014/main" id="{8BD6660F-71C1-7776-C4AC-F40D187C88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68644100"/>
              </p:ext>
            </p:extLst>
          </p:nvPr>
        </p:nvGraphicFramePr>
        <p:xfrm>
          <a:off x="4857539" y="1187076"/>
          <a:ext cx="3990089" cy="2103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2" name="Freeform 60">
            <a:extLst>
              <a:ext uri="{FF2B5EF4-FFF2-40B4-BE49-F238E27FC236}">
                <a16:creationId xmlns:a16="http://schemas.microsoft.com/office/drawing/2014/main" id="{58EF67D1-560F-1EBE-E912-3D01FCF9ABAD}"/>
              </a:ext>
            </a:extLst>
          </p:cNvPr>
          <p:cNvSpPr>
            <a:spLocks noEditPoints="1"/>
          </p:cNvSpPr>
          <p:nvPr/>
        </p:nvSpPr>
        <p:spPr bwMode="auto">
          <a:xfrm>
            <a:off x="798150" y="3946766"/>
            <a:ext cx="228166" cy="231327"/>
          </a:xfrm>
          <a:custGeom>
            <a:avLst/>
            <a:gdLst/>
            <a:ahLst/>
            <a:cxnLst>
              <a:cxn ang="0">
                <a:pos x="3" y="50"/>
              </a:cxn>
              <a:cxn ang="0">
                <a:pos x="7" y="60"/>
              </a:cxn>
              <a:cxn ang="0">
                <a:pos x="26" y="77"/>
              </a:cxn>
              <a:cxn ang="0">
                <a:pos x="33" y="0"/>
              </a:cxn>
              <a:cxn ang="0">
                <a:pos x="50" y="12"/>
              </a:cxn>
              <a:cxn ang="0">
                <a:pos x="57" y="16"/>
              </a:cxn>
              <a:cxn ang="0">
                <a:pos x="49" y="22"/>
              </a:cxn>
              <a:cxn ang="0">
                <a:pos x="51" y="16"/>
              </a:cxn>
              <a:cxn ang="0">
                <a:pos x="48" y="11"/>
              </a:cxn>
              <a:cxn ang="0">
                <a:pos x="46" y="20"/>
              </a:cxn>
              <a:cxn ang="0">
                <a:pos x="44" y="18"/>
              </a:cxn>
              <a:cxn ang="0">
                <a:pos x="45" y="15"/>
              </a:cxn>
              <a:cxn ang="0">
                <a:pos x="29" y="16"/>
              </a:cxn>
              <a:cxn ang="0">
                <a:pos x="34" y="16"/>
              </a:cxn>
              <a:cxn ang="0">
                <a:pos x="36" y="10"/>
              </a:cxn>
              <a:cxn ang="0">
                <a:pos x="34" y="10"/>
              </a:cxn>
              <a:cxn ang="0">
                <a:pos x="42" y="16"/>
              </a:cxn>
              <a:cxn ang="0">
                <a:pos x="37" y="23"/>
              </a:cxn>
              <a:cxn ang="0">
                <a:pos x="32" y="22"/>
              </a:cxn>
              <a:cxn ang="0">
                <a:pos x="27" y="25"/>
              </a:cxn>
              <a:cxn ang="0">
                <a:pos x="23" y="23"/>
              </a:cxn>
              <a:cxn ang="0">
                <a:pos x="27" y="20"/>
              </a:cxn>
              <a:cxn ang="0">
                <a:pos x="27" y="16"/>
              </a:cxn>
              <a:cxn ang="0">
                <a:pos x="32" y="24"/>
              </a:cxn>
              <a:cxn ang="0">
                <a:pos x="15" y="16"/>
              </a:cxn>
              <a:cxn ang="0">
                <a:pos x="22" y="16"/>
              </a:cxn>
              <a:cxn ang="0">
                <a:pos x="21" y="10"/>
              </a:cxn>
              <a:cxn ang="0">
                <a:pos x="27" y="11"/>
              </a:cxn>
              <a:cxn ang="0">
                <a:pos x="22" y="12"/>
              </a:cxn>
              <a:cxn ang="0">
                <a:pos x="24" y="15"/>
              </a:cxn>
              <a:cxn ang="0">
                <a:pos x="25" y="15"/>
              </a:cxn>
              <a:cxn ang="0">
                <a:pos x="18" y="22"/>
              </a:cxn>
              <a:cxn ang="0">
                <a:pos x="17" y="24"/>
              </a:cxn>
              <a:cxn ang="0">
                <a:pos x="23" y="26"/>
              </a:cxn>
              <a:cxn ang="0">
                <a:pos x="23" y="28"/>
              </a:cxn>
              <a:cxn ang="0">
                <a:pos x="42" y="39"/>
              </a:cxn>
              <a:cxn ang="0">
                <a:pos x="48" y="39"/>
              </a:cxn>
              <a:cxn ang="0">
                <a:pos x="49" y="32"/>
              </a:cxn>
              <a:cxn ang="0">
                <a:pos x="60" y="24"/>
              </a:cxn>
              <a:cxn ang="0">
                <a:pos x="51" y="25"/>
              </a:cxn>
              <a:cxn ang="0">
                <a:pos x="53" y="30"/>
              </a:cxn>
              <a:cxn ang="0">
                <a:pos x="54" y="28"/>
              </a:cxn>
              <a:cxn ang="0">
                <a:pos x="53" y="26"/>
              </a:cxn>
              <a:cxn ang="0">
                <a:pos x="56" y="33"/>
              </a:cxn>
              <a:cxn ang="0">
                <a:pos x="52" y="31"/>
              </a:cxn>
              <a:cxn ang="0">
                <a:pos x="42" y="31"/>
              </a:cxn>
              <a:cxn ang="0">
                <a:pos x="47" y="26"/>
              </a:cxn>
              <a:cxn ang="0">
                <a:pos x="39" y="28"/>
              </a:cxn>
              <a:cxn ang="0">
                <a:pos x="41" y="31"/>
              </a:cxn>
              <a:cxn ang="0">
                <a:pos x="40" y="35"/>
              </a:cxn>
              <a:cxn ang="0">
                <a:pos x="32" y="36"/>
              </a:cxn>
              <a:cxn ang="0">
                <a:pos x="25" y="32"/>
              </a:cxn>
              <a:cxn ang="0">
                <a:pos x="30" y="30"/>
              </a:cxn>
              <a:cxn ang="0">
                <a:pos x="37" y="30"/>
              </a:cxn>
              <a:cxn ang="0">
                <a:pos x="31" y="28"/>
              </a:cxn>
              <a:cxn ang="0">
                <a:pos x="38" y="25"/>
              </a:cxn>
              <a:cxn ang="0">
                <a:pos x="39" y="25"/>
              </a:cxn>
              <a:cxn ang="0">
                <a:pos x="44" y="23"/>
              </a:cxn>
              <a:cxn ang="0">
                <a:pos x="48" y="23"/>
              </a:cxn>
              <a:cxn ang="0">
                <a:pos x="57" y="19"/>
              </a:cxn>
            </a:cxnLst>
            <a:rect l="0" t="0" r="r" b="b"/>
            <a:pathLst>
              <a:path w="68" h="77">
                <a:moveTo>
                  <a:pt x="33" y="0"/>
                </a:moveTo>
                <a:cubicBezTo>
                  <a:pt x="17" y="0"/>
                  <a:pt x="6" y="13"/>
                  <a:pt x="6" y="29"/>
                </a:cubicBezTo>
                <a:cubicBezTo>
                  <a:pt x="6" y="30"/>
                  <a:pt x="6" y="31"/>
                  <a:pt x="6" y="33"/>
                </a:cubicBezTo>
                <a:cubicBezTo>
                  <a:pt x="6" y="35"/>
                  <a:pt x="2" y="44"/>
                  <a:pt x="1" y="46"/>
                </a:cubicBezTo>
                <a:cubicBezTo>
                  <a:pt x="0" y="47"/>
                  <a:pt x="1" y="50"/>
                  <a:pt x="3" y="50"/>
                </a:cubicBezTo>
                <a:cubicBezTo>
                  <a:pt x="6" y="50"/>
                  <a:pt x="6" y="51"/>
                  <a:pt x="5" y="52"/>
                </a:cubicBezTo>
                <a:cubicBezTo>
                  <a:pt x="4" y="53"/>
                  <a:pt x="5" y="55"/>
                  <a:pt x="5" y="55"/>
                </a:cubicBezTo>
                <a:cubicBezTo>
                  <a:pt x="5" y="55"/>
                  <a:pt x="8" y="56"/>
                  <a:pt x="8" y="56"/>
                </a:cubicBezTo>
                <a:cubicBezTo>
                  <a:pt x="8" y="56"/>
                  <a:pt x="7" y="57"/>
                  <a:pt x="7" y="58"/>
                </a:cubicBezTo>
                <a:cubicBezTo>
                  <a:pt x="7" y="58"/>
                  <a:pt x="7" y="60"/>
                  <a:pt x="7" y="60"/>
                </a:cubicBezTo>
                <a:cubicBezTo>
                  <a:pt x="7" y="60"/>
                  <a:pt x="8" y="61"/>
                  <a:pt x="9" y="62"/>
                </a:cubicBezTo>
                <a:cubicBezTo>
                  <a:pt x="11" y="63"/>
                  <a:pt x="10" y="66"/>
                  <a:pt x="10" y="67"/>
                </a:cubicBezTo>
                <a:cubicBezTo>
                  <a:pt x="10" y="68"/>
                  <a:pt x="11" y="72"/>
                  <a:pt x="15" y="72"/>
                </a:cubicBezTo>
                <a:cubicBezTo>
                  <a:pt x="18" y="72"/>
                  <a:pt x="24" y="69"/>
                  <a:pt x="24" y="69"/>
                </a:cubicBezTo>
                <a:cubicBezTo>
                  <a:pt x="26" y="77"/>
                  <a:pt x="26" y="77"/>
                  <a:pt x="26" y="77"/>
                </a:cubicBezTo>
                <a:cubicBezTo>
                  <a:pt x="27" y="77"/>
                  <a:pt x="47" y="70"/>
                  <a:pt x="52" y="69"/>
                </a:cubicBezTo>
                <a:cubicBezTo>
                  <a:pt x="53" y="69"/>
                  <a:pt x="53" y="68"/>
                  <a:pt x="54" y="68"/>
                </a:cubicBezTo>
                <a:cubicBezTo>
                  <a:pt x="52" y="58"/>
                  <a:pt x="52" y="58"/>
                  <a:pt x="52" y="58"/>
                </a:cubicBezTo>
                <a:cubicBezTo>
                  <a:pt x="56" y="52"/>
                  <a:pt x="64" y="43"/>
                  <a:pt x="65" y="34"/>
                </a:cubicBezTo>
                <a:cubicBezTo>
                  <a:pt x="68" y="12"/>
                  <a:pt x="52" y="0"/>
                  <a:pt x="33" y="0"/>
                </a:cubicBezTo>
                <a:close/>
                <a:moveTo>
                  <a:pt x="50" y="16"/>
                </a:moveTo>
                <a:cubicBezTo>
                  <a:pt x="50" y="16"/>
                  <a:pt x="50" y="16"/>
                  <a:pt x="50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50" y="15"/>
                  <a:pt x="50" y="14"/>
                  <a:pt x="50" y="13"/>
                </a:cubicBezTo>
                <a:cubicBezTo>
                  <a:pt x="50" y="13"/>
                  <a:pt x="50" y="12"/>
                  <a:pt x="50" y="12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5" y="12"/>
                  <a:pt x="56" y="14"/>
                  <a:pt x="57" y="16"/>
                </a:cubicBezTo>
                <a:cubicBezTo>
                  <a:pt x="57" y="16"/>
                  <a:pt x="57" y="16"/>
                  <a:pt x="57" y="16"/>
                </a:cubicBezTo>
                <a:cubicBezTo>
                  <a:pt x="57" y="17"/>
                  <a:pt x="57" y="17"/>
                  <a:pt x="56" y="18"/>
                </a:cubicBezTo>
                <a:cubicBezTo>
                  <a:pt x="55" y="18"/>
                  <a:pt x="55" y="18"/>
                  <a:pt x="54" y="19"/>
                </a:cubicBezTo>
                <a:cubicBezTo>
                  <a:pt x="53" y="20"/>
                  <a:pt x="53" y="21"/>
                  <a:pt x="52" y="22"/>
                </a:cubicBezTo>
                <a:cubicBezTo>
                  <a:pt x="51" y="22"/>
                  <a:pt x="51" y="22"/>
                  <a:pt x="50" y="22"/>
                </a:cubicBezTo>
                <a:cubicBezTo>
                  <a:pt x="50" y="22"/>
                  <a:pt x="49" y="22"/>
                  <a:pt x="49" y="22"/>
                </a:cubicBezTo>
                <a:cubicBezTo>
                  <a:pt x="49" y="22"/>
                  <a:pt x="49" y="21"/>
                  <a:pt x="48" y="21"/>
                </a:cubicBezTo>
                <a:cubicBezTo>
                  <a:pt x="48" y="21"/>
                  <a:pt x="48" y="20"/>
                  <a:pt x="48" y="20"/>
                </a:cubicBezTo>
                <a:cubicBezTo>
                  <a:pt x="48" y="19"/>
                  <a:pt x="48" y="19"/>
                  <a:pt x="48" y="18"/>
                </a:cubicBezTo>
                <a:cubicBezTo>
                  <a:pt x="49" y="17"/>
                  <a:pt x="50" y="17"/>
                  <a:pt x="51" y="17"/>
                </a:cubicBezTo>
                <a:cubicBezTo>
                  <a:pt x="51" y="16"/>
                  <a:pt x="51" y="16"/>
                  <a:pt x="51" y="16"/>
                </a:cubicBezTo>
                <a:cubicBezTo>
                  <a:pt x="51" y="16"/>
                  <a:pt x="51" y="16"/>
                  <a:pt x="50" y="16"/>
                </a:cubicBezTo>
                <a:close/>
                <a:moveTo>
                  <a:pt x="43" y="7"/>
                </a:moveTo>
                <a:cubicBezTo>
                  <a:pt x="43" y="7"/>
                  <a:pt x="43" y="7"/>
                  <a:pt x="43" y="7"/>
                </a:cubicBezTo>
                <a:cubicBezTo>
                  <a:pt x="45" y="7"/>
                  <a:pt x="46" y="8"/>
                  <a:pt x="48" y="9"/>
                </a:cubicBezTo>
                <a:cubicBezTo>
                  <a:pt x="48" y="9"/>
                  <a:pt x="49" y="10"/>
                  <a:pt x="48" y="11"/>
                </a:cubicBezTo>
                <a:cubicBezTo>
                  <a:pt x="48" y="12"/>
                  <a:pt x="48" y="13"/>
                  <a:pt x="48" y="13"/>
                </a:cubicBezTo>
                <a:cubicBezTo>
                  <a:pt x="48" y="14"/>
                  <a:pt x="48" y="15"/>
                  <a:pt x="48" y="16"/>
                </a:cubicBezTo>
                <a:cubicBezTo>
                  <a:pt x="48" y="16"/>
                  <a:pt x="48" y="16"/>
                  <a:pt x="48" y="16"/>
                </a:cubicBezTo>
                <a:cubicBezTo>
                  <a:pt x="47" y="17"/>
                  <a:pt x="46" y="19"/>
                  <a:pt x="46" y="19"/>
                </a:cubicBezTo>
                <a:cubicBezTo>
                  <a:pt x="46" y="20"/>
                  <a:pt x="46" y="20"/>
                  <a:pt x="46" y="20"/>
                </a:cubicBezTo>
                <a:cubicBezTo>
                  <a:pt x="45" y="20"/>
                  <a:pt x="45" y="20"/>
                  <a:pt x="45" y="20"/>
                </a:cubicBezTo>
                <a:cubicBezTo>
                  <a:pt x="44" y="21"/>
                  <a:pt x="44" y="21"/>
                  <a:pt x="44" y="21"/>
                </a:cubicBezTo>
                <a:cubicBezTo>
                  <a:pt x="44" y="21"/>
                  <a:pt x="44" y="21"/>
                  <a:pt x="43" y="21"/>
                </a:cubicBezTo>
                <a:cubicBezTo>
                  <a:pt x="43" y="20"/>
                  <a:pt x="43" y="20"/>
                  <a:pt x="43" y="20"/>
                </a:cubicBezTo>
                <a:cubicBezTo>
                  <a:pt x="44" y="19"/>
                  <a:pt x="44" y="18"/>
                  <a:pt x="44" y="18"/>
                </a:cubicBezTo>
                <a:cubicBezTo>
                  <a:pt x="44" y="17"/>
                  <a:pt x="44" y="17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5" y="16"/>
                  <a:pt x="45" y="16"/>
                  <a:pt x="45" y="16"/>
                </a:cubicBezTo>
                <a:cubicBezTo>
                  <a:pt x="45" y="16"/>
                  <a:pt x="45" y="16"/>
                  <a:pt x="45" y="16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39" y="13"/>
                  <a:pt x="40" y="8"/>
                  <a:pt x="43" y="7"/>
                </a:cubicBezTo>
                <a:close/>
                <a:moveTo>
                  <a:pt x="29" y="16"/>
                </a:move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6"/>
                  <a:pt x="30" y="16"/>
                  <a:pt x="33" y="18"/>
                </a:cubicBezTo>
                <a:cubicBezTo>
                  <a:pt x="33" y="18"/>
                  <a:pt x="33" y="18"/>
                  <a:pt x="33" y="18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7"/>
                  <a:pt x="34" y="17"/>
                  <a:pt x="34" y="17"/>
                </a:cubicBezTo>
                <a:cubicBezTo>
                  <a:pt x="34" y="16"/>
                  <a:pt x="34" y="16"/>
                  <a:pt x="34" y="16"/>
                </a:cubicBezTo>
                <a:cubicBezTo>
                  <a:pt x="32" y="15"/>
                  <a:pt x="30" y="14"/>
                  <a:pt x="29" y="13"/>
                </a:cubicBezTo>
                <a:cubicBezTo>
                  <a:pt x="27" y="8"/>
                  <a:pt x="31" y="6"/>
                  <a:pt x="31" y="6"/>
                </a:cubicBezTo>
                <a:cubicBezTo>
                  <a:pt x="32" y="6"/>
                  <a:pt x="34" y="6"/>
                  <a:pt x="35" y="6"/>
                </a:cubicBezTo>
                <a:cubicBezTo>
                  <a:pt x="37" y="6"/>
                  <a:pt x="39" y="6"/>
                  <a:pt x="40" y="7"/>
                </a:cubicBezTo>
                <a:cubicBezTo>
                  <a:pt x="40" y="11"/>
                  <a:pt x="36" y="12"/>
                  <a:pt x="36" y="10"/>
                </a:cubicBezTo>
                <a:cubicBezTo>
                  <a:pt x="36" y="9"/>
                  <a:pt x="36" y="9"/>
                  <a:pt x="36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10"/>
                  <a:pt x="34" y="10"/>
                  <a:pt x="34" y="10"/>
                </a:cubicBezTo>
                <a:cubicBezTo>
                  <a:pt x="35" y="11"/>
                  <a:pt x="35" y="11"/>
                  <a:pt x="35" y="11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3"/>
                  <a:pt x="37" y="13"/>
                </a:cubicBezTo>
                <a:cubicBezTo>
                  <a:pt x="38" y="14"/>
                  <a:pt x="39" y="14"/>
                  <a:pt x="40" y="15"/>
                </a:cubicBezTo>
                <a:cubicBezTo>
                  <a:pt x="41" y="15"/>
                  <a:pt x="41" y="15"/>
                  <a:pt x="42" y="16"/>
                </a:cubicBezTo>
                <a:cubicBezTo>
                  <a:pt x="42" y="16"/>
                  <a:pt x="42" y="17"/>
                  <a:pt x="42" y="18"/>
                </a:cubicBezTo>
                <a:cubicBezTo>
                  <a:pt x="42" y="18"/>
                  <a:pt x="42" y="19"/>
                  <a:pt x="42" y="19"/>
                </a:cubicBezTo>
                <a:cubicBezTo>
                  <a:pt x="41" y="20"/>
                  <a:pt x="41" y="21"/>
                  <a:pt x="40" y="22"/>
                </a:cubicBezTo>
                <a:cubicBezTo>
                  <a:pt x="40" y="22"/>
                  <a:pt x="39" y="22"/>
                  <a:pt x="39" y="23"/>
                </a:cubicBezTo>
                <a:cubicBezTo>
                  <a:pt x="38" y="23"/>
                  <a:pt x="37" y="23"/>
                  <a:pt x="37" y="23"/>
                </a:cubicBezTo>
                <a:cubicBezTo>
                  <a:pt x="36" y="23"/>
                  <a:pt x="34" y="23"/>
                  <a:pt x="34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2" y="22"/>
                  <a:pt x="32" y="22"/>
                  <a:pt x="32" y="22"/>
                </a:cubicBezTo>
                <a:cubicBezTo>
                  <a:pt x="32" y="22"/>
                  <a:pt x="32" y="22"/>
                  <a:pt x="32" y="22"/>
                </a:cubicBezTo>
                <a:cubicBezTo>
                  <a:pt x="32" y="22"/>
                  <a:pt x="32" y="22"/>
                  <a:pt x="32" y="22"/>
                </a:cubicBezTo>
                <a:cubicBezTo>
                  <a:pt x="31" y="22"/>
                  <a:pt x="31" y="22"/>
                  <a:pt x="31" y="22"/>
                </a:cubicBezTo>
                <a:cubicBezTo>
                  <a:pt x="31" y="23"/>
                  <a:pt x="31" y="23"/>
                  <a:pt x="31" y="24"/>
                </a:cubicBezTo>
                <a:cubicBezTo>
                  <a:pt x="30" y="24"/>
                  <a:pt x="30" y="25"/>
                  <a:pt x="29" y="25"/>
                </a:cubicBezTo>
                <a:cubicBezTo>
                  <a:pt x="29" y="25"/>
                  <a:pt x="28" y="25"/>
                  <a:pt x="27" y="25"/>
                </a:cubicBezTo>
                <a:cubicBezTo>
                  <a:pt x="27" y="25"/>
                  <a:pt x="27" y="25"/>
                  <a:pt x="27" y="25"/>
                </a:cubicBezTo>
                <a:cubicBezTo>
                  <a:pt x="26" y="25"/>
                  <a:pt x="26" y="25"/>
                  <a:pt x="25" y="25"/>
                </a:cubicBezTo>
                <a:cubicBezTo>
                  <a:pt x="24" y="25"/>
                  <a:pt x="24" y="25"/>
                  <a:pt x="24" y="25"/>
                </a:cubicBezTo>
                <a:cubicBezTo>
                  <a:pt x="24" y="25"/>
                  <a:pt x="24" y="25"/>
                  <a:pt x="24" y="25"/>
                </a:cubicBezTo>
                <a:cubicBezTo>
                  <a:pt x="24" y="25"/>
                  <a:pt x="24" y="24"/>
                  <a:pt x="23" y="24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2"/>
                  <a:pt x="23" y="22"/>
                  <a:pt x="24" y="21"/>
                </a:cubicBezTo>
                <a:cubicBezTo>
                  <a:pt x="24" y="21"/>
                  <a:pt x="25" y="21"/>
                  <a:pt x="25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6" y="20"/>
                  <a:pt x="26" y="20"/>
                  <a:pt x="26" y="20"/>
                </a:cubicBezTo>
                <a:cubicBezTo>
                  <a:pt x="27" y="20"/>
                  <a:pt x="27" y="20"/>
                  <a:pt x="27" y="20"/>
                </a:cubicBezTo>
                <a:cubicBezTo>
                  <a:pt x="27" y="19"/>
                  <a:pt x="27" y="19"/>
                  <a:pt x="27" y="19"/>
                </a:cubicBezTo>
                <a:cubicBezTo>
                  <a:pt x="27" y="19"/>
                  <a:pt x="27" y="18"/>
                  <a:pt x="26" y="18"/>
                </a:cubicBezTo>
                <a:cubicBezTo>
                  <a:pt x="26" y="18"/>
                  <a:pt x="26" y="18"/>
                  <a:pt x="25" y="19"/>
                </a:cubicBezTo>
                <a:cubicBezTo>
                  <a:pt x="25" y="18"/>
                  <a:pt x="26" y="17"/>
                  <a:pt x="26" y="17"/>
                </a:cubicBezTo>
                <a:cubicBezTo>
                  <a:pt x="26" y="16"/>
                  <a:pt x="26" y="16"/>
                  <a:pt x="27" y="16"/>
                </a:cubicBezTo>
                <a:cubicBezTo>
                  <a:pt x="27" y="16"/>
                  <a:pt x="28" y="16"/>
                  <a:pt x="28" y="16"/>
                </a:cubicBezTo>
                <a:lnTo>
                  <a:pt x="29" y="16"/>
                </a:lnTo>
                <a:close/>
                <a:moveTo>
                  <a:pt x="33" y="24"/>
                </a:moveTo>
                <a:cubicBezTo>
                  <a:pt x="33" y="24"/>
                  <a:pt x="33" y="24"/>
                  <a:pt x="3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3"/>
                  <a:pt x="32" y="23"/>
                  <a:pt x="32" y="23"/>
                </a:cubicBezTo>
                <a:cubicBezTo>
                  <a:pt x="33" y="24"/>
                  <a:pt x="33" y="24"/>
                  <a:pt x="33" y="24"/>
                </a:cubicBezTo>
                <a:close/>
                <a:moveTo>
                  <a:pt x="15" y="22"/>
                </a:moveTo>
                <a:cubicBezTo>
                  <a:pt x="15" y="22"/>
                  <a:pt x="14" y="20"/>
                  <a:pt x="14" y="19"/>
                </a:cubicBezTo>
                <a:cubicBezTo>
                  <a:pt x="14" y="18"/>
                  <a:pt x="15" y="17"/>
                  <a:pt x="15" y="16"/>
                </a:cubicBezTo>
                <a:cubicBezTo>
                  <a:pt x="16" y="16"/>
                  <a:pt x="17" y="16"/>
                  <a:pt x="18" y="16"/>
                </a:cubicBezTo>
                <a:cubicBezTo>
                  <a:pt x="19" y="16"/>
                  <a:pt x="20" y="16"/>
                  <a:pt x="21" y="17"/>
                </a:cubicBezTo>
                <a:cubicBezTo>
                  <a:pt x="22" y="17"/>
                  <a:pt x="22" y="17"/>
                  <a:pt x="22" y="17"/>
                </a:cubicBezTo>
                <a:cubicBezTo>
                  <a:pt x="22" y="17"/>
                  <a:pt x="22" y="17"/>
                  <a:pt x="22" y="16"/>
                </a:cubicBezTo>
                <a:cubicBezTo>
                  <a:pt x="22" y="16"/>
                  <a:pt x="22" y="16"/>
                  <a:pt x="22" y="16"/>
                </a:cubicBezTo>
                <a:cubicBezTo>
                  <a:pt x="22" y="15"/>
                  <a:pt x="22" y="15"/>
                  <a:pt x="22" y="15"/>
                </a:cubicBezTo>
                <a:cubicBezTo>
                  <a:pt x="20" y="15"/>
                  <a:pt x="19" y="14"/>
                  <a:pt x="18" y="14"/>
                </a:cubicBezTo>
                <a:cubicBezTo>
                  <a:pt x="17" y="14"/>
                  <a:pt x="17" y="14"/>
                  <a:pt x="17" y="14"/>
                </a:cubicBezTo>
                <a:cubicBezTo>
                  <a:pt x="17" y="14"/>
                  <a:pt x="17" y="12"/>
                  <a:pt x="17" y="12"/>
                </a:cubicBezTo>
                <a:cubicBezTo>
                  <a:pt x="18" y="11"/>
                  <a:pt x="19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1" y="10"/>
                  <a:pt x="21" y="10"/>
                </a:cubicBezTo>
                <a:cubicBezTo>
                  <a:pt x="21" y="10"/>
                  <a:pt x="22" y="8"/>
                  <a:pt x="26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7" y="8"/>
                  <a:pt x="28" y="9"/>
                  <a:pt x="27" y="11"/>
                </a:cubicBezTo>
                <a:cubicBezTo>
                  <a:pt x="27" y="11"/>
                  <a:pt x="26" y="12"/>
                  <a:pt x="26" y="12"/>
                </a:cubicBezTo>
                <a:cubicBezTo>
                  <a:pt x="25" y="13"/>
                  <a:pt x="25" y="13"/>
                  <a:pt x="24" y="13"/>
                </a:cubicBezTo>
                <a:cubicBezTo>
                  <a:pt x="24" y="13"/>
                  <a:pt x="23" y="13"/>
                  <a:pt x="23" y="13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2"/>
                  <a:pt x="22" y="12"/>
                  <a:pt x="22" y="12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3"/>
                  <a:pt x="21" y="13"/>
                  <a:pt x="21" y="13"/>
                </a:cubicBezTo>
                <a:cubicBezTo>
                  <a:pt x="21" y="14"/>
                  <a:pt x="21" y="14"/>
                  <a:pt x="21" y="14"/>
                </a:cubicBezTo>
                <a:cubicBezTo>
                  <a:pt x="22" y="14"/>
                  <a:pt x="23" y="15"/>
                  <a:pt x="24" y="15"/>
                </a:cubicBezTo>
                <a:cubicBezTo>
                  <a:pt x="25" y="15"/>
                  <a:pt x="26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7" y="14"/>
                  <a:pt x="27" y="14"/>
                  <a:pt x="27" y="14"/>
                </a:cubicBezTo>
                <a:cubicBezTo>
                  <a:pt x="26" y="14"/>
                  <a:pt x="25" y="15"/>
                  <a:pt x="25" y="15"/>
                </a:cubicBezTo>
                <a:cubicBezTo>
                  <a:pt x="24" y="16"/>
                  <a:pt x="24" y="17"/>
                  <a:pt x="24" y="19"/>
                </a:cubicBezTo>
                <a:cubicBezTo>
                  <a:pt x="24" y="19"/>
                  <a:pt x="24" y="19"/>
                  <a:pt x="24" y="19"/>
                </a:cubicBezTo>
                <a:cubicBezTo>
                  <a:pt x="23" y="19"/>
                  <a:pt x="23" y="20"/>
                  <a:pt x="23" y="20"/>
                </a:cubicBezTo>
                <a:cubicBezTo>
                  <a:pt x="22" y="21"/>
                  <a:pt x="21" y="22"/>
                  <a:pt x="21" y="23"/>
                </a:cubicBezTo>
                <a:cubicBezTo>
                  <a:pt x="20" y="22"/>
                  <a:pt x="19" y="22"/>
                  <a:pt x="18" y="22"/>
                </a:cubicBezTo>
                <a:cubicBezTo>
                  <a:pt x="17" y="22"/>
                  <a:pt x="16" y="22"/>
                  <a:pt x="16" y="22"/>
                </a:cubicBezTo>
                <a:lnTo>
                  <a:pt x="15" y="22"/>
                </a:lnTo>
                <a:close/>
                <a:moveTo>
                  <a:pt x="23" y="28"/>
                </a:moveTo>
                <a:cubicBezTo>
                  <a:pt x="23" y="28"/>
                  <a:pt x="23" y="28"/>
                  <a:pt x="23" y="28"/>
                </a:cubicBezTo>
                <a:cubicBezTo>
                  <a:pt x="21" y="28"/>
                  <a:pt x="18" y="28"/>
                  <a:pt x="17" y="24"/>
                </a:cubicBezTo>
                <a:cubicBezTo>
                  <a:pt x="17" y="24"/>
                  <a:pt x="17" y="24"/>
                  <a:pt x="17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9" y="24"/>
                  <a:pt x="20" y="24"/>
                  <a:pt x="21" y="25"/>
                </a:cubicBezTo>
                <a:cubicBezTo>
                  <a:pt x="22" y="25"/>
                  <a:pt x="22" y="25"/>
                  <a:pt x="22" y="25"/>
                </a:cubicBezTo>
                <a:cubicBezTo>
                  <a:pt x="22" y="26"/>
                  <a:pt x="23" y="26"/>
                  <a:pt x="23" y="26"/>
                </a:cubicBezTo>
                <a:cubicBezTo>
                  <a:pt x="23" y="26"/>
                  <a:pt x="23" y="26"/>
                  <a:pt x="23" y="26"/>
                </a:cubicBezTo>
                <a:cubicBezTo>
                  <a:pt x="24" y="26"/>
                  <a:pt x="24" y="27"/>
                  <a:pt x="25" y="27"/>
                </a:cubicBezTo>
                <a:cubicBezTo>
                  <a:pt x="25" y="27"/>
                  <a:pt x="26" y="27"/>
                  <a:pt x="27" y="27"/>
                </a:cubicBezTo>
                <a:cubicBezTo>
                  <a:pt x="26" y="27"/>
                  <a:pt x="25" y="27"/>
                  <a:pt x="24" y="28"/>
                </a:cubicBezTo>
                <a:lnTo>
                  <a:pt x="23" y="28"/>
                </a:lnTo>
                <a:close/>
                <a:moveTo>
                  <a:pt x="41" y="43"/>
                </a:moveTo>
                <a:cubicBezTo>
                  <a:pt x="37" y="38"/>
                  <a:pt x="37" y="38"/>
                  <a:pt x="37" y="38"/>
                </a:cubicBezTo>
                <a:cubicBezTo>
                  <a:pt x="38" y="38"/>
                  <a:pt x="38" y="38"/>
                  <a:pt x="38" y="38"/>
                </a:cubicBezTo>
                <a:cubicBezTo>
                  <a:pt x="38" y="38"/>
                  <a:pt x="39" y="37"/>
                  <a:pt x="40" y="37"/>
                </a:cubicBezTo>
                <a:cubicBezTo>
                  <a:pt x="40" y="37"/>
                  <a:pt x="41" y="38"/>
                  <a:pt x="42" y="39"/>
                </a:cubicBezTo>
                <a:cubicBezTo>
                  <a:pt x="43" y="40"/>
                  <a:pt x="43" y="41"/>
                  <a:pt x="43" y="41"/>
                </a:cubicBezTo>
                <a:cubicBezTo>
                  <a:pt x="43" y="41"/>
                  <a:pt x="44" y="42"/>
                  <a:pt x="45" y="43"/>
                </a:cubicBezTo>
                <a:lnTo>
                  <a:pt x="41" y="43"/>
                </a:lnTo>
                <a:close/>
                <a:moveTo>
                  <a:pt x="53" y="35"/>
                </a:moveTo>
                <a:cubicBezTo>
                  <a:pt x="52" y="37"/>
                  <a:pt x="48" y="39"/>
                  <a:pt x="48" y="39"/>
                </a:cubicBezTo>
                <a:cubicBezTo>
                  <a:pt x="43" y="37"/>
                  <a:pt x="43" y="37"/>
                  <a:pt x="43" y="37"/>
                </a:cubicBezTo>
                <a:cubicBezTo>
                  <a:pt x="42" y="36"/>
                  <a:pt x="42" y="36"/>
                  <a:pt x="42" y="35"/>
                </a:cubicBezTo>
                <a:cubicBezTo>
                  <a:pt x="42" y="35"/>
                  <a:pt x="42" y="35"/>
                  <a:pt x="42" y="35"/>
                </a:cubicBezTo>
                <a:cubicBezTo>
                  <a:pt x="43" y="34"/>
                  <a:pt x="44" y="34"/>
                  <a:pt x="44" y="33"/>
                </a:cubicBezTo>
                <a:cubicBezTo>
                  <a:pt x="46" y="33"/>
                  <a:pt x="47" y="32"/>
                  <a:pt x="49" y="32"/>
                </a:cubicBezTo>
                <a:cubicBezTo>
                  <a:pt x="50" y="32"/>
                  <a:pt x="50" y="32"/>
                  <a:pt x="51" y="32"/>
                </a:cubicBezTo>
                <a:cubicBezTo>
                  <a:pt x="51" y="33"/>
                  <a:pt x="52" y="33"/>
                  <a:pt x="52" y="33"/>
                </a:cubicBezTo>
                <a:cubicBezTo>
                  <a:pt x="53" y="34"/>
                  <a:pt x="53" y="34"/>
                  <a:pt x="53" y="34"/>
                </a:cubicBezTo>
                <a:cubicBezTo>
                  <a:pt x="53" y="34"/>
                  <a:pt x="53" y="35"/>
                  <a:pt x="53" y="35"/>
                </a:cubicBezTo>
                <a:close/>
                <a:moveTo>
                  <a:pt x="60" y="24"/>
                </a:moveTo>
                <a:cubicBezTo>
                  <a:pt x="60" y="24"/>
                  <a:pt x="60" y="24"/>
                  <a:pt x="60" y="24"/>
                </a:cubicBezTo>
                <a:cubicBezTo>
                  <a:pt x="59" y="24"/>
                  <a:pt x="59" y="24"/>
                  <a:pt x="59" y="24"/>
                </a:cubicBezTo>
                <a:cubicBezTo>
                  <a:pt x="58" y="23"/>
                  <a:pt x="56" y="23"/>
                  <a:pt x="55" y="23"/>
                </a:cubicBezTo>
                <a:cubicBezTo>
                  <a:pt x="54" y="23"/>
                  <a:pt x="54" y="23"/>
                  <a:pt x="53" y="24"/>
                </a:cubicBezTo>
                <a:cubicBezTo>
                  <a:pt x="52" y="24"/>
                  <a:pt x="52" y="25"/>
                  <a:pt x="51" y="25"/>
                </a:cubicBezTo>
                <a:cubicBezTo>
                  <a:pt x="51" y="26"/>
                  <a:pt x="51" y="27"/>
                  <a:pt x="51" y="28"/>
                </a:cubicBezTo>
                <a:cubicBezTo>
                  <a:pt x="51" y="28"/>
                  <a:pt x="51" y="28"/>
                  <a:pt x="51" y="29"/>
                </a:cubicBezTo>
                <a:cubicBezTo>
                  <a:pt x="52" y="29"/>
                  <a:pt x="52" y="29"/>
                  <a:pt x="52" y="29"/>
                </a:cubicBezTo>
                <a:cubicBezTo>
                  <a:pt x="52" y="30"/>
                  <a:pt x="52" y="30"/>
                  <a:pt x="52" y="30"/>
                </a:cubicBezTo>
                <a:cubicBezTo>
                  <a:pt x="53" y="30"/>
                  <a:pt x="53" y="30"/>
                  <a:pt x="53" y="30"/>
                </a:cubicBezTo>
                <a:cubicBezTo>
                  <a:pt x="54" y="30"/>
                  <a:pt x="54" y="30"/>
                  <a:pt x="54" y="30"/>
                </a:cubicBezTo>
                <a:cubicBezTo>
                  <a:pt x="55" y="29"/>
                  <a:pt x="55" y="29"/>
                  <a:pt x="55" y="29"/>
                </a:cubicBezTo>
                <a:cubicBezTo>
                  <a:pt x="55" y="29"/>
                  <a:pt x="55" y="29"/>
                  <a:pt x="55" y="29"/>
                </a:cubicBezTo>
                <a:cubicBezTo>
                  <a:pt x="55" y="28"/>
                  <a:pt x="54" y="28"/>
                  <a:pt x="54" y="28"/>
                </a:cubicBezTo>
                <a:cubicBezTo>
                  <a:pt x="54" y="28"/>
                  <a:pt x="54" y="28"/>
                  <a:pt x="54" y="28"/>
                </a:cubicBezTo>
                <a:cubicBezTo>
                  <a:pt x="53" y="28"/>
                  <a:pt x="53" y="28"/>
                  <a:pt x="53" y="28"/>
                </a:cubicBezTo>
                <a:cubicBezTo>
                  <a:pt x="53" y="28"/>
                  <a:pt x="53" y="28"/>
                  <a:pt x="53" y="28"/>
                </a:cubicBezTo>
                <a:cubicBezTo>
                  <a:pt x="53" y="28"/>
                  <a:pt x="53" y="28"/>
                  <a:pt x="53" y="28"/>
                </a:cubicBezTo>
                <a:cubicBezTo>
                  <a:pt x="53" y="28"/>
                  <a:pt x="53" y="28"/>
                  <a:pt x="53" y="28"/>
                </a:cubicBezTo>
                <a:cubicBezTo>
                  <a:pt x="53" y="27"/>
                  <a:pt x="53" y="27"/>
                  <a:pt x="53" y="26"/>
                </a:cubicBezTo>
                <a:cubicBezTo>
                  <a:pt x="53" y="26"/>
                  <a:pt x="54" y="25"/>
                  <a:pt x="54" y="25"/>
                </a:cubicBezTo>
                <a:cubicBezTo>
                  <a:pt x="54" y="25"/>
                  <a:pt x="55" y="25"/>
                  <a:pt x="55" y="25"/>
                </a:cubicBezTo>
                <a:cubicBezTo>
                  <a:pt x="57" y="25"/>
                  <a:pt x="58" y="25"/>
                  <a:pt x="59" y="27"/>
                </a:cubicBezTo>
                <a:cubicBezTo>
                  <a:pt x="59" y="27"/>
                  <a:pt x="60" y="30"/>
                  <a:pt x="58" y="32"/>
                </a:cubicBezTo>
                <a:cubicBezTo>
                  <a:pt x="57" y="32"/>
                  <a:pt x="57" y="33"/>
                  <a:pt x="56" y="33"/>
                </a:cubicBezTo>
                <a:cubicBezTo>
                  <a:pt x="56" y="32"/>
                  <a:pt x="56" y="32"/>
                  <a:pt x="56" y="32"/>
                </a:cubicBezTo>
                <a:cubicBezTo>
                  <a:pt x="55" y="32"/>
                  <a:pt x="55" y="32"/>
                  <a:pt x="55" y="32"/>
                </a:cubicBezTo>
                <a:cubicBezTo>
                  <a:pt x="55" y="32"/>
                  <a:pt x="54" y="32"/>
                  <a:pt x="54" y="32"/>
                </a:cubicBezTo>
                <a:cubicBezTo>
                  <a:pt x="54" y="32"/>
                  <a:pt x="54" y="32"/>
                  <a:pt x="54" y="32"/>
                </a:cubicBezTo>
                <a:cubicBezTo>
                  <a:pt x="53" y="31"/>
                  <a:pt x="53" y="31"/>
                  <a:pt x="52" y="31"/>
                </a:cubicBezTo>
                <a:cubicBezTo>
                  <a:pt x="51" y="30"/>
                  <a:pt x="50" y="30"/>
                  <a:pt x="49" y="30"/>
                </a:cubicBezTo>
                <a:cubicBezTo>
                  <a:pt x="47" y="30"/>
                  <a:pt x="46" y="31"/>
                  <a:pt x="44" y="32"/>
                </a:cubicBezTo>
                <a:cubicBezTo>
                  <a:pt x="43" y="32"/>
                  <a:pt x="43" y="32"/>
                  <a:pt x="43" y="32"/>
                </a:cubicBezTo>
                <a:cubicBezTo>
                  <a:pt x="43" y="31"/>
                  <a:pt x="43" y="31"/>
                  <a:pt x="43" y="31"/>
                </a:cubicBezTo>
                <a:cubicBezTo>
                  <a:pt x="42" y="31"/>
                  <a:pt x="42" y="31"/>
                  <a:pt x="42" y="31"/>
                </a:cubicBezTo>
                <a:cubicBezTo>
                  <a:pt x="44" y="30"/>
                  <a:pt x="45" y="30"/>
                  <a:pt x="46" y="30"/>
                </a:cubicBezTo>
                <a:cubicBezTo>
                  <a:pt x="46" y="30"/>
                  <a:pt x="47" y="29"/>
                  <a:pt x="47" y="29"/>
                </a:cubicBezTo>
                <a:cubicBezTo>
                  <a:pt x="48" y="28"/>
                  <a:pt x="48" y="27"/>
                  <a:pt x="48" y="26"/>
                </a:cubicBezTo>
                <a:cubicBezTo>
                  <a:pt x="48" y="26"/>
                  <a:pt x="48" y="25"/>
                  <a:pt x="47" y="25"/>
                </a:cubicBezTo>
                <a:cubicBezTo>
                  <a:pt x="47" y="25"/>
                  <a:pt x="47" y="26"/>
                  <a:pt x="47" y="26"/>
                </a:cubicBezTo>
                <a:cubicBezTo>
                  <a:pt x="47" y="27"/>
                  <a:pt x="46" y="27"/>
                  <a:pt x="46" y="28"/>
                </a:cubicBezTo>
                <a:cubicBezTo>
                  <a:pt x="46" y="28"/>
                  <a:pt x="45" y="28"/>
                  <a:pt x="44" y="29"/>
                </a:cubicBezTo>
                <a:cubicBezTo>
                  <a:pt x="44" y="29"/>
                  <a:pt x="43" y="29"/>
                  <a:pt x="43" y="29"/>
                </a:cubicBezTo>
                <a:cubicBezTo>
                  <a:pt x="41" y="29"/>
                  <a:pt x="40" y="28"/>
                  <a:pt x="40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9" y="28"/>
                  <a:pt x="39" y="28"/>
                  <a:pt x="39" y="28"/>
                </a:cubicBezTo>
                <a:cubicBezTo>
                  <a:pt x="38" y="28"/>
                  <a:pt x="38" y="28"/>
                  <a:pt x="38" y="28"/>
                </a:cubicBezTo>
                <a:cubicBezTo>
                  <a:pt x="38" y="29"/>
                  <a:pt x="38" y="29"/>
                  <a:pt x="38" y="29"/>
                </a:cubicBezTo>
                <a:cubicBezTo>
                  <a:pt x="39" y="29"/>
                  <a:pt x="39" y="29"/>
                  <a:pt x="39" y="29"/>
                </a:cubicBezTo>
                <a:cubicBezTo>
                  <a:pt x="39" y="30"/>
                  <a:pt x="40" y="30"/>
                  <a:pt x="41" y="31"/>
                </a:cubicBezTo>
                <a:cubicBezTo>
                  <a:pt x="41" y="31"/>
                  <a:pt x="41" y="31"/>
                  <a:pt x="41" y="32"/>
                </a:cubicBezTo>
                <a:cubicBezTo>
                  <a:pt x="41" y="32"/>
                  <a:pt x="41" y="33"/>
                  <a:pt x="40" y="34"/>
                </a:cubicBezTo>
                <a:cubicBezTo>
                  <a:pt x="40" y="35"/>
                  <a:pt x="40" y="35"/>
                  <a:pt x="40" y="35"/>
                </a:cubicBezTo>
                <a:cubicBezTo>
                  <a:pt x="40" y="35"/>
                  <a:pt x="40" y="35"/>
                  <a:pt x="40" y="35"/>
                </a:cubicBezTo>
                <a:cubicBezTo>
                  <a:pt x="40" y="35"/>
                  <a:pt x="40" y="35"/>
                  <a:pt x="40" y="35"/>
                </a:cubicBezTo>
                <a:cubicBezTo>
                  <a:pt x="40" y="35"/>
                  <a:pt x="40" y="35"/>
                  <a:pt x="40" y="35"/>
                </a:cubicBezTo>
                <a:cubicBezTo>
                  <a:pt x="39" y="36"/>
                  <a:pt x="38" y="36"/>
                  <a:pt x="37" y="36"/>
                </a:cubicBezTo>
                <a:cubicBezTo>
                  <a:pt x="37" y="36"/>
                  <a:pt x="36" y="36"/>
                  <a:pt x="36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4" y="36"/>
                  <a:pt x="33" y="36"/>
                  <a:pt x="32" y="36"/>
                </a:cubicBezTo>
                <a:cubicBezTo>
                  <a:pt x="32" y="35"/>
                  <a:pt x="32" y="35"/>
                  <a:pt x="32" y="35"/>
                </a:cubicBezTo>
                <a:cubicBezTo>
                  <a:pt x="32" y="35"/>
                  <a:pt x="32" y="35"/>
                  <a:pt x="32" y="35"/>
                </a:cubicBezTo>
                <a:cubicBezTo>
                  <a:pt x="32" y="35"/>
                  <a:pt x="31" y="36"/>
                  <a:pt x="30" y="36"/>
                </a:cubicBezTo>
                <a:cubicBezTo>
                  <a:pt x="29" y="36"/>
                  <a:pt x="28" y="35"/>
                  <a:pt x="27" y="35"/>
                </a:cubicBezTo>
                <a:cubicBezTo>
                  <a:pt x="26" y="34"/>
                  <a:pt x="25" y="34"/>
                  <a:pt x="25" y="32"/>
                </a:cubicBezTo>
                <a:cubicBezTo>
                  <a:pt x="25" y="32"/>
                  <a:pt x="25" y="30"/>
                  <a:pt x="25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7" y="29"/>
                  <a:pt x="27" y="29"/>
                </a:cubicBezTo>
                <a:cubicBezTo>
                  <a:pt x="27" y="29"/>
                  <a:pt x="27" y="29"/>
                  <a:pt x="27" y="29"/>
                </a:cubicBezTo>
                <a:cubicBezTo>
                  <a:pt x="29" y="29"/>
                  <a:pt x="30" y="30"/>
                  <a:pt x="30" y="30"/>
                </a:cubicBezTo>
                <a:cubicBezTo>
                  <a:pt x="31" y="30"/>
                  <a:pt x="31" y="30"/>
                  <a:pt x="31" y="30"/>
                </a:cubicBezTo>
                <a:cubicBezTo>
                  <a:pt x="32" y="31"/>
                  <a:pt x="33" y="31"/>
                  <a:pt x="35" y="31"/>
                </a:cubicBezTo>
                <a:cubicBezTo>
                  <a:pt x="35" y="31"/>
                  <a:pt x="35" y="31"/>
                  <a:pt x="36" y="31"/>
                </a:cubicBezTo>
                <a:cubicBezTo>
                  <a:pt x="36" y="31"/>
                  <a:pt x="36" y="31"/>
                  <a:pt x="36" y="31"/>
                </a:cubicBezTo>
                <a:cubicBezTo>
                  <a:pt x="37" y="30"/>
                  <a:pt x="37" y="30"/>
                  <a:pt x="37" y="30"/>
                </a:cubicBezTo>
                <a:cubicBezTo>
                  <a:pt x="36" y="30"/>
                  <a:pt x="36" y="29"/>
                  <a:pt x="36" y="29"/>
                </a:cubicBezTo>
                <a:cubicBezTo>
                  <a:pt x="35" y="29"/>
                  <a:pt x="35" y="29"/>
                  <a:pt x="35" y="29"/>
                </a:cubicBezTo>
                <a:cubicBezTo>
                  <a:pt x="35" y="30"/>
                  <a:pt x="35" y="30"/>
                  <a:pt x="35" y="30"/>
                </a:cubicBezTo>
                <a:cubicBezTo>
                  <a:pt x="33" y="30"/>
                  <a:pt x="32" y="29"/>
                  <a:pt x="32" y="29"/>
                </a:cubicBezTo>
                <a:cubicBezTo>
                  <a:pt x="32" y="29"/>
                  <a:pt x="31" y="28"/>
                  <a:pt x="31" y="28"/>
                </a:cubicBezTo>
                <a:cubicBezTo>
                  <a:pt x="31" y="27"/>
                  <a:pt x="31" y="27"/>
                  <a:pt x="31" y="27"/>
                </a:cubicBezTo>
                <a:cubicBezTo>
                  <a:pt x="32" y="26"/>
                  <a:pt x="33" y="26"/>
                  <a:pt x="33" y="25"/>
                </a:cubicBezTo>
                <a:cubicBezTo>
                  <a:pt x="34" y="25"/>
                  <a:pt x="35" y="25"/>
                  <a:pt x="35" y="25"/>
                </a:cubicBezTo>
                <a:cubicBezTo>
                  <a:pt x="36" y="25"/>
                  <a:pt x="36" y="25"/>
                  <a:pt x="36" y="25"/>
                </a:cubicBezTo>
                <a:cubicBezTo>
                  <a:pt x="37" y="25"/>
                  <a:pt x="37" y="25"/>
                  <a:pt x="38" y="25"/>
                </a:cubicBezTo>
                <a:cubicBezTo>
                  <a:pt x="38" y="25"/>
                  <a:pt x="38" y="25"/>
                  <a:pt x="38" y="25"/>
                </a:cubicBezTo>
                <a:cubicBezTo>
                  <a:pt x="38" y="25"/>
                  <a:pt x="38" y="25"/>
                  <a:pt x="38" y="25"/>
                </a:cubicBezTo>
                <a:cubicBezTo>
                  <a:pt x="38" y="25"/>
                  <a:pt x="38" y="25"/>
                  <a:pt x="38" y="25"/>
                </a:cubicBezTo>
                <a:cubicBezTo>
                  <a:pt x="39" y="25"/>
                  <a:pt x="39" y="25"/>
                  <a:pt x="39" y="25"/>
                </a:cubicBezTo>
                <a:cubicBezTo>
                  <a:pt x="39" y="25"/>
                  <a:pt x="39" y="25"/>
                  <a:pt x="39" y="25"/>
                </a:cubicBezTo>
                <a:cubicBezTo>
                  <a:pt x="40" y="25"/>
                  <a:pt x="40" y="25"/>
                  <a:pt x="40" y="25"/>
                </a:cubicBezTo>
                <a:cubicBezTo>
                  <a:pt x="40" y="25"/>
                  <a:pt x="41" y="25"/>
                  <a:pt x="41" y="24"/>
                </a:cubicBezTo>
                <a:cubicBezTo>
                  <a:pt x="42" y="24"/>
                  <a:pt x="42" y="24"/>
                  <a:pt x="42" y="24"/>
                </a:cubicBezTo>
                <a:cubicBezTo>
                  <a:pt x="42" y="24"/>
                  <a:pt x="42" y="23"/>
                  <a:pt x="43" y="23"/>
                </a:cubicBezTo>
                <a:cubicBezTo>
                  <a:pt x="44" y="23"/>
                  <a:pt x="44" y="23"/>
                  <a:pt x="44" y="23"/>
                </a:cubicBezTo>
                <a:cubicBezTo>
                  <a:pt x="44" y="22"/>
                  <a:pt x="44" y="22"/>
                  <a:pt x="44" y="22"/>
                </a:cubicBezTo>
                <a:cubicBezTo>
                  <a:pt x="45" y="22"/>
                  <a:pt x="46" y="22"/>
                  <a:pt x="46" y="22"/>
                </a:cubicBezTo>
                <a:cubicBezTo>
                  <a:pt x="47" y="21"/>
                  <a:pt x="47" y="21"/>
                  <a:pt x="47" y="21"/>
                </a:cubicBezTo>
                <a:cubicBezTo>
                  <a:pt x="47" y="22"/>
                  <a:pt x="47" y="22"/>
                  <a:pt x="47" y="22"/>
                </a:cubicBezTo>
                <a:cubicBezTo>
                  <a:pt x="47" y="23"/>
                  <a:pt x="48" y="23"/>
                  <a:pt x="48" y="23"/>
                </a:cubicBezTo>
                <a:cubicBezTo>
                  <a:pt x="49" y="24"/>
                  <a:pt x="49" y="24"/>
                  <a:pt x="50" y="24"/>
                </a:cubicBezTo>
                <a:cubicBezTo>
                  <a:pt x="51" y="24"/>
                  <a:pt x="52" y="24"/>
                  <a:pt x="53" y="23"/>
                </a:cubicBezTo>
                <a:cubicBezTo>
                  <a:pt x="54" y="22"/>
                  <a:pt x="55" y="21"/>
                  <a:pt x="55" y="20"/>
                </a:cubicBezTo>
                <a:cubicBezTo>
                  <a:pt x="56" y="20"/>
                  <a:pt x="56" y="19"/>
                  <a:pt x="57" y="19"/>
                </a:cubicBezTo>
                <a:cubicBezTo>
                  <a:pt x="57" y="19"/>
                  <a:pt x="57" y="19"/>
                  <a:pt x="57" y="19"/>
                </a:cubicBezTo>
                <a:cubicBezTo>
                  <a:pt x="58" y="19"/>
                  <a:pt x="59" y="20"/>
                  <a:pt x="59" y="20"/>
                </a:cubicBezTo>
                <a:cubicBezTo>
                  <a:pt x="60" y="21"/>
                  <a:pt x="60" y="22"/>
                  <a:pt x="60" y="2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93" name="Imagem 92">
            <a:extLst>
              <a:ext uri="{FF2B5EF4-FFF2-40B4-BE49-F238E27FC236}">
                <a16:creationId xmlns:a16="http://schemas.microsoft.com/office/drawing/2014/main" id="{3B83B596-5235-F282-1EDB-E320AD425E3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73175" y="3120613"/>
            <a:ext cx="278117" cy="278117"/>
          </a:xfrm>
          <a:prstGeom prst="rect">
            <a:avLst/>
          </a:prstGeom>
        </p:spPr>
      </p:pic>
      <p:cxnSp>
        <p:nvCxnSpPr>
          <p:cNvPr id="96" name="Conector reto 95">
            <a:extLst>
              <a:ext uri="{FF2B5EF4-FFF2-40B4-BE49-F238E27FC236}">
                <a16:creationId xmlns:a16="http://schemas.microsoft.com/office/drawing/2014/main" id="{411B263B-6463-5064-411B-AD5C26647003}"/>
              </a:ext>
            </a:extLst>
          </p:cNvPr>
          <p:cNvCxnSpPr/>
          <p:nvPr/>
        </p:nvCxnSpPr>
        <p:spPr>
          <a:xfrm>
            <a:off x="296372" y="1603945"/>
            <a:ext cx="0" cy="246588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39">
            <a:extLst>
              <a:ext uri="{FF2B5EF4-FFF2-40B4-BE49-F238E27FC236}">
                <a16:creationId xmlns:a16="http://schemas.microsoft.com/office/drawing/2014/main" id="{1E9582E8-854F-3234-A2FF-EFB5BEEB26D9}"/>
              </a:ext>
            </a:extLst>
          </p:cNvPr>
          <p:cNvCxnSpPr>
            <a:cxnSpLocks/>
          </p:cNvCxnSpPr>
          <p:nvPr/>
        </p:nvCxnSpPr>
        <p:spPr>
          <a:xfrm>
            <a:off x="304235" y="2446284"/>
            <a:ext cx="342900" cy="1191"/>
          </a:xfrm>
          <a:prstGeom prst="line">
            <a:avLst/>
          </a:prstGeom>
          <a:ln w="19050">
            <a:solidFill>
              <a:schemeClr val="tx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41">
            <a:extLst>
              <a:ext uri="{FF2B5EF4-FFF2-40B4-BE49-F238E27FC236}">
                <a16:creationId xmlns:a16="http://schemas.microsoft.com/office/drawing/2014/main" id="{EA1A599E-FA22-EE06-B30C-54E8F65CBC8E}"/>
              </a:ext>
            </a:extLst>
          </p:cNvPr>
          <p:cNvCxnSpPr>
            <a:cxnSpLocks/>
          </p:cNvCxnSpPr>
          <p:nvPr/>
        </p:nvCxnSpPr>
        <p:spPr>
          <a:xfrm>
            <a:off x="304235" y="4059185"/>
            <a:ext cx="342900" cy="1191"/>
          </a:xfrm>
          <a:prstGeom prst="line">
            <a:avLst/>
          </a:prstGeom>
          <a:ln w="19050">
            <a:solidFill>
              <a:schemeClr val="tx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42">
            <a:extLst>
              <a:ext uri="{FF2B5EF4-FFF2-40B4-BE49-F238E27FC236}">
                <a16:creationId xmlns:a16="http://schemas.microsoft.com/office/drawing/2014/main" id="{29B238E4-3BEE-1595-821F-8D3019873BBE}"/>
              </a:ext>
            </a:extLst>
          </p:cNvPr>
          <p:cNvCxnSpPr>
            <a:cxnSpLocks/>
          </p:cNvCxnSpPr>
          <p:nvPr/>
        </p:nvCxnSpPr>
        <p:spPr>
          <a:xfrm>
            <a:off x="304235" y="3252735"/>
            <a:ext cx="342900" cy="1191"/>
          </a:xfrm>
          <a:prstGeom prst="line">
            <a:avLst/>
          </a:prstGeom>
          <a:ln w="19050">
            <a:solidFill>
              <a:schemeClr val="tx2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Imagem 93">
            <a:extLst>
              <a:ext uri="{FF2B5EF4-FFF2-40B4-BE49-F238E27FC236}">
                <a16:creationId xmlns:a16="http://schemas.microsoft.com/office/drawing/2014/main" id="{ADBDCC0C-0229-B9F4-FE15-EEED6731596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773175" y="2308834"/>
            <a:ext cx="278117" cy="27811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3CD8A87-A884-6F2C-BEE0-3404C1E8B669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320D0FA-908D-18C4-6493-768737EC9CFC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14EF33-0405-6A26-0DBC-DB7691C60DD4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0274C91-5D08-87FB-DA48-35FBE3323276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F311DDD-226E-2D1F-61FA-DE66852D3BEA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EA9680A-499F-4B00-9323-918860EAEA74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AF222D4-6050-9026-A3F5-E18791501C0E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CE7B6EA2-5137-6FCE-0577-66AF8CF1D57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B580062-24B4-0E44-B39F-A2540DCB255F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C83A43C-4868-885F-EE59-DB8D9668A9E9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3708459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A04F6-AE55-53C6-43D1-EBCA8FFB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3547768-D08E-2DBC-69F8-006F961B4870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0A008D9-101E-27D8-1132-1AA8E138DDAF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E86EB63-10B4-63AC-9485-5AFB1231DCF0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MERCADO</a:t>
            </a:r>
          </a:p>
        </p:txBody>
      </p:sp>
      <p:grpSp>
        <p:nvGrpSpPr>
          <p:cNvPr id="2" name="Group 68">
            <a:extLst>
              <a:ext uri="{FF2B5EF4-FFF2-40B4-BE49-F238E27FC236}">
                <a16:creationId xmlns:a16="http://schemas.microsoft.com/office/drawing/2014/main" id="{BADE8FB0-1BE6-D371-331A-E02460556294}"/>
              </a:ext>
            </a:extLst>
          </p:cNvPr>
          <p:cNvGrpSpPr/>
          <p:nvPr/>
        </p:nvGrpSpPr>
        <p:grpSpPr>
          <a:xfrm>
            <a:off x="3037090" y="1131968"/>
            <a:ext cx="2957824" cy="3046457"/>
            <a:chOff x="2163769" y="449259"/>
            <a:chExt cx="5721363" cy="5892793"/>
          </a:xfrm>
          <a:solidFill>
            <a:schemeClr val="bg1">
              <a:lumMod val="95000"/>
            </a:schemeClr>
          </a:solidFill>
          <a:effectLst>
            <a:outerShdw blurRad="38100" dist="38100" dir="8100000" algn="tr" rotWithShape="0">
              <a:schemeClr val="tx2"/>
            </a:outerShdw>
          </a:effectLst>
        </p:grpSpPr>
        <p:sp>
          <p:nvSpPr>
            <p:cNvPr id="3" name="Freeform 69">
              <a:extLst>
                <a:ext uri="{FF2B5EF4-FFF2-40B4-BE49-F238E27FC236}">
                  <a16:creationId xmlns:a16="http://schemas.microsoft.com/office/drawing/2014/main" id="{19BEA452-5B75-D817-66B9-B2B3FDEFD297}"/>
                </a:ext>
              </a:extLst>
            </p:cNvPr>
            <p:cNvSpPr/>
            <p:nvPr/>
          </p:nvSpPr>
          <p:spPr>
            <a:xfrm>
              <a:off x="4962535" y="557209"/>
              <a:ext cx="714375" cy="827086"/>
            </a:xfrm>
            <a:custGeom>
              <a:avLst/>
              <a:gdLst>
                <a:gd name="connsiteX0" fmla="*/ 489284 w 713874"/>
                <a:gd name="connsiteY0" fmla="*/ 0 h 826169"/>
                <a:gd name="connsiteX1" fmla="*/ 421105 w 713874"/>
                <a:gd name="connsiteY1" fmla="*/ 72190 h 826169"/>
                <a:gd name="connsiteX2" fmla="*/ 429126 w 713874"/>
                <a:gd name="connsiteY2" fmla="*/ 96253 h 826169"/>
                <a:gd name="connsiteX3" fmla="*/ 364958 w 713874"/>
                <a:gd name="connsiteY3" fmla="*/ 168442 h 826169"/>
                <a:gd name="connsiteX4" fmla="*/ 328863 w 713874"/>
                <a:gd name="connsiteY4" fmla="*/ 292769 h 826169"/>
                <a:gd name="connsiteX5" fmla="*/ 252663 w 713874"/>
                <a:gd name="connsiteY5" fmla="*/ 352926 h 826169"/>
                <a:gd name="connsiteX6" fmla="*/ 188495 w 713874"/>
                <a:gd name="connsiteY6" fmla="*/ 356937 h 826169"/>
                <a:gd name="connsiteX7" fmla="*/ 128337 w 713874"/>
                <a:gd name="connsiteY7" fmla="*/ 389021 h 826169"/>
                <a:gd name="connsiteX8" fmla="*/ 40105 w 713874"/>
                <a:gd name="connsiteY8" fmla="*/ 368969 h 826169"/>
                <a:gd name="connsiteX9" fmla="*/ 0 w 713874"/>
                <a:gd name="connsiteY9" fmla="*/ 312821 h 826169"/>
                <a:gd name="connsiteX10" fmla="*/ 16042 w 713874"/>
                <a:gd name="connsiteY10" fmla="*/ 413084 h 826169"/>
                <a:gd name="connsiteX11" fmla="*/ 156410 w 713874"/>
                <a:gd name="connsiteY11" fmla="*/ 465221 h 826169"/>
                <a:gd name="connsiteX12" fmla="*/ 164431 w 713874"/>
                <a:gd name="connsiteY12" fmla="*/ 521369 h 826169"/>
                <a:gd name="connsiteX13" fmla="*/ 232610 w 713874"/>
                <a:gd name="connsiteY13" fmla="*/ 565484 h 826169"/>
                <a:gd name="connsiteX14" fmla="*/ 240631 w 713874"/>
                <a:gd name="connsiteY14" fmla="*/ 649705 h 826169"/>
                <a:gd name="connsiteX15" fmla="*/ 328863 w 713874"/>
                <a:gd name="connsiteY15" fmla="*/ 701842 h 826169"/>
                <a:gd name="connsiteX16" fmla="*/ 324852 w 713874"/>
                <a:gd name="connsiteY16" fmla="*/ 741948 h 826169"/>
                <a:gd name="connsiteX17" fmla="*/ 356937 w 713874"/>
                <a:gd name="connsiteY17" fmla="*/ 774032 h 826169"/>
                <a:gd name="connsiteX18" fmla="*/ 360947 w 713874"/>
                <a:gd name="connsiteY18" fmla="*/ 822158 h 826169"/>
                <a:gd name="connsiteX19" fmla="*/ 401052 w 713874"/>
                <a:gd name="connsiteY19" fmla="*/ 826169 h 826169"/>
                <a:gd name="connsiteX20" fmla="*/ 481263 w 713874"/>
                <a:gd name="connsiteY20" fmla="*/ 709863 h 826169"/>
                <a:gd name="connsiteX21" fmla="*/ 553452 w 713874"/>
                <a:gd name="connsiteY21" fmla="*/ 665748 h 826169"/>
                <a:gd name="connsiteX22" fmla="*/ 597568 w 713874"/>
                <a:gd name="connsiteY22" fmla="*/ 593558 h 826169"/>
                <a:gd name="connsiteX23" fmla="*/ 681789 w 713874"/>
                <a:gd name="connsiteY23" fmla="*/ 493295 h 826169"/>
                <a:gd name="connsiteX24" fmla="*/ 713874 w 713874"/>
                <a:gd name="connsiteY24" fmla="*/ 385011 h 826169"/>
                <a:gd name="connsiteX25" fmla="*/ 641684 w 713874"/>
                <a:gd name="connsiteY25" fmla="*/ 372979 h 826169"/>
                <a:gd name="connsiteX26" fmla="*/ 641684 w 713874"/>
                <a:gd name="connsiteY26" fmla="*/ 372979 h 826169"/>
                <a:gd name="connsiteX27" fmla="*/ 573505 w 713874"/>
                <a:gd name="connsiteY27" fmla="*/ 220579 h 826169"/>
                <a:gd name="connsiteX28" fmla="*/ 557463 w 713874"/>
                <a:gd name="connsiteY28" fmla="*/ 76200 h 826169"/>
                <a:gd name="connsiteX29" fmla="*/ 533400 w 713874"/>
                <a:gd name="connsiteY29" fmla="*/ 112295 h 826169"/>
                <a:gd name="connsiteX30" fmla="*/ 521368 w 713874"/>
                <a:gd name="connsiteY30" fmla="*/ 40105 h 826169"/>
                <a:gd name="connsiteX31" fmla="*/ 489284 w 713874"/>
                <a:gd name="connsiteY31" fmla="*/ 0 h 826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3874" h="826169">
                  <a:moveTo>
                    <a:pt x="489284" y="0"/>
                  </a:moveTo>
                  <a:lnTo>
                    <a:pt x="421105" y="72190"/>
                  </a:lnTo>
                  <a:lnTo>
                    <a:pt x="429126" y="96253"/>
                  </a:lnTo>
                  <a:lnTo>
                    <a:pt x="364958" y="168442"/>
                  </a:lnTo>
                  <a:lnTo>
                    <a:pt x="328863" y="292769"/>
                  </a:lnTo>
                  <a:lnTo>
                    <a:pt x="252663" y="352926"/>
                  </a:lnTo>
                  <a:lnTo>
                    <a:pt x="188495" y="356937"/>
                  </a:lnTo>
                  <a:lnTo>
                    <a:pt x="128337" y="389021"/>
                  </a:lnTo>
                  <a:lnTo>
                    <a:pt x="40105" y="368969"/>
                  </a:lnTo>
                  <a:lnTo>
                    <a:pt x="0" y="312821"/>
                  </a:lnTo>
                  <a:lnTo>
                    <a:pt x="16042" y="413084"/>
                  </a:lnTo>
                  <a:lnTo>
                    <a:pt x="156410" y="465221"/>
                  </a:lnTo>
                  <a:lnTo>
                    <a:pt x="164431" y="521369"/>
                  </a:lnTo>
                  <a:lnTo>
                    <a:pt x="232610" y="565484"/>
                  </a:lnTo>
                  <a:lnTo>
                    <a:pt x="240631" y="649705"/>
                  </a:lnTo>
                  <a:lnTo>
                    <a:pt x="328863" y="701842"/>
                  </a:lnTo>
                  <a:lnTo>
                    <a:pt x="324852" y="741948"/>
                  </a:lnTo>
                  <a:lnTo>
                    <a:pt x="356937" y="774032"/>
                  </a:lnTo>
                  <a:lnTo>
                    <a:pt x="360947" y="822158"/>
                  </a:lnTo>
                  <a:lnTo>
                    <a:pt x="401052" y="826169"/>
                  </a:lnTo>
                  <a:lnTo>
                    <a:pt x="481263" y="709863"/>
                  </a:lnTo>
                  <a:lnTo>
                    <a:pt x="553452" y="665748"/>
                  </a:lnTo>
                  <a:lnTo>
                    <a:pt x="597568" y="593558"/>
                  </a:lnTo>
                  <a:lnTo>
                    <a:pt x="681789" y="493295"/>
                  </a:lnTo>
                  <a:lnTo>
                    <a:pt x="713874" y="385011"/>
                  </a:lnTo>
                  <a:lnTo>
                    <a:pt x="641684" y="372979"/>
                  </a:lnTo>
                  <a:lnTo>
                    <a:pt x="641684" y="372979"/>
                  </a:lnTo>
                  <a:lnTo>
                    <a:pt x="573505" y="220579"/>
                  </a:lnTo>
                  <a:lnTo>
                    <a:pt x="557463" y="76200"/>
                  </a:lnTo>
                  <a:lnTo>
                    <a:pt x="533400" y="112295"/>
                  </a:lnTo>
                  <a:lnTo>
                    <a:pt x="521368" y="40105"/>
                  </a:lnTo>
                  <a:lnTo>
                    <a:pt x="489284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4" name="Freeform 70">
              <a:extLst>
                <a:ext uri="{FF2B5EF4-FFF2-40B4-BE49-F238E27FC236}">
                  <a16:creationId xmlns:a16="http://schemas.microsoft.com/office/drawing/2014/main" id="{7B411112-F0DC-97D7-BB5A-3AB0D9DD432F}"/>
                </a:ext>
              </a:extLst>
            </p:cNvPr>
            <p:cNvSpPr/>
            <p:nvPr/>
          </p:nvSpPr>
          <p:spPr>
            <a:xfrm>
              <a:off x="5619761" y="858834"/>
              <a:ext cx="23813" cy="50801"/>
            </a:xfrm>
            <a:custGeom>
              <a:avLst/>
              <a:gdLst>
                <a:gd name="connsiteX0" fmla="*/ 4011 w 24063"/>
                <a:gd name="connsiteY0" fmla="*/ 0 h 52136"/>
                <a:gd name="connsiteX1" fmla="*/ 0 w 24063"/>
                <a:gd name="connsiteY1" fmla="*/ 52136 h 52136"/>
                <a:gd name="connsiteX2" fmla="*/ 24063 w 24063"/>
                <a:gd name="connsiteY2" fmla="*/ 48126 h 52136"/>
                <a:gd name="connsiteX3" fmla="*/ 4011 w 24063"/>
                <a:gd name="connsiteY3" fmla="*/ 0 h 52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" h="52136">
                  <a:moveTo>
                    <a:pt x="4011" y="0"/>
                  </a:moveTo>
                  <a:lnTo>
                    <a:pt x="0" y="52136"/>
                  </a:lnTo>
                  <a:lnTo>
                    <a:pt x="24063" y="48126"/>
                  </a:lnTo>
                  <a:lnTo>
                    <a:pt x="4011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7" name="Freeform 71">
              <a:extLst>
                <a:ext uri="{FF2B5EF4-FFF2-40B4-BE49-F238E27FC236}">
                  <a16:creationId xmlns:a16="http://schemas.microsoft.com/office/drawing/2014/main" id="{30BC08AA-FF21-9D2C-F4BD-ECA9054C3E91}"/>
                </a:ext>
              </a:extLst>
            </p:cNvPr>
            <p:cNvSpPr/>
            <p:nvPr/>
          </p:nvSpPr>
          <p:spPr>
            <a:xfrm>
              <a:off x="4368809" y="858834"/>
              <a:ext cx="1884365" cy="1760536"/>
            </a:xfrm>
            <a:custGeom>
              <a:avLst/>
              <a:gdLst>
                <a:gd name="connsiteX0" fmla="*/ 589547 w 1816768"/>
                <a:gd name="connsiteY0" fmla="*/ 12031 h 1760621"/>
                <a:gd name="connsiteX1" fmla="*/ 537410 w 1816768"/>
                <a:gd name="connsiteY1" fmla="*/ 0 h 1760621"/>
                <a:gd name="connsiteX2" fmla="*/ 477253 w 1816768"/>
                <a:gd name="connsiteY2" fmla="*/ 16042 h 1760621"/>
                <a:gd name="connsiteX3" fmla="*/ 437147 w 1816768"/>
                <a:gd name="connsiteY3" fmla="*/ 4010 h 1760621"/>
                <a:gd name="connsiteX4" fmla="*/ 449179 w 1816768"/>
                <a:gd name="connsiteY4" fmla="*/ 52136 h 1760621"/>
                <a:gd name="connsiteX5" fmla="*/ 429126 w 1816768"/>
                <a:gd name="connsiteY5" fmla="*/ 84221 h 1760621"/>
                <a:gd name="connsiteX6" fmla="*/ 344905 w 1816768"/>
                <a:gd name="connsiteY6" fmla="*/ 80210 h 1760621"/>
                <a:gd name="connsiteX7" fmla="*/ 316832 w 1816768"/>
                <a:gd name="connsiteY7" fmla="*/ 100263 h 1760621"/>
                <a:gd name="connsiteX8" fmla="*/ 268705 w 1816768"/>
                <a:gd name="connsiteY8" fmla="*/ 104273 h 1760621"/>
                <a:gd name="connsiteX9" fmla="*/ 216568 w 1816768"/>
                <a:gd name="connsiteY9" fmla="*/ 68179 h 1760621"/>
                <a:gd name="connsiteX10" fmla="*/ 204537 w 1816768"/>
                <a:gd name="connsiteY10" fmla="*/ 100263 h 1760621"/>
                <a:gd name="connsiteX11" fmla="*/ 128337 w 1816768"/>
                <a:gd name="connsiteY11" fmla="*/ 128336 h 1760621"/>
                <a:gd name="connsiteX12" fmla="*/ 100263 w 1816768"/>
                <a:gd name="connsiteY12" fmla="*/ 124326 h 1760621"/>
                <a:gd name="connsiteX13" fmla="*/ 60158 w 1816768"/>
                <a:gd name="connsiteY13" fmla="*/ 140368 h 1760621"/>
                <a:gd name="connsiteX14" fmla="*/ 68179 w 1816768"/>
                <a:gd name="connsiteY14" fmla="*/ 168442 h 1760621"/>
                <a:gd name="connsiteX15" fmla="*/ 44116 w 1816768"/>
                <a:gd name="connsiteY15" fmla="*/ 184484 h 1760621"/>
                <a:gd name="connsiteX16" fmla="*/ 0 w 1816768"/>
                <a:gd name="connsiteY16" fmla="*/ 176463 h 1760621"/>
                <a:gd name="connsiteX17" fmla="*/ 36095 w 1816768"/>
                <a:gd name="connsiteY17" fmla="*/ 429126 h 1760621"/>
                <a:gd name="connsiteX18" fmla="*/ 100263 w 1816768"/>
                <a:gd name="connsiteY18" fmla="*/ 485273 h 1760621"/>
                <a:gd name="connsiteX19" fmla="*/ 132347 w 1816768"/>
                <a:gd name="connsiteY19" fmla="*/ 573505 h 1760621"/>
                <a:gd name="connsiteX20" fmla="*/ 268705 w 1816768"/>
                <a:gd name="connsiteY20" fmla="*/ 589547 h 1760621"/>
                <a:gd name="connsiteX21" fmla="*/ 308810 w 1816768"/>
                <a:gd name="connsiteY21" fmla="*/ 633663 h 1760621"/>
                <a:gd name="connsiteX22" fmla="*/ 372979 w 1816768"/>
                <a:gd name="connsiteY22" fmla="*/ 601579 h 1760621"/>
                <a:gd name="connsiteX23" fmla="*/ 417095 w 1816768"/>
                <a:gd name="connsiteY23" fmla="*/ 597568 h 1760621"/>
                <a:gd name="connsiteX24" fmla="*/ 389021 w 1816768"/>
                <a:gd name="connsiteY24" fmla="*/ 593558 h 1760621"/>
                <a:gd name="connsiteX25" fmla="*/ 332874 w 1816768"/>
                <a:gd name="connsiteY25" fmla="*/ 589547 h 1760621"/>
                <a:gd name="connsiteX26" fmla="*/ 276726 w 1816768"/>
                <a:gd name="connsiteY26" fmla="*/ 561473 h 1760621"/>
                <a:gd name="connsiteX27" fmla="*/ 256674 w 1816768"/>
                <a:gd name="connsiteY27" fmla="*/ 521368 h 1760621"/>
                <a:gd name="connsiteX28" fmla="*/ 292768 w 1816768"/>
                <a:gd name="connsiteY28" fmla="*/ 553452 h 1760621"/>
                <a:gd name="connsiteX29" fmla="*/ 328863 w 1816768"/>
                <a:gd name="connsiteY29" fmla="*/ 541421 h 1760621"/>
                <a:gd name="connsiteX30" fmla="*/ 356937 w 1816768"/>
                <a:gd name="connsiteY30" fmla="*/ 569494 h 1760621"/>
                <a:gd name="connsiteX31" fmla="*/ 397042 w 1816768"/>
                <a:gd name="connsiteY31" fmla="*/ 569494 h 1760621"/>
                <a:gd name="connsiteX32" fmla="*/ 449179 w 1816768"/>
                <a:gd name="connsiteY32" fmla="*/ 549442 h 1760621"/>
                <a:gd name="connsiteX33" fmla="*/ 453189 w 1816768"/>
                <a:gd name="connsiteY33" fmla="*/ 597568 h 1760621"/>
                <a:gd name="connsiteX34" fmla="*/ 469232 w 1816768"/>
                <a:gd name="connsiteY34" fmla="*/ 613610 h 1760621"/>
                <a:gd name="connsiteX35" fmla="*/ 521368 w 1816768"/>
                <a:gd name="connsiteY35" fmla="*/ 617621 h 1760621"/>
                <a:gd name="connsiteX36" fmla="*/ 513347 w 1816768"/>
                <a:gd name="connsiteY36" fmla="*/ 637673 h 1760621"/>
                <a:gd name="connsiteX37" fmla="*/ 453189 w 1816768"/>
                <a:gd name="connsiteY37" fmla="*/ 637673 h 1760621"/>
                <a:gd name="connsiteX38" fmla="*/ 409074 w 1816768"/>
                <a:gd name="connsiteY38" fmla="*/ 629652 h 1760621"/>
                <a:gd name="connsiteX39" fmla="*/ 324853 w 1816768"/>
                <a:gd name="connsiteY39" fmla="*/ 725905 h 1760621"/>
                <a:gd name="connsiteX40" fmla="*/ 56147 w 1816768"/>
                <a:gd name="connsiteY40" fmla="*/ 1291389 h 1760621"/>
                <a:gd name="connsiteX41" fmla="*/ 108284 w 1816768"/>
                <a:gd name="connsiteY41" fmla="*/ 1471863 h 1760621"/>
                <a:gd name="connsiteX42" fmla="*/ 184484 w 1816768"/>
                <a:gd name="connsiteY42" fmla="*/ 1640305 h 1760621"/>
                <a:gd name="connsiteX43" fmla="*/ 284747 w 1816768"/>
                <a:gd name="connsiteY43" fmla="*/ 1740568 h 1760621"/>
                <a:gd name="connsiteX44" fmla="*/ 360947 w 1816768"/>
                <a:gd name="connsiteY44" fmla="*/ 1752600 h 1760621"/>
                <a:gd name="connsiteX45" fmla="*/ 1303421 w 1816768"/>
                <a:gd name="connsiteY45" fmla="*/ 1760621 h 1760621"/>
                <a:gd name="connsiteX46" fmla="*/ 1427747 w 1816768"/>
                <a:gd name="connsiteY46" fmla="*/ 1556084 h 1760621"/>
                <a:gd name="connsiteX47" fmla="*/ 1407695 w 1816768"/>
                <a:gd name="connsiteY47" fmla="*/ 1499936 h 1760621"/>
                <a:gd name="connsiteX48" fmla="*/ 1431758 w 1816768"/>
                <a:gd name="connsiteY48" fmla="*/ 1403684 h 1760621"/>
                <a:gd name="connsiteX49" fmla="*/ 1407695 w 1816768"/>
                <a:gd name="connsiteY49" fmla="*/ 1359568 h 1760621"/>
                <a:gd name="connsiteX50" fmla="*/ 1511968 w 1816768"/>
                <a:gd name="connsiteY50" fmla="*/ 1323473 h 1760621"/>
                <a:gd name="connsiteX51" fmla="*/ 1544053 w 1816768"/>
                <a:gd name="connsiteY51" fmla="*/ 1187115 h 1760621"/>
                <a:gd name="connsiteX52" fmla="*/ 1487905 w 1816768"/>
                <a:gd name="connsiteY52" fmla="*/ 1143000 h 1760621"/>
                <a:gd name="connsiteX53" fmla="*/ 1495926 w 1816768"/>
                <a:gd name="connsiteY53" fmla="*/ 1082842 h 1760621"/>
                <a:gd name="connsiteX54" fmla="*/ 1592179 w 1816768"/>
                <a:gd name="connsiteY54" fmla="*/ 1050758 h 1760621"/>
                <a:gd name="connsiteX55" fmla="*/ 1716505 w 1816768"/>
                <a:gd name="connsiteY55" fmla="*/ 894347 h 1760621"/>
                <a:gd name="connsiteX56" fmla="*/ 1700463 w 1816768"/>
                <a:gd name="connsiteY56" fmla="*/ 798094 h 1760621"/>
                <a:gd name="connsiteX57" fmla="*/ 1816768 w 1816768"/>
                <a:gd name="connsiteY57" fmla="*/ 677779 h 1760621"/>
                <a:gd name="connsiteX58" fmla="*/ 1816768 w 1816768"/>
                <a:gd name="connsiteY58" fmla="*/ 497305 h 1760621"/>
                <a:gd name="connsiteX59" fmla="*/ 1752600 w 1816768"/>
                <a:gd name="connsiteY59" fmla="*/ 449179 h 1760621"/>
                <a:gd name="connsiteX60" fmla="*/ 1656347 w 1816768"/>
                <a:gd name="connsiteY60" fmla="*/ 417094 h 1760621"/>
                <a:gd name="connsiteX61" fmla="*/ 1580147 w 1816768"/>
                <a:gd name="connsiteY61" fmla="*/ 429126 h 1760621"/>
                <a:gd name="connsiteX62" fmla="*/ 1524000 w 1816768"/>
                <a:gd name="connsiteY62" fmla="*/ 489284 h 1760621"/>
                <a:gd name="connsiteX63" fmla="*/ 1524000 w 1816768"/>
                <a:gd name="connsiteY63" fmla="*/ 537410 h 1760621"/>
                <a:gd name="connsiteX64" fmla="*/ 1536032 w 1816768"/>
                <a:gd name="connsiteY64" fmla="*/ 549442 h 1760621"/>
                <a:gd name="connsiteX65" fmla="*/ 1503947 w 1816768"/>
                <a:gd name="connsiteY65" fmla="*/ 557463 h 1760621"/>
                <a:gd name="connsiteX66" fmla="*/ 1483895 w 1816768"/>
                <a:gd name="connsiteY66" fmla="*/ 545431 h 1760621"/>
                <a:gd name="connsiteX67" fmla="*/ 1371600 w 1816768"/>
                <a:gd name="connsiteY67" fmla="*/ 697831 h 1760621"/>
                <a:gd name="connsiteX68" fmla="*/ 1395663 w 1816768"/>
                <a:gd name="connsiteY68" fmla="*/ 593558 h 1760621"/>
                <a:gd name="connsiteX69" fmla="*/ 1155032 w 1816768"/>
                <a:gd name="connsiteY69" fmla="*/ 605589 h 1760621"/>
                <a:gd name="connsiteX70" fmla="*/ 1471863 w 1816768"/>
                <a:gd name="connsiteY70" fmla="*/ 533400 h 1760621"/>
                <a:gd name="connsiteX71" fmla="*/ 1524000 w 1816768"/>
                <a:gd name="connsiteY71" fmla="*/ 376989 h 1760621"/>
                <a:gd name="connsiteX72" fmla="*/ 1447800 w 1816768"/>
                <a:gd name="connsiteY72" fmla="*/ 352926 h 1760621"/>
                <a:gd name="connsiteX73" fmla="*/ 1251284 w 1816768"/>
                <a:gd name="connsiteY73" fmla="*/ 372979 h 1760621"/>
                <a:gd name="connsiteX74" fmla="*/ 1207168 w 1816768"/>
                <a:gd name="connsiteY74" fmla="*/ 501315 h 1760621"/>
                <a:gd name="connsiteX75" fmla="*/ 1167063 w 1816768"/>
                <a:gd name="connsiteY75" fmla="*/ 485273 h 1760621"/>
                <a:gd name="connsiteX76" fmla="*/ 986589 w 1816768"/>
                <a:gd name="connsiteY76" fmla="*/ 577515 h 1760621"/>
                <a:gd name="connsiteX77" fmla="*/ 966537 w 1816768"/>
                <a:gd name="connsiteY77" fmla="*/ 697831 h 1760621"/>
                <a:gd name="connsiteX78" fmla="*/ 946484 w 1816768"/>
                <a:gd name="connsiteY78" fmla="*/ 625642 h 1760621"/>
                <a:gd name="connsiteX79" fmla="*/ 970547 w 1816768"/>
                <a:gd name="connsiteY79" fmla="*/ 561473 h 1760621"/>
                <a:gd name="connsiteX80" fmla="*/ 830179 w 1816768"/>
                <a:gd name="connsiteY80" fmla="*/ 601579 h 1760621"/>
                <a:gd name="connsiteX81" fmla="*/ 962526 w 1816768"/>
                <a:gd name="connsiteY81" fmla="*/ 537410 h 1760621"/>
                <a:gd name="connsiteX82" fmla="*/ 946484 w 1816768"/>
                <a:gd name="connsiteY82" fmla="*/ 469231 h 1760621"/>
                <a:gd name="connsiteX83" fmla="*/ 922421 w 1816768"/>
                <a:gd name="connsiteY83" fmla="*/ 449179 h 1760621"/>
                <a:gd name="connsiteX84" fmla="*/ 918410 w 1816768"/>
                <a:gd name="connsiteY84" fmla="*/ 397042 h 1760621"/>
                <a:gd name="connsiteX85" fmla="*/ 830179 w 1816768"/>
                <a:gd name="connsiteY85" fmla="*/ 356936 h 1760621"/>
                <a:gd name="connsiteX86" fmla="*/ 818147 w 1816768"/>
                <a:gd name="connsiteY86" fmla="*/ 252663 h 1760621"/>
                <a:gd name="connsiteX87" fmla="*/ 774032 w 1816768"/>
                <a:gd name="connsiteY87" fmla="*/ 224589 h 1760621"/>
                <a:gd name="connsiteX88" fmla="*/ 737937 w 1816768"/>
                <a:gd name="connsiteY88" fmla="*/ 164431 h 1760621"/>
                <a:gd name="connsiteX89" fmla="*/ 605589 w 1816768"/>
                <a:gd name="connsiteY89" fmla="*/ 116305 h 1760621"/>
                <a:gd name="connsiteX90" fmla="*/ 589547 w 1816768"/>
                <a:gd name="connsiteY90" fmla="*/ 12031 h 1760621"/>
                <a:gd name="connsiteX0" fmla="*/ 589547 w 1816768"/>
                <a:gd name="connsiteY0" fmla="*/ 12031 h 1760621"/>
                <a:gd name="connsiteX1" fmla="*/ 537410 w 1816768"/>
                <a:gd name="connsiteY1" fmla="*/ 0 h 1760621"/>
                <a:gd name="connsiteX2" fmla="*/ 477253 w 1816768"/>
                <a:gd name="connsiteY2" fmla="*/ 16042 h 1760621"/>
                <a:gd name="connsiteX3" fmla="*/ 437147 w 1816768"/>
                <a:gd name="connsiteY3" fmla="*/ 4010 h 1760621"/>
                <a:gd name="connsiteX4" fmla="*/ 449179 w 1816768"/>
                <a:gd name="connsiteY4" fmla="*/ 52136 h 1760621"/>
                <a:gd name="connsiteX5" fmla="*/ 429126 w 1816768"/>
                <a:gd name="connsiteY5" fmla="*/ 84221 h 1760621"/>
                <a:gd name="connsiteX6" fmla="*/ 344905 w 1816768"/>
                <a:gd name="connsiteY6" fmla="*/ 80210 h 1760621"/>
                <a:gd name="connsiteX7" fmla="*/ 316832 w 1816768"/>
                <a:gd name="connsiteY7" fmla="*/ 100263 h 1760621"/>
                <a:gd name="connsiteX8" fmla="*/ 268705 w 1816768"/>
                <a:gd name="connsiteY8" fmla="*/ 104273 h 1760621"/>
                <a:gd name="connsiteX9" fmla="*/ 216568 w 1816768"/>
                <a:gd name="connsiteY9" fmla="*/ 68179 h 1760621"/>
                <a:gd name="connsiteX10" fmla="*/ 204537 w 1816768"/>
                <a:gd name="connsiteY10" fmla="*/ 100263 h 1760621"/>
                <a:gd name="connsiteX11" fmla="*/ 128337 w 1816768"/>
                <a:gd name="connsiteY11" fmla="*/ 128336 h 1760621"/>
                <a:gd name="connsiteX12" fmla="*/ 100263 w 1816768"/>
                <a:gd name="connsiteY12" fmla="*/ 124326 h 1760621"/>
                <a:gd name="connsiteX13" fmla="*/ 60158 w 1816768"/>
                <a:gd name="connsiteY13" fmla="*/ 140368 h 1760621"/>
                <a:gd name="connsiteX14" fmla="*/ 68179 w 1816768"/>
                <a:gd name="connsiteY14" fmla="*/ 168442 h 1760621"/>
                <a:gd name="connsiteX15" fmla="*/ 44116 w 1816768"/>
                <a:gd name="connsiteY15" fmla="*/ 184484 h 1760621"/>
                <a:gd name="connsiteX16" fmla="*/ 0 w 1816768"/>
                <a:gd name="connsiteY16" fmla="*/ 176463 h 1760621"/>
                <a:gd name="connsiteX17" fmla="*/ 36095 w 1816768"/>
                <a:gd name="connsiteY17" fmla="*/ 429126 h 1760621"/>
                <a:gd name="connsiteX18" fmla="*/ 100263 w 1816768"/>
                <a:gd name="connsiteY18" fmla="*/ 485273 h 1760621"/>
                <a:gd name="connsiteX19" fmla="*/ 132347 w 1816768"/>
                <a:gd name="connsiteY19" fmla="*/ 573505 h 1760621"/>
                <a:gd name="connsiteX20" fmla="*/ 268705 w 1816768"/>
                <a:gd name="connsiteY20" fmla="*/ 589547 h 1760621"/>
                <a:gd name="connsiteX21" fmla="*/ 308810 w 1816768"/>
                <a:gd name="connsiteY21" fmla="*/ 633663 h 1760621"/>
                <a:gd name="connsiteX22" fmla="*/ 372979 w 1816768"/>
                <a:gd name="connsiteY22" fmla="*/ 601579 h 1760621"/>
                <a:gd name="connsiteX23" fmla="*/ 417095 w 1816768"/>
                <a:gd name="connsiteY23" fmla="*/ 597568 h 1760621"/>
                <a:gd name="connsiteX24" fmla="*/ 389021 w 1816768"/>
                <a:gd name="connsiteY24" fmla="*/ 593558 h 1760621"/>
                <a:gd name="connsiteX25" fmla="*/ 332874 w 1816768"/>
                <a:gd name="connsiteY25" fmla="*/ 589547 h 1760621"/>
                <a:gd name="connsiteX26" fmla="*/ 276726 w 1816768"/>
                <a:gd name="connsiteY26" fmla="*/ 561473 h 1760621"/>
                <a:gd name="connsiteX27" fmla="*/ 256674 w 1816768"/>
                <a:gd name="connsiteY27" fmla="*/ 521368 h 1760621"/>
                <a:gd name="connsiteX28" fmla="*/ 292768 w 1816768"/>
                <a:gd name="connsiteY28" fmla="*/ 553452 h 1760621"/>
                <a:gd name="connsiteX29" fmla="*/ 328863 w 1816768"/>
                <a:gd name="connsiteY29" fmla="*/ 541421 h 1760621"/>
                <a:gd name="connsiteX30" fmla="*/ 356937 w 1816768"/>
                <a:gd name="connsiteY30" fmla="*/ 569494 h 1760621"/>
                <a:gd name="connsiteX31" fmla="*/ 397042 w 1816768"/>
                <a:gd name="connsiteY31" fmla="*/ 569494 h 1760621"/>
                <a:gd name="connsiteX32" fmla="*/ 449179 w 1816768"/>
                <a:gd name="connsiteY32" fmla="*/ 549442 h 1760621"/>
                <a:gd name="connsiteX33" fmla="*/ 453189 w 1816768"/>
                <a:gd name="connsiteY33" fmla="*/ 597568 h 1760621"/>
                <a:gd name="connsiteX34" fmla="*/ 469232 w 1816768"/>
                <a:gd name="connsiteY34" fmla="*/ 613610 h 1760621"/>
                <a:gd name="connsiteX35" fmla="*/ 521368 w 1816768"/>
                <a:gd name="connsiteY35" fmla="*/ 617621 h 1760621"/>
                <a:gd name="connsiteX36" fmla="*/ 513347 w 1816768"/>
                <a:gd name="connsiteY36" fmla="*/ 637673 h 1760621"/>
                <a:gd name="connsiteX37" fmla="*/ 453189 w 1816768"/>
                <a:gd name="connsiteY37" fmla="*/ 637673 h 1760621"/>
                <a:gd name="connsiteX38" fmla="*/ 409074 w 1816768"/>
                <a:gd name="connsiteY38" fmla="*/ 629652 h 1760621"/>
                <a:gd name="connsiteX39" fmla="*/ 324853 w 1816768"/>
                <a:gd name="connsiteY39" fmla="*/ 725905 h 1760621"/>
                <a:gd name="connsiteX40" fmla="*/ 56147 w 1816768"/>
                <a:gd name="connsiteY40" fmla="*/ 1291389 h 1760621"/>
                <a:gd name="connsiteX41" fmla="*/ 108284 w 1816768"/>
                <a:gd name="connsiteY41" fmla="*/ 1471863 h 1760621"/>
                <a:gd name="connsiteX42" fmla="*/ 184484 w 1816768"/>
                <a:gd name="connsiteY42" fmla="*/ 1640305 h 1760621"/>
                <a:gd name="connsiteX43" fmla="*/ 284747 w 1816768"/>
                <a:gd name="connsiteY43" fmla="*/ 1740568 h 1760621"/>
                <a:gd name="connsiteX44" fmla="*/ 360947 w 1816768"/>
                <a:gd name="connsiteY44" fmla="*/ 1752600 h 1760621"/>
                <a:gd name="connsiteX45" fmla="*/ 1303421 w 1816768"/>
                <a:gd name="connsiteY45" fmla="*/ 1760621 h 1760621"/>
                <a:gd name="connsiteX46" fmla="*/ 1427747 w 1816768"/>
                <a:gd name="connsiteY46" fmla="*/ 1556084 h 1760621"/>
                <a:gd name="connsiteX47" fmla="*/ 1407695 w 1816768"/>
                <a:gd name="connsiteY47" fmla="*/ 1499936 h 1760621"/>
                <a:gd name="connsiteX48" fmla="*/ 1431758 w 1816768"/>
                <a:gd name="connsiteY48" fmla="*/ 1403684 h 1760621"/>
                <a:gd name="connsiteX49" fmla="*/ 1407695 w 1816768"/>
                <a:gd name="connsiteY49" fmla="*/ 1359568 h 1760621"/>
                <a:gd name="connsiteX50" fmla="*/ 1511968 w 1816768"/>
                <a:gd name="connsiteY50" fmla="*/ 1323473 h 1760621"/>
                <a:gd name="connsiteX51" fmla="*/ 1544053 w 1816768"/>
                <a:gd name="connsiteY51" fmla="*/ 1187115 h 1760621"/>
                <a:gd name="connsiteX52" fmla="*/ 1487905 w 1816768"/>
                <a:gd name="connsiteY52" fmla="*/ 1143000 h 1760621"/>
                <a:gd name="connsiteX53" fmla="*/ 1495926 w 1816768"/>
                <a:gd name="connsiteY53" fmla="*/ 1082842 h 1760621"/>
                <a:gd name="connsiteX54" fmla="*/ 1592179 w 1816768"/>
                <a:gd name="connsiteY54" fmla="*/ 1050758 h 1760621"/>
                <a:gd name="connsiteX55" fmla="*/ 1716505 w 1816768"/>
                <a:gd name="connsiteY55" fmla="*/ 894347 h 1760621"/>
                <a:gd name="connsiteX56" fmla="*/ 1700463 w 1816768"/>
                <a:gd name="connsiteY56" fmla="*/ 798094 h 1760621"/>
                <a:gd name="connsiteX57" fmla="*/ 1816768 w 1816768"/>
                <a:gd name="connsiteY57" fmla="*/ 677779 h 1760621"/>
                <a:gd name="connsiteX58" fmla="*/ 1812758 w 1816768"/>
                <a:gd name="connsiteY58" fmla="*/ 577515 h 1760621"/>
                <a:gd name="connsiteX59" fmla="*/ 1816768 w 1816768"/>
                <a:gd name="connsiteY59" fmla="*/ 497305 h 1760621"/>
                <a:gd name="connsiteX60" fmla="*/ 1752600 w 1816768"/>
                <a:gd name="connsiteY60" fmla="*/ 449179 h 1760621"/>
                <a:gd name="connsiteX61" fmla="*/ 1656347 w 1816768"/>
                <a:gd name="connsiteY61" fmla="*/ 417094 h 1760621"/>
                <a:gd name="connsiteX62" fmla="*/ 1580147 w 1816768"/>
                <a:gd name="connsiteY62" fmla="*/ 429126 h 1760621"/>
                <a:gd name="connsiteX63" fmla="*/ 1524000 w 1816768"/>
                <a:gd name="connsiteY63" fmla="*/ 489284 h 1760621"/>
                <a:gd name="connsiteX64" fmla="*/ 1524000 w 1816768"/>
                <a:gd name="connsiteY64" fmla="*/ 537410 h 1760621"/>
                <a:gd name="connsiteX65" fmla="*/ 1536032 w 1816768"/>
                <a:gd name="connsiteY65" fmla="*/ 549442 h 1760621"/>
                <a:gd name="connsiteX66" fmla="*/ 1503947 w 1816768"/>
                <a:gd name="connsiteY66" fmla="*/ 557463 h 1760621"/>
                <a:gd name="connsiteX67" fmla="*/ 1483895 w 1816768"/>
                <a:gd name="connsiteY67" fmla="*/ 545431 h 1760621"/>
                <a:gd name="connsiteX68" fmla="*/ 1371600 w 1816768"/>
                <a:gd name="connsiteY68" fmla="*/ 697831 h 1760621"/>
                <a:gd name="connsiteX69" fmla="*/ 1395663 w 1816768"/>
                <a:gd name="connsiteY69" fmla="*/ 593558 h 1760621"/>
                <a:gd name="connsiteX70" fmla="*/ 1155032 w 1816768"/>
                <a:gd name="connsiteY70" fmla="*/ 605589 h 1760621"/>
                <a:gd name="connsiteX71" fmla="*/ 1471863 w 1816768"/>
                <a:gd name="connsiteY71" fmla="*/ 533400 h 1760621"/>
                <a:gd name="connsiteX72" fmla="*/ 1524000 w 1816768"/>
                <a:gd name="connsiteY72" fmla="*/ 376989 h 1760621"/>
                <a:gd name="connsiteX73" fmla="*/ 1447800 w 1816768"/>
                <a:gd name="connsiteY73" fmla="*/ 352926 h 1760621"/>
                <a:gd name="connsiteX74" fmla="*/ 1251284 w 1816768"/>
                <a:gd name="connsiteY74" fmla="*/ 372979 h 1760621"/>
                <a:gd name="connsiteX75" fmla="*/ 1207168 w 1816768"/>
                <a:gd name="connsiteY75" fmla="*/ 501315 h 1760621"/>
                <a:gd name="connsiteX76" fmla="*/ 1167063 w 1816768"/>
                <a:gd name="connsiteY76" fmla="*/ 485273 h 1760621"/>
                <a:gd name="connsiteX77" fmla="*/ 986589 w 1816768"/>
                <a:gd name="connsiteY77" fmla="*/ 577515 h 1760621"/>
                <a:gd name="connsiteX78" fmla="*/ 966537 w 1816768"/>
                <a:gd name="connsiteY78" fmla="*/ 697831 h 1760621"/>
                <a:gd name="connsiteX79" fmla="*/ 946484 w 1816768"/>
                <a:gd name="connsiteY79" fmla="*/ 625642 h 1760621"/>
                <a:gd name="connsiteX80" fmla="*/ 970547 w 1816768"/>
                <a:gd name="connsiteY80" fmla="*/ 561473 h 1760621"/>
                <a:gd name="connsiteX81" fmla="*/ 830179 w 1816768"/>
                <a:gd name="connsiteY81" fmla="*/ 601579 h 1760621"/>
                <a:gd name="connsiteX82" fmla="*/ 962526 w 1816768"/>
                <a:gd name="connsiteY82" fmla="*/ 537410 h 1760621"/>
                <a:gd name="connsiteX83" fmla="*/ 946484 w 1816768"/>
                <a:gd name="connsiteY83" fmla="*/ 469231 h 1760621"/>
                <a:gd name="connsiteX84" fmla="*/ 922421 w 1816768"/>
                <a:gd name="connsiteY84" fmla="*/ 449179 h 1760621"/>
                <a:gd name="connsiteX85" fmla="*/ 918410 w 1816768"/>
                <a:gd name="connsiteY85" fmla="*/ 397042 h 1760621"/>
                <a:gd name="connsiteX86" fmla="*/ 830179 w 1816768"/>
                <a:gd name="connsiteY86" fmla="*/ 356936 h 1760621"/>
                <a:gd name="connsiteX87" fmla="*/ 818147 w 1816768"/>
                <a:gd name="connsiteY87" fmla="*/ 252663 h 1760621"/>
                <a:gd name="connsiteX88" fmla="*/ 774032 w 1816768"/>
                <a:gd name="connsiteY88" fmla="*/ 224589 h 1760621"/>
                <a:gd name="connsiteX89" fmla="*/ 737937 w 1816768"/>
                <a:gd name="connsiteY89" fmla="*/ 164431 h 1760621"/>
                <a:gd name="connsiteX90" fmla="*/ 605589 w 1816768"/>
                <a:gd name="connsiteY90" fmla="*/ 116305 h 1760621"/>
                <a:gd name="connsiteX91" fmla="*/ 589547 w 1816768"/>
                <a:gd name="connsiteY91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16768 w 1868906"/>
                <a:gd name="connsiteY59" fmla="*/ 497305 h 1760621"/>
                <a:gd name="connsiteX60" fmla="*/ 1752600 w 1868906"/>
                <a:gd name="connsiteY60" fmla="*/ 449179 h 1760621"/>
                <a:gd name="connsiteX61" fmla="*/ 1656347 w 1868906"/>
                <a:gd name="connsiteY61" fmla="*/ 417094 h 1760621"/>
                <a:gd name="connsiteX62" fmla="*/ 1580147 w 1868906"/>
                <a:gd name="connsiteY62" fmla="*/ 429126 h 1760621"/>
                <a:gd name="connsiteX63" fmla="*/ 1524000 w 1868906"/>
                <a:gd name="connsiteY63" fmla="*/ 489284 h 1760621"/>
                <a:gd name="connsiteX64" fmla="*/ 1524000 w 1868906"/>
                <a:gd name="connsiteY64" fmla="*/ 537410 h 1760621"/>
                <a:gd name="connsiteX65" fmla="*/ 1536032 w 1868906"/>
                <a:gd name="connsiteY65" fmla="*/ 549442 h 1760621"/>
                <a:gd name="connsiteX66" fmla="*/ 1503947 w 1868906"/>
                <a:gd name="connsiteY66" fmla="*/ 557463 h 1760621"/>
                <a:gd name="connsiteX67" fmla="*/ 1483895 w 1868906"/>
                <a:gd name="connsiteY67" fmla="*/ 545431 h 1760621"/>
                <a:gd name="connsiteX68" fmla="*/ 1371600 w 1868906"/>
                <a:gd name="connsiteY68" fmla="*/ 697831 h 1760621"/>
                <a:gd name="connsiteX69" fmla="*/ 1395663 w 1868906"/>
                <a:gd name="connsiteY69" fmla="*/ 593558 h 1760621"/>
                <a:gd name="connsiteX70" fmla="*/ 1155032 w 1868906"/>
                <a:gd name="connsiteY70" fmla="*/ 605589 h 1760621"/>
                <a:gd name="connsiteX71" fmla="*/ 1471863 w 1868906"/>
                <a:gd name="connsiteY71" fmla="*/ 533400 h 1760621"/>
                <a:gd name="connsiteX72" fmla="*/ 1524000 w 1868906"/>
                <a:gd name="connsiteY72" fmla="*/ 376989 h 1760621"/>
                <a:gd name="connsiteX73" fmla="*/ 1447800 w 1868906"/>
                <a:gd name="connsiteY73" fmla="*/ 352926 h 1760621"/>
                <a:gd name="connsiteX74" fmla="*/ 1251284 w 1868906"/>
                <a:gd name="connsiteY74" fmla="*/ 372979 h 1760621"/>
                <a:gd name="connsiteX75" fmla="*/ 1207168 w 1868906"/>
                <a:gd name="connsiteY75" fmla="*/ 501315 h 1760621"/>
                <a:gd name="connsiteX76" fmla="*/ 1167063 w 1868906"/>
                <a:gd name="connsiteY76" fmla="*/ 485273 h 1760621"/>
                <a:gd name="connsiteX77" fmla="*/ 986589 w 1868906"/>
                <a:gd name="connsiteY77" fmla="*/ 577515 h 1760621"/>
                <a:gd name="connsiteX78" fmla="*/ 966537 w 1868906"/>
                <a:gd name="connsiteY78" fmla="*/ 697831 h 1760621"/>
                <a:gd name="connsiteX79" fmla="*/ 946484 w 1868906"/>
                <a:gd name="connsiteY79" fmla="*/ 625642 h 1760621"/>
                <a:gd name="connsiteX80" fmla="*/ 970547 w 1868906"/>
                <a:gd name="connsiteY80" fmla="*/ 561473 h 1760621"/>
                <a:gd name="connsiteX81" fmla="*/ 830179 w 1868906"/>
                <a:gd name="connsiteY81" fmla="*/ 601579 h 1760621"/>
                <a:gd name="connsiteX82" fmla="*/ 962526 w 1868906"/>
                <a:gd name="connsiteY82" fmla="*/ 537410 h 1760621"/>
                <a:gd name="connsiteX83" fmla="*/ 946484 w 1868906"/>
                <a:gd name="connsiteY83" fmla="*/ 469231 h 1760621"/>
                <a:gd name="connsiteX84" fmla="*/ 922421 w 1868906"/>
                <a:gd name="connsiteY84" fmla="*/ 449179 h 1760621"/>
                <a:gd name="connsiteX85" fmla="*/ 918410 w 1868906"/>
                <a:gd name="connsiteY85" fmla="*/ 397042 h 1760621"/>
                <a:gd name="connsiteX86" fmla="*/ 830179 w 1868906"/>
                <a:gd name="connsiteY86" fmla="*/ 356936 h 1760621"/>
                <a:gd name="connsiteX87" fmla="*/ 818147 w 1868906"/>
                <a:gd name="connsiteY87" fmla="*/ 252663 h 1760621"/>
                <a:gd name="connsiteX88" fmla="*/ 774032 w 1868906"/>
                <a:gd name="connsiteY88" fmla="*/ 224589 h 1760621"/>
                <a:gd name="connsiteX89" fmla="*/ 737937 w 1868906"/>
                <a:gd name="connsiteY89" fmla="*/ 164431 h 1760621"/>
                <a:gd name="connsiteX90" fmla="*/ 605589 w 1868906"/>
                <a:gd name="connsiteY90" fmla="*/ 116305 h 1760621"/>
                <a:gd name="connsiteX91" fmla="*/ 589547 w 1868906"/>
                <a:gd name="connsiteY91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22100 w 1868906"/>
                <a:gd name="connsiteY59" fmla="*/ 481309 h 1760621"/>
                <a:gd name="connsiteX60" fmla="*/ 1752600 w 1868906"/>
                <a:gd name="connsiteY60" fmla="*/ 449179 h 1760621"/>
                <a:gd name="connsiteX61" fmla="*/ 1656347 w 1868906"/>
                <a:gd name="connsiteY61" fmla="*/ 417094 h 1760621"/>
                <a:gd name="connsiteX62" fmla="*/ 1580147 w 1868906"/>
                <a:gd name="connsiteY62" fmla="*/ 429126 h 1760621"/>
                <a:gd name="connsiteX63" fmla="*/ 1524000 w 1868906"/>
                <a:gd name="connsiteY63" fmla="*/ 489284 h 1760621"/>
                <a:gd name="connsiteX64" fmla="*/ 1524000 w 1868906"/>
                <a:gd name="connsiteY64" fmla="*/ 537410 h 1760621"/>
                <a:gd name="connsiteX65" fmla="*/ 1536032 w 1868906"/>
                <a:gd name="connsiteY65" fmla="*/ 549442 h 1760621"/>
                <a:gd name="connsiteX66" fmla="*/ 1503947 w 1868906"/>
                <a:gd name="connsiteY66" fmla="*/ 557463 h 1760621"/>
                <a:gd name="connsiteX67" fmla="*/ 1483895 w 1868906"/>
                <a:gd name="connsiteY67" fmla="*/ 545431 h 1760621"/>
                <a:gd name="connsiteX68" fmla="*/ 1371600 w 1868906"/>
                <a:gd name="connsiteY68" fmla="*/ 697831 h 1760621"/>
                <a:gd name="connsiteX69" fmla="*/ 1395663 w 1868906"/>
                <a:gd name="connsiteY69" fmla="*/ 593558 h 1760621"/>
                <a:gd name="connsiteX70" fmla="*/ 1155032 w 1868906"/>
                <a:gd name="connsiteY70" fmla="*/ 605589 h 1760621"/>
                <a:gd name="connsiteX71" fmla="*/ 1471863 w 1868906"/>
                <a:gd name="connsiteY71" fmla="*/ 533400 h 1760621"/>
                <a:gd name="connsiteX72" fmla="*/ 1524000 w 1868906"/>
                <a:gd name="connsiteY72" fmla="*/ 376989 h 1760621"/>
                <a:gd name="connsiteX73" fmla="*/ 1447800 w 1868906"/>
                <a:gd name="connsiteY73" fmla="*/ 352926 h 1760621"/>
                <a:gd name="connsiteX74" fmla="*/ 1251284 w 1868906"/>
                <a:gd name="connsiteY74" fmla="*/ 372979 h 1760621"/>
                <a:gd name="connsiteX75" fmla="*/ 1207168 w 1868906"/>
                <a:gd name="connsiteY75" fmla="*/ 501315 h 1760621"/>
                <a:gd name="connsiteX76" fmla="*/ 1167063 w 1868906"/>
                <a:gd name="connsiteY76" fmla="*/ 485273 h 1760621"/>
                <a:gd name="connsiteX77" fmla="*/ 986589 w 1868906"/>
                <a:gd name="connsiteY77" fmla="*/ 577515 h 1760621"/>
                <a:gd name="connsiteX78" fmla="*/ 966537 w 1868906"/>
                <a:gd name="connsiteY78" fmla="*/ 697831 h 1760621"/>
                <a:gd name="connsiteX79" fmla="*/ 946484 w 1868906"/>
                <a:gd name="connsiteY79" fmla="*/ 625642 h 1760621"/>
                <a:gd name="connsiteX80" fmla="*/ 970547 w 1868906"/>
                <a:gd name="connsiteY80" fmla="*/ 561473 h 1760621"/>
                <a:gd name="connsiteX81" fmla="*/ 830179 w 1868906"/>
                <a:gd name="connsiteY81" fmla="*/ 601579 h 1760621"/>
                <a:gd name="connsiteX82" fmla="*/ 962526 w 1868906"/>
                <a:gd name="connsiteY82" fmla="*/ 537410 h 1760621"/>
                <a:gd name="connsiteX83" fmla="*/ 946484 w 1868906"/>
                <a:gd name="connsiteY83" fmla="*/ 469231 h 1760621"/>
                <a:gd name="connsiteX84" fmla="*/ 922421 w 1868906"/>
                <a:gd name="connsiteY84" fmla="*/ 449179 h 1760621"/>
                <a:gd name="connsiteX85" fmla="*/ 918410 w 1868906"/>
                <a:gd name="connsiteY85" fmla="*/ 397042 h 1760621"/>
                <a:gd name="connsiteX86" fmla="*/ 830179 w 1868906"/>
                <a:gd name="connsiteY86" fmla="*/ 356936 h 1760621"/>
                <a:gd name="connsiteX87" fmla="*/ 818147 w 1868906"/>
                <a:gd name="connsiteY87" fmla="*/ 252663 h 1760621"/>
                <a:gd name="connsiteX88" fmla="*/ 774032 w 1868906"/>
                <a:gd name="connsiteY88" fmla="*/ 224589 h 1760621"/>
                <a:gd name="connsiteX89" fmla="*/ 737937 w 1868906"/>
                <a:gd name="connsiteY89" fmla="*/ 164431 h 1760621"/>
                <a:gd name="connsiteX90" fmla="*/ 605589 w 1868906"/>
                <a:gd name="connsiteY90" fmla="*/ 116305 h 1760621"/>
                <a:gd name="connsiteX91" fmla="*/ 589547 w 1868906"/>
                <a:gd name="connsiteY91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22100 w 1868906"/>
                <a:gd name="connsiteY59" fmla="*/ 481309 h 1760621"/>
                <a:gd name="connsiteX60" fmla="*/ 1843930 w 1868906"/>
                <a:gd name="connsiteY60" fmla="*/ 501350 h 1760621"/>
                <a:gd name="connsiteX61" fmla="*/ 1752600 w 1868906"/>
                <a:gd name="connsiteY61" fmla="*/ 449179 h 1760621"/>
                <a:gd name="connsiteX62" fmla="*/ 1656347 w 1868906"/>
                <a:gd name="connsiteY62" fmla="*/ 417094 h 1760621"/>
                <a:gd name="connsiteX63" fmla="*/ 1580147 w 1868906"/>
                <a:gd name="connsiteY63" fmla="*/ 429126 h 1760621"/>
                <a:gd name="connsiteX64" fmla="*/ 1524000 w 1868906"/>
                <a:gd name="connsiteY64" fmla="*/ 489284 h 1760621"/>
                <a:gd name="connsiteX65" fmla="*/ 1524000 w 1868906"/>
                <a:gd name="connsiteY65" fmla="*/ 537410 h 1760621"/>
                <a:gd name="connsiteX66" fmla="*/ 1536032 w 1868906"/>
                <a:gd name="connsiteY66" fmla="*/ 549442 h 1760621"/>
                <a:gd name="connsiteX67" fmla="*/ 1503947 w 1868906"/>
                <a:gd name="connsiteY67" fmla="*/ 557463 h 1760621"/>
                <a:gd name="connsiteX68" fmla="*/ 1483895 w 1868906"/>
                <a:gd name="connsiteY68" fmla="*/ 545431 h 1760621"/>
                <a:gd name="connsiteX69" fmla="*/ 1371600 w 1868906"/>
                <a:gd name="connsiteY69" fmla="*/ 697831 h 1760621"/>
                <a:gd name="connsiteX70" fmla="*/ 1395663 w 1868906"/>
                <a:gd name="connsiteY70" fmla="*/ 593558 h 1760621"/>
                <a:gd name="connsiteX71" fmla="*/ 1155032 w 1868906"/>
                <a:gd name="connsiteY71" fmla="*/ 605589 h 1760621"/>
                <a:gd name="connsiteX72" fmla="*/ 1471863 w 1868906"/>
                <a:gd name="connsiteY72" fmla="*/ 533400 h 1760621"/>
                <a:gd name="connsiteX73" fmla="*/ 1524000 w 1868906"/>
                <a:gd name="connsiteY73" fmla="*/ 376989 h 1760621"/>
                <a:gd name="connsiteX74" fmla="*/ 1447800 w 1868906"/>
                <a:gd name="connsiteY74" fmla="*/ 352926 h 1760621"/>
                <a:gd name="connsiteX75" fmla="*/ 1251284 w 1868906"/>
                <a:gd name="connsiteY75" fmla="*/ 372979 h 1760621"/>
                <a:gd name="connsiteX76" fmla="*/ 1207168 w 1868906"/>
                <a:gd name="connsiteY76" fmla="*/ 501315 h 1760621"/>
                <a:gd name="connsiteX77" fmla="*/ 1167063 w 1868906"/>
                <a:gd name="connsiteY77" fmla="*/ 485273 h 1760621"/>
                <a:gd name="connsiteX78" fmla="*/ 986589 w 1868906"/>
                <a:gd name="connsiteY78" fmla="*/ 577515 h 1760621"/>
                <a:gd name="connsiteX79" fmla="*/ 966537 w 1868906"/>
                <a:gd name="connsiteY79" fmla="*/ 697831 h 1760621"/>
                <a:gd name="connsiteX80" fmla="*/ 946484 w 1868906"/>
                <a:gd name="connsiteY80" fmla="*/ 625642 h 1760621"/>
                <a:gd name="connsiteX81" fmla="*/ 970547 w 1868906"/>
                <a:gd name="connsiteY81" fmla="*/ 561473 h 1760621"/>
                <a:gd name="connsiteX82" fmla="*/ 830179 w 1868906"/>
                <a:gd name="connsiteY82" fmla="*/ 601579 h 1760621"/>
                <a:gd name="connsiteX83" fmla="*/ 962526 w 1868906"/>
                <a:gd name="connsiteY83" fmla="*/ 537410 h 1760621"/>
                <a:gd name="connsiteX84" fmla="*/ 946484 w 1868906"/>
                <a:gd name="connsiteY84" fmla="*/ 469231 h 1760621"/>
                <a:gd name="connsiteX85" fmla="*/ 922421 w 1868906"/>
                <a:gd name="connsiteY85" fmla="*/ 449179 h 1760621"/>
                <a:gd name="connsiteX86" fmla="*/ 918410 w 1868906"/>
                <a:gd name="connsiteY86" fmla="*/ 397042 h 1760621"/>
                <a:gd name="connsiteX87" fmla="*/ 830179 w 1868906"/>
                <a:gd name="connsiteY87" fmla="*/ 356936 h 1760621"/>
                <a:gd name="connsiteX88" fmla="*/ 818147 w 1868906"/>
                <a:gd name="connsiteY88" fmla="*/ 252663 h 1760621"/>
                <a:gd name="connsiteX89" fmla="*/ 774032 w 1868906"/>
                <a:gd name="connsiteY89" fmla="*/ 224589 h 1760621"/>
                <a:gd name="connsiteX90" fmla="*/ 737937 w 1868906"/>
                <a:gd name="connsiteY90" fmla="*/ 164431 h 1760621"/>
                <a:gd name="connsiteX91" fmla="*/ 605589 w 1868906"/>
                <a:gd name="connsiteY91" fmla="*/ 116305 h 1760621"/>
                <a:gd name="connsiteX92" fmla="*/ 589547 w 1868906"/>
                <a:gd name="connsiteY92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22100 w 1868906"/>
                <a:gd name="connsiteY59" fmla="*/ 481309 h 1760621"/>
                <a:gd name="connsiteX60" fmla="*/ 1854594 w 1868906"/>
                <a:gd name="connsiteY60" fmla="*/ 485354 h 1760621"/>
                <a:gd name="connsiteX61" fmla="*/ 1752600 w 1868906"/>
                <a:gd name="connsiteY61" fmla="*/ 449179 h 1760621"/>
                <a:gd name="connsiteX62" fmla="*/ 1656347 w 1868906"/>
                <a:gd name="connsiteY62" fmla="*/ 417094 h 1760621"/>
                <a:gd name="connsiteX63" fmla="*/ 1580147 w 1868906"/>
                <a:gd name="connsiteY63" fmla="*/ 429126 h 1760621"/>
                <a:gd name="connsiteX64" fmla="*/ 1524000 w 1868906"/>
                <a:gd name="connsiteY64" fmla="*/ 489284 h 1760621"/>
                <a:gd name="connsiteX65" fmla="*/ 1524000 w 1868906"/>
                <a:gd name="connsiteY65" fmla="*/ 537410 h 1760621"/>
                <a:gd name="connsiteX66" fmla="*/ 1536032 w 1868906"/>
                <a:gd name="connsiteY66" fmla="*/ 549442 h 1760621"/>
                <a:gd name="connsiteX67" fmla="*/ 1503947 w 1868906"/>
                <a:gd name="connsiteY67" fmla="*/ 557463 h 1760621"/>
                <a:gd name="connsiteX68" fmla="*/ 1483895 w 1868906"/>
                <a:gd name="connsiteY68" fmla="*/ 545431 h 1760621"/>
                <a:gd name="connsiteX69" fmla="*/ 1371600 w 1868906"/>
                <a:gd name="connsiteY69" fmla="*/ 697831 h 1760621"/>
                <a:gd name="connsiteX70" fmla="*/ 1395663 w 1868906"/>
                <a:gd name="connsiteY70" fmla="*/ 593558 h 1760621"/>
                <a:gd name="connsiteX71" fmla="*/ 1155032 w 1868906"/>
                <a:gd name="connsiteY71" fmla="*/ 605589 h 1760621"/>
                <a:gd name="connsiteX72" fmla="*/ 1471863 w 1868906"/>
                <a:gd name="connsiteY72" fmla="*/ 533400 h 1760621"/>
                <a:gd name="connsiteX73" fmla="*/ 1524000 w 1868906"/>
                <a:gd name="connsiteY73" fmla="*/ 376989 h 1760621"/>
                <a:gd name="connsiteX74" fmla="*/ 1447800 w 1868906"/>
                <a:gd name="connsiteY74" fmla="*/ 352926 h 1760621"/>
                <a:gd name="connsiteX75" fmla="*/ 1251284 w 1868906"/>
                <a:gd name="connsiteY75" fmla="*/ 372979 h 1760621"/>
                <a:gd name="connsiteX76" fmla="*/ 1207168 w 1868906"/>
                <a:gd name="connsiteY76" fmla="*/ 501315 h 1760621"/>
                <a:gd name="connsiteX77" fmla="*/ 1167063 w 1868906"/>
                <a:gd name="connsiteY77" fmla="*/ 485273 h 1760621"/>
                <a:gd name="connsiteX78" fmla="*/ 986589 w 1868906"/>
                <a:gd name="connsiteY78" fmla="*/ 577515 h 1760621"/>
                <a:gd name="connsiteX79" fmla="*/ 966537 w 1868906"/>
                <a:gd name="connsiteY79" fmla="*/ 697831 h 1760621"/>
                <a:gd name="connsiteX80" fmla="*/ 946484 w 1868906"/>
                <a:gd name="connsiteY80" fmla="*/ 625642 h 1760621"/>
                <a:gd name="connsiteX81" fmla="*/ 970547 w 1868906"/>
                <a:gd name="connsiteY81" fmla="*/ 561473 h 1760621"/>
                <a:gd name="connsiteX82" fmla="*/ 830179 w 1868906"/>
                <a:gd name="connsiteY82" fmla="*/ 601579 h 1760621"/>
                <a:gd name="connsiteX83" fmla="*/ 962526 w 1868906"/>
                <a:gd name="connsiteY83" fmla="*/ 537410 h 1760621"/>
                <a:gd name="connsiteX84" fmla="*/ 946484 w 1868906"/>
                <a:gd name="connsiteY84" fmla="*/ 469231 h 1760621"/>
                <a:gd name="connsiteX85" fmla="*/ 922421 w 1868906"/>
                <a:gd name="connsiteY85" fmla="*/ 449179 h 1760621"/>
                <a:gd name="connsiteX86" fmla="*/ 918410 w 1868906"/>
                <a:gd name="connsiteY86" fmla="*/ 397042 h 1760621"/>
                <a:gd name="connsiteX87" fmla="*/ 830179 w 1868906"/>
                <a:gd name="connsiteY87" fmla="*/ 356936 h 1760621"/>
                <a:gd name="connsiteX88" fmla="*/ 818147 w 1868906"/>
                <a:gd name="connsiteY88" fmla="*/ 252663 h 1760621"/>
                <a:gd name="connsiteX89" fmla="*/ 774032 w 1868906"/>
                <a:gd name="connsiteY89" fmla="*/ 224589 h 1760621"/>
                <a:gd name="connsiteX90" fmla="*/ 737937 w 1868906"/>
                <a:gd name="connsiteY90" fmla="*/ 164431 h 1760621"/>
                <a:gd name="connsiteX91" fmla="*/ 605589 w 1868906"/>
                <a:gd name="connsiteY91" fmla="*/ 116305 h 1760621"/>
                <a:gd name="connsiteX92" fmla="*/ 589547 w 1868906"/>
                <a:gd name="connsiteY92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43930 w 1868906"/>
                <a:gd name="connsiteY59" fmla="*/ 501350 h 1760621"/>
                <a:gd name="connsiteX60" fmla="*/ 1822100 w 1868906"/>
                <a:gd name="connsiteY60" fmla="*/ 481309 h 1760621"/>
                <a:gd name="connsiteX61" fmla="*/ 1854594 w 1868906"/>
                <a:gd name="connsiteY61" fmla="*/ 485354 h 1760621"/>
                <a:gd name="connsiteX62" fmla="*/ 1752600 w 1868906"/>
                <a:gd name="connsiteY62" fmla="*/ 449179 h 1760621"/>
                <a:gd name="connsiteX63" fmla="*/ 1656347 w 1868906"/>
                <a:gd name="connsiteY63" fmla="*/ 417094 h 1760621"/>
                <a:gd name="connsiteX64" fmla="*/ 1580147 w 1868906"/>
                <a:gd name="connsiteY64" fmla="*/ 429126 h 1760621"/>
                <a:gd name="connsiteX65" fmla="*/ 1524000 w 1868906"/>
                <a:gd name="connsiteY65" fmla="*/ 489284 h 1760621"/>
                <a:gd name="connsiteX66" fmla="*/ 1524000 w 1868906"/>
                <a:gd name="connsiteY66" fmla="*/ 537410 h 1760621"/>
                <a:gd name="connsiteX67" fmla="*/ 1536032 w 1868906"/>
                <a:gd name="connsiteY67" fmla="*/ 549442 h 1760621"/>
                <a:gd name="connsiteX68" fmla="*/ 1503947 w 1868906"/>
                <a:gd name="connsiteY68" fmla="*/ 557463 h 1760621"/>
                <a:gd name="connsiteX69" fmla="*/ 1483895 w 1868906"/>
                <a:gd name="connsiteY69" fmla="*/ 545431 h 1760621"/>
                <a:gd name="connsiteX70" fmla="*/ 1371600 w 1868906"/>
                <a:gd name="connsiteY70" fmla="*/ 697831 h 1760621"/>
                <a:gd name="connsiteX71" fmla="*/ 1395663 w 1868906"/>
                <a:gd name="connsiteY71" fmla="*/ 593558 h 1760621"/>
                <a:gd name="connsiteX72" fmla="*/ 1155032 w 1868906"/>
                <a:gd name="connsiteY72" fmla="*/ 605589 h 1760621"/>
                <a:gd name="connsiteX73" fmla="*/ 1471863 w 1868906"/>
                <a:gd name="connsiteY73" fmla="*/ 533400 h 1760621"/>
                <a:gd name="connsiteX74" fmla="*/ 1524000 w 1868906"/>
                <a:gd name="connsiteY74" fmla="*/ 376989 h 1760621"/>
                <a:gd name="connsiteX75" fmla="*/ 1447800 w 1868906"/>
                <a:gd name="connsiteY75" fmla="*/ 352926 h 1760621"/>
                <a:gd name="connsiteX76" fmla="*/ 1251284 w 1868906"/>
                <a:gd name="connsiteY76" fmla="*/ 372979 h 1760621"/>
                <a:gd name="connsiteX77" fmla="*/ 1207168 w 1868906"/>
                <a:gd name="connsiteY77" fmla="*/ 501315 h 1760621"/>
                <a:gd name="connsiteX78" fmla="*/ 1167063 w 1868906"/>
                <a:gd name="connsiteY78" fmla="*/ 485273 h 1760621"/>
                <a:gd name="connsiteX79" fmla="*/ 986589 w 1868906"/>
                <a:gd name="connsiteY79" fmla="*/ 577515 h 1760621"/>
                <a:gd name="connsiteX80" fmla="*/ 966537 w 1868906"/>
                <a:gd name="connsiteY80" fmla="*/ 697831 h 1760621"/>
                <a:gd name="connsiteX81" fmla="*/ 946484 w 1868906"/>
                <a:gd name="connsiteY81" fmla="*/ 625642 h 1760621"/>
                <a:gd name="connsiteX82" fmla="*/ 970547 w 1868906"/>
                <a:gd name="connsiteY82" fmla="*/ 561473 h 1760621"/>
                <a:gd name="connsiteX83" fmla="*/ 830179 w 1868906"/>
                <a:gd name="connsiteY83" fmla="*/ 601579 h 1760621"/>
                <a:gd name="connsiteX84" fmla="*/ 962526 w 1868906"/>
                <a:gd name="connsiteY84" fmla="*/ 537410 h 1760621"/>
                <a:gd name="connsiteX85" fmla="*/ 946484 w 1868906"/>
                <a:gd name="connsiteY85" fmla="*/ 469231 h 1760621"/>
                <a:gd name="connsiteX86" fmla="*/ 922421 w 1868906"/>
                <a:gd name="connsiteY86" fmla="*/ 449179 h 1760621"/>
                <a:gd name="connsiteX87" fmla="*/ 918410 w 1868906"/>
                <a:gd name="connsiteY87" fmla="*/ 397042 h 1760621"/>
                <a:gd name="connsiteX88" fmla="*/ 830179 w 1868906"/>
                <a:gd name="connsiteY88" fmla="*/ 356936 h 1760621"/>
                <a:gd name="connsiteX89" fmla="*/ 818147 w 1868906"/>
                <a:gd name="connsiteY89" fmla="*/ 252663 h 1760621"/>
                <a:gd name="connsiteX90" fmla="*/ 774032 w 1868906"/>
                <a:gd name="connsiteY90" fmla="*/ 224589 h 1760621"/>
                <a:gd name="connsiteX91" fmla="*/ 737937 w 1868906"/>
                <a:gd name="connsiteY91" fmla="*/ 164431 h 1760621"/>
                <a:gd name="connsiteX92" fmla="*/ 605589 w 1868906"/>
                <a:gd name="connsiteY92" fmla="*/ 116305 h 1760621"/>
                <a:gd name="connsiteX93" fmla="*/ 589547 w 1868906"/>
                <a:gd name="connsiteY93" fmla="*/ 12031 h 1760621"/>
                <a:gd name="connsiteX0" fmla="*/ 589547 w 1872588"/>
                <a:gd name="connsiteY0" fmla="*/ 12031 h 1760621"/>
                <a:gd name="connsiteX1" fmla="*/ 537410 w 1872588"/>
                <a:gd name="connsiteY1" fmla="*/ 0 h 1760621"/>
                <a:gd name="connsiteX2" fmla="*/ 477253 w 1872588"/>
                <a:gd name="connsiteY2" fmla="*/ 16042 h 1760621"/>
                <a:gd name="connsiteX3" fmla="*/ 437147 w 1872588"/>
                <a:gd name="connsiteY3" fmla="*/ 4010 h 1760621"/>
                <a:gd name="connsiteX4" fmla="*/ 449179 w 1872588"/>
                <a:gd name="connsiteY4" fmla="*/ 52136 h 1760621"/>
                <a:gd name="connsiteX5" fmla="*/ 429126 w 1872588"/>
                <a:gd name="connsiteY5" fmla="*/ 84221 h 1760621"/>
                <a:gd name="connsiteX6" fmla="*/ 344905 w 1872588"/>
                <a:gd name="connsiteY6" fmla="*/ 80210 h 1760621"/>
                <a:gd name="connsiteX7" fmla="*/ 316832 w 1872588"/>
                <a:gd name="connsiteY7" fmla="*/ 100263 h 1760621"/>
                <a:gd name="connsiteX8" fmla="*/ 268705 w 1872588"/>
                <a:gd name="connsiteY8" fmla="*/ 104273 h 1760621"/>
                <a:gd name="connsiteX9" fmla="*/ 216568 w 1872588"/>
                <a:gd name="connsiteY9" fmla="*/ 68179 h 1760621"/>
                <a:gd name="connsiteX10" fmla="*/ 204537 w 1872588"/>
                <a:gd name="connsiteY10" fmla="*/ 100263 h 1760621"/>
                <a:gd name="connsiteX11" fmla="*/ 128337 w 1872588"/>
                <a:gd name="connsiteY11" fmla="*/ 128336 h 1760621"/>
                <a:gd name="connsiteX12" fmla="*/ 100263 w 1872588"/>
                <a:gd name="connsiteY12" fmla="*/ 124326 h 1760621"/>
                <a:gd name="connsiteX13" fmla="*/ 60158 w 1872588"/>
                <a:gd name="connsiteY13" fmla="*/ 140368 h 1760621"/>
                <a:gd name="connsiteX14" fmla="*/ 68179 w 1872588"/>
                <a:gd name="connsiteY14" fmla="*/ 168442 h 1760621"/>
                <a:gd name="connsiteX15" fmla="*/ 44116 w 1872588"/>
                <a:gd name="connsiteY15" fmla="*/ 184484 h 1760621"/>
                <a:gd name="connsiteX16" fmla="*/ 0 w 1872588"/>
                <a:gd name="connsiteY16" fmla="*/ 176463 h 1760621"/>
                <a:gd name="connsiteX17" fmla="*/ 36095 w 1872588"/>
                <a:gd name="connsiteY17" fmla="*/ 429126 h 1760621"/>
                <a:gd name="connsiteX18" fmla="*/ 100263 w 1872588"/>
                <a:gd name="connsiteY18" fmla="*/ 485273 h 1760621"/>
                <a:gd name="connsiteX19" fmla="*/ 132347 w 1872588"/>
                <a:gd name="connsiteY19" fmla="*/ 573505 h 1760621"/>
                <a:gd name="connsiteX20" fmla="*/ 268705 w 1872588"/>
                <a:gd name="connsiteY20" fmla="*/ 589547 h 1760621"/>
                <a:gd name="connsiteX21" fmla="*/ 308810 w 1872588"/>
                <a:gd name="connsiteY21" fmla="*/ 633663 h 1760621"/>
                <a:gd name="connsiteX22" fmla="*/ 372979 w 1872588"/>
                <a:gd name="connsiteY22" fmla="*/ 601579 h 1760621"/>
                <a:gd name="connsiteX23" fmla="*/ 417095 w 1872588"/>
                <a:gd name="connsiteY23" fmla="*/ 597568 h 1760621"/>
                <a:gd name="connsiteX24" fmla="*/ 389021 w 1872588"/>
                <a:gd name="connsiteY24" fmla="*/ 593558 h 1760621"/>
                <a:gd name="connsiteX25" fmla="*/ 332874 w 1872588"/>
                <a:gd name="connsiteY25" fmla="*/ 589547 h 1760621"/>
                <a:gd name="connsiteX26" fmla="*/ 276726 w 1872588"/>
                <a:gd name="connsiteY26" fmla="*/ 561473 h 1760621"/>
                <a:gd name="connsiteX27" fmla="*/ 256674 w 1872588"/>
                <a:gd name="connsiteY27" fmla="*/ 521368 h 1760621"/>
                <a:gd name="connsiteX28" fmla="*/ 292768 w 1872588"/>
                <a:gd name="connsiteY28" fmla="*/ 553452 h 1760621"/>
                <a:gd name="connsiteX29" fmla="*/ 328863 w 1872588"/>
                <a:gd name="connsiteY29" fmla="*/ 541421 h 1760621"/>
                <a:gd name="connsiteX30" fmla="*/ 356937 w 1872588"/>
                <a:gd name="connsiteY30" fmla="*/ 569494 h 1760621"/>
                <a:gd name="connsiteX31" fmla="*/ 397042 w 1872588"/>
                <a:gd name="connsiteY31" fmla="*/ 569494 h 1760621"/>
                <a:gd name="connsiteX32" fmla="*/ 449179 w 1872588"/>
                <a:gd name="connsiteY32" fmla="*/ 549442 h 1760621"/>
                <a:gd name="connsiteX33" fmla="*/ 453189 w 1872588"/>
                <a:gd name="connsiteY33" fmla="*/ 597568 h 1760621"/>
                <a:gd name="connsiteX34" fmla="*/ 469232 w 1872588"/>
                <a:gd name="connsiteY34" fmla="*/ 613610 h 1760621"/>
                <a:gd name="connsiteX35" fmla="*/ 521368 w 1872588"/>
                <a:gd name="connsiteY35" fmla="*/ 617621 h 1760621"/>
                <a:gd name="connsiteX36" fmla="*/ 513347 w 1872588"/>
                <a:gd name="connsiteY36" fmla="*/ 637673 h 1760621"/>
                <a:gd name="connsiteX37" fmla="*/ 453189 w 1872588"/>
                <a:gd name="connsiteY37" fmla="*/ 637673 h 1760621"/>
                <a:gd name="connsiteX38" fmla="*/ 409074 w 1872588"/>
                <a:gd name="connsiteY38" fmla="*/ 629652 h 1760621"/>
                <a:gd name="connsiteX39" fmla="*/ 324853 w 1872588"/>
                <a:gd name="connsiteY39" fmla="*/ 725905 h 1760621"/>
                <a:gd name="connsiteX40" fmla="*/ 56147 w 1872588"/>
                <a:gd name="connsiteY40" fmla="*/ 1291389 h 1760621"/>
                <a:gd name="connsiteX41" fmla="*/ 108284 w 1872588"/>
                <a:gd name="connsiteY41" fmla="*/ 1471863 h 1760621"/>
                <a:gd name="connsiteX42" fmla="*/ 184484 w 1872588"/>
                <a:gd name="connsiteY42" fmla="*/ 1640305 h 1760621"/>
                <a:gd name="connsiteX43" fmla="*/ 284747 w 1872588"/>
                <a:gd name="connsiteY43" fmla="*/ 1740568 h 1760621"/>
                <a:gd name="connsiteX44" fmla="*/ 360947 w 1872588"/>
                <a:gd name="connsiteY44" fmla="*/ 1752600 h 1760621"/>
                <a:gd name="connsiteX45" fmla="*/ 1303421 w 1872588"/>
                <a:gd name="connsiteY45" fmla="*/ 1760621 h 1760621"/>
                <a:gd name="connsiteX46" fmla="*/ 1427747 w 1872588"/>
                <a:gd name="connsiteY46" fmla="*/ 1556084 h 1760621"/>
                <a:gd name="connsiteX47" fmla="*/ 1407695 w 1872588"/>
                <a:gd name="connsiteY47" fmla="*/ 1499936 h 1760621"/>
                <a:gd name="connsiteX48" fmla="*/ 1431758 w 1872588"/>
                <a:gd name="connsiteY48" fmla="*/ 1403684 h 1760621"/>
                <a:gd name="connsiteX49" fmla="*/ 1407695 w 1872588"/>
                <a:gd name="connsiteY49" fmla="*/ 1359568 h 1760621"/>
                <a:gd name="connsiteX50" fmla="*/ 1511968 w 1872588"/>
                <a:gd name="connsiteY50" fmla="*/ 1323473 h 1760621"/>
                <a:gd name="connsiteX51" fmla="*/ 1544053 w 1872588"/>
                <a:gd name="connsiteY51" fmla="*/ 1187115 h 1760621"/>
                <a:gd name="connsiteX52" fmla="*/ 1487905 w 1872588"/>
                <a:gd name="connsiteY52" fmla="*/ 1143000 h 1760621"/>
                <a:gd name="connsiteX53" fmla="*/ 1495926 w 1872588"/>
                <a:gd name="connsiteY53" fmla="*/ 1082842 h 1760621"/>
                <a:gd name="connsiteX54" fmla="*/ 1592179 w 1872588"/>
                <a:gd name="connsiteY54" fmla="*/ 1050758 h 1760621"/>
                <a:gd name="connsiteX55" fmla="*/ 1716505 w 1872588"/>
                <a:gd name="connsiteY55" fmla="*/ 894347 h 1760621"/>
                <a:gd name="connsiteX56" fmla="*/ 1700463 w 1872588"/>
                <a:gd name="connsiteY56" fmla="*/ 798094 h 1760621"/>
                <a:gd name="connsiteX57" fmla="*/ 1816768 w 1872588"/>
                <a:gd name="connsiteY57" fmla="*/ 677779 h 1760621"/>
                <a:gd name="connsiteX58" fmla="*/ 1868906 w 1872588"/>
                <a:gd name="connsiteY58" fmla="*/ 521368 h 1760621"/>
                <a:gd name="connsiteX59" fmla="*/ 1843930 w 1872588"/>
                <a:gd name="connsiteY59" fmla="*/ 501350 h 1760621"/>
                <a:gd name="connsiteX60" fmla="*/ 1822100 w 1872588"/>
                <a:gd name="connsiteY60" fmla="*/ 481309 h 1760621"/>
                <a:gd name="connsiteX61" fmla="*/ 1854594 w 1872588"/>
                <a:gd name="connsiteY61" fmla="*/ 485354 h 1760621"/>
                <a:gd name="connsiteX62" fmla="*/ 1752600 w 1872588"/>
                <a:gd name="connsiteY62" fmla="*/ 449179 h 1760621"/>
                <a:gd name="connsiteX63" fmla="*/ 1656347 w 1872588"/>
                <a:gd name="connsiteY63" fmla="*/ 417094 h 1760621"/>
                <a:gd name="connsiteX64" fmla="*/ 1580147 w 1872588"/>
                <a:gd name="connsiteY64" fmla="*/ 429126 h 1760621"/>
                <a:gd name="connsiteX65" fmla="*/ 1524000 w 1872588"/>
                <a:gd name="connsiteY65" fmla="*/ 489284 h 1760621"/>
                <a:gd name="connsiteX66" fmla="*/ 1524000 w 1872588"/>
                <a:gd name="connsiteY66" fmla="*/ 537410 h 1760621"/>
                <a:gd name="connsiteX67" fmla="*/ 1536032 w 1872588"/>
                <a:gd name="connsiteY67" fmla="*/ 549442 h 1760621"/>
                <a:gd name="connsiteX68" fmla="*/ 1503947 w 1872588"/>
                <a:gd name="connsiteY68" fmla="*/ 557463 h 1760621"/>
                <a:gd name="connsiteX69" fmla="*/ 1483895 w 1872588"/>
                <a:gd name="connsiteY69" fmla="*/ 545431 h 1760621"/>
                <a:gd name="connsiteX70" fmla="*/ 1371600 w 1872588"/>
                <a:gd name="connsiteY70" fmla="*/ 697831 h 1760621"/>
                <a:gd name="connsiteX71" fmla="*/ 1395663 w 1872588"/>
                <a:gd name="connsiteY71" fmla="*/ 593558 h 1760621"/>
                <a:gd name="connsiteX72" fmla="*/ 1155032 w 1872588"/>
                <a:gd name="connsiteY72" fmla="*/ 605589 h 1760621"/>
                <a:gd name="connsiteX73" fmla="*/ 1471863 w 1872588"/>
                <a:gd name="connsiteY73" fmla="*/ 533400 h 1760621"/>
                <a:gd name="connsiteX74" fmla="*/ 1524000 w 1872588"/>
                <a:gd name="connsiteY74" fmla="*/ 376989 h 1760621"/>
                <a:gd name="connsiteX75" fmla="*/ 1447800 w 1872588"/>
                <a:gd name="connsiteY75" fmla="*/ 352926 h 1760621"/>
                <a:gd name="connsiteX76" fmla="*/ 1251284 w 1872588"/>
                <a:gd name="connsiteY76" fmla="*/ 372979 h 1760621"/>
                <a:gd name="connsiteX77" fmla="*/ 1207168 w 1872588"/>
                <a:gd name="connsiteY77" fmla="*/ 501315 h 1760621"/>
                <a:gd name="connsiteX78" fmla="*/ 1167063 w 1872588"/>
                <a:gd name="connsiteY78" fmla="*/ 485273 h 1760621"/>
                <a:gd name="connsiteX79" fmla="*/ 986589 w 1872588"/>
                <a:gd name="connsiteY79" fmla="*/ 577515 h 1760621"/>
                <a:gd name="connsiteX80" fmla="*/ 966537 w 1872588"/>
                <a:gd name="connsiteY80" fmla="*/ 697831 h 1760621"/>
                <a:gd name="connsiteX81" fmla="*/ 946484 w 1872588"/>
                <a:gd name="connsiteY81" fmla="*/ 625642 h 1760621"/>
                <a:gd name="connsiteX82" fmla="*/ 970547 w 1872588"/>
                <a:gd name="connsiteY82" fmla="*/ 561473 h 1760621"/>
                <a:gd name="connsiteX83" fmla="*/ 830179 w 1872588"/>
                <a:gd name="connsiteY83" fmla="*/ 601579 h 1760621"/>
                <a:gd name="connsiteX84" fmla="*/ 962526 w 1872588"/>
                <a:gd name="connsiteY84" fmla="*/ 537410 h 1760621"/>
                <a:gd name="connsiteX85" fmla="*/ 946484 w 1872588"/>
                <a:gd name="connsiteY85" fmla="*/ 469231 h 1760621"/>
                <a:gd name="connsiteX86" fmla="*/ 922421 w 1872588"/>
                <a:gd name="connsiteY86" fmla="*/ 449179 h 1760621"/>
                <a:gd name="connsiteX87" fmla="*/ 918410 w 1872588"/>
                <a:gd name="connsiteY87" fmla="*/ 397042 h 1760621"/>
                <a:gd name="connsiteX88" fmla="*/ 830179 w 1872588"/>
                <a:gd name="connsiteY88" fmla="*/ 356936 h 1760621"/>
                <a:gd name="connsiteX89" fmla="*/ 818147 w 1872588"/>
                <a:gd name="connsiteY89" fmla="*/ 252663 h 1760621"/>
                <a:gd name="connsiteX90" fmla="*/ 774032 w 1872588"/>
                <a:gd name="connsiteY90" fmla="*/ 224589 h 1760621"/>
                <a:gd name="connsiteX91" fmla="*/ 737937 w 1872588"/>
                <a:gd name="connsiteY91" fmla="*/ 164431 h 1760621"/>
                <a:gd name="connsiteX92" fmla="*/ 605589 w 1872588"/>
                <a:gd name="connsiteY92" fmla="*/ 116305 h 1760621"/>
                <a:gd name="connsiteX93" fmla="*/ 589547 w 1872588"/>
                <a:gd name="connsiteY93" fmla="*/ 12031 h 1760621"/>
                <a:gd name="connsiteX0" fmla="*/ 589547 w 1886081"/>
                <a:gd name="connsiteY0" fmla="*/ 12031 h 1760621"/>
                <a:gd name="connsiteX1" fmla="*/ 537410 w 1886081"/>
                <a:gd name="connsiteY1" fmla="*/ 0 h 1760621"/>
                <a:gd name="connsiteX2" fmla="*/ 477253 w 1886081"/>
                <a:gd name="connsiteY2" fmla="*/ 16042 h 1760621"/>
                <a:gd name="connsiteX3" fmla="*/ 437147 w 1886081"/>
                <a:gd name="connsiteY3" fmla="*/ 4010 h 1760621"/>
                <a:gd name="connsiteX4" fmla="*/ 449179 w 1886081"/>
                <a:gd name="connsiteY4" fmla="*/ 52136 h 1760621"/>
                <a:gd name="connsiteX5" fmla="*/ 429126 w 1886081"/>
                <a:gd name="connsiteY5" fmla="*/ 84221 h 1760621"/>
                <a:gd name="connsiteX6" fmla="*/ 344905 w 1886081"/>
                <a:gd name="connsiteY6" fmla="*/ 80210 h 1760621"/>
                <a:gd name="connsiteX7" fmla="*/ 316832 w 1886081"/>
                <a:gd name="connsiteY7" fmla="*/ 100263 h 1760621"/>
                <a:gd name="connsiteX8" fmla="*/ 268705 w 1886081"/>
                <a:gd name="connsiteY8" fmla="*/ 104273 h 1760621"/>
                <a:gd name="connsiteX9" fmla="*/ 216568 w 1886081"/>
                <a:gd name="connsiteY9" fmla="*/ 68179 h 1760621"/>
                <a:gd name="connsiteX10" fmla="*/ 204537 w 1886081"/>
                <a:gd name="connsiteY10" fmla="*/ 100263 h 1760621"/>
                <a:gd name="connsiteX11" fmla="*/ 128337 w 1886081"/>
                <a:gd name="connsiteY11" fmla="*/ 128336 h 1760621"/>
                <a:gd name="connsiteX12" fmla="*/ 100263 w 1886081"/>
                <a:gd name="connsiteY12" fmla="*/ 124326 h 1760621"/>
                <a:gd name="connsiteX13" fmla="*/ 60158 w 1886081"/>
                <a:gd name="connsiteY13" fmla="*/ 140368 h 1760621"/>
                <a:gd name="connsiteX14" fmla="*/ 68179 w 1886081"/>
                <a:gd name="connsiteY14" fmla="*/ 168442 h 1760621"/>
                <a:gd name="connsiteX15" fmla="*/ 44116 w 1886081"/>
                <a:gd name="connsiteY15" fmla="*/ 184484 h 1760621"/>
                <a:gd name="connsiteX16" fmla="*/ 0 w 1886081"/>
                <a:gd name="connsiteY16" fmla="*/ 176463 h 1760621"/>
                <a:gd name="connsiteX17" fmla="*/ 36095 w 1886081"/>
                <a:gd name="connsiteY17" fmla="*/ 429126 h 1760621"/>
                <a:gd name="connsiteX18" fmla="*/ 100263 w 1886081"/>
                <a:gd name="connsiteY18" fmla="*/ 485273 h 1760621"/>
                <a:gd name="connsiteX19" fmla="*/ 132347 w 1886081"/>
                <a:gd name="connsiteY19" fmla="*/ 573505 h 1760621"/>
                <a:gd name="connsiteX20" fmla="*/ 268705 w 1886081"/>
                <a:gd name="connsiteY20" fmla="*/ 589547 h 1760621"/>
                <a:gd name="connsiteX21" fmla="*/ 308810 w 1886081"/>
                <a:gd name="connsiteY21" fmla="*/ 633663 h 1760621"/>
                <a:gd name="connsiteX22" fmla="*/ 372979 w 1886081"/>
                <a:gd name="connsiteY22" fmla="*/ 601579 h 1760621"/>
                <a:gd name="connsiteX23" fmla="*/ 417095 w 1886081"/>
                <a:gd name="connsiteY23" fmla="*/ 597568 h 1760621"/>
                <a:gd name="connsiteX24" fmla="*/ 389021 w 1886081"/>
                <a:gd name="connsiteY24" fmla="*/ 593558 h 1760621"/>
                <a:gd name="connsiteX25" fmla="*/ 332874 w 1886081"/>
                <a:gd name="connsiteY25" fmla="*/ 589547 h 1760621"/>
                <a:gd name="connsiteX26" fmla="*/ 276726 w 1886081"/>
                <a:gd name="connsiteY26" fmla="*/ 561473 h 1760621"/>
                <a:gd name="connsiteX27" fmla="*/ 256674 w 1886081"/>
                <a:gd name="connsiteY27" fmla="*/ 521368 h 1760621"/>
                <a:gd name="connsiteX28" fmla="*/ 292768 w 1886081"/>
                <a:gd name="connsiteY28" fmla="*/ 553452 h 1760621"/>
                <a:gd name="connsiteX29" fmla="*/ 328863 w 1886081"/>
                <a:gd name="connsiteY29" fmla="*/ 541421 h 1760621"/>
                <a:gd name="connsiteX30" fmla="*/ 356937 w 1886081"/>
                <a:gd name="connsiteY30" fmla="*/ 569494 h 1760621"/>
                <a:gd name="connsiteX31" fmla="*/ 397042 w 1886081"/>
                <a:gd name="connsiteY31" fmla="*/ 569494 h 1760621"/>
                <a:gd name="connsiteX32" fmla="*/ 449179 w 1886081"/>
                <a:gd name="connsiteY32" fmla="*/ 549442 h 1760621"/>
                <a:gd name="connsiteX33" fmla="*/ 453189 w 1886081"/>
                <a:gd name="connsiteY33" fmla="*/ 597568 h 1760621"/>
                <a:gd name="connsiteX34" fmla="*/ 469232 w 1886081"/>
                <a:gd name="connsiteY34" fmla="*/ 613610 h 1760621"/>
                <a:gd name="connsiteX35" fmla="*/ 521368 w 1886081"/>
                <a:gd name="connsiteY35" fmla="*/ 617621 h 1760621"/>
                <a:gd name="connsiteX36" fmla="*/ 513347 w 1886081"/>
                <a:gd name="connsiteY36" fmla="*/ 637673 h 1760621"/>
                <a:gd name="connsiteX37" fmla="*/ 453189 w 1886081"/>
                <a:gd name="connsiteY37" fmla="*/ 637673 h 1760621"/>
                <a:gd name="connsiteX38" fmla="*/ 409074 w 1886081"/>
                <a:gd name="connsiteY38" fmla="*/ 629652 h 1760621"/>
                <a:gd name="connsiteX39" fmla="*/ 324853 w 1886081"/>
                <a:gd name="connsiteY39" fmla="*/ 725905 h 1760621"/>
                <a:gd name="connsiteX40" fmla="*/ 56147 w 1886081"/>
                <a:gd name="connsiteY40" fmla="*/ 1291389 h 1760621"/>
                <a:gd name="connsiteX41" fmla="*/ 108284 w 1886081"/>
                <a:gd name="connsiteY41" fmla="*/ 1471863 h 1760621"/>
                <a:gd name="connsiteX42" fmla="*/ 184484 w 1886081"/>
                <a:gd name="connsiteY42" fmla="*/ 1640305 h 1760621"/>
                <a:gd name="connsiteX43" fmla="*/ 284747 w 1886081"/>
                <a:gd name="connsiteY43" fmla="*/ 1740568 h 1760621"/>
                <a:gd name="connsiteX44" fmla="*/ 360947 w 1886081"/>
                <a:gd name="connsiteY44" fmla="*/ 1752600 h 1760621"/>
                <a:gd name="connsiteX45" fmla="*/ 1303421 w 1886081"/>
                <a:gd name="connsiteY45" fmla="*/ 1760621 h 1760621"/>
                <a:gd name="connsiteX46" fmla="*/ 1427747 w 1886081"/>
                <a:gd name="connsiteY46" fmla="*/ 1556084 h 1760621"/>
                <a:gd name="connsiteX47" fmla="*/ 1407695 w 1886081"/>
                <a:gd name="connsiteY47" fmla="*/ 1499936 h 1760621"/>
                <a:gd name="connsiteX48" fmla="*/ 1431758 w 1886081"/>
                <a:gd name="connsiteY48" fmla="*/ 1403684 h 1760621"/>
                <a:gd name="connsiteX49" fmla="*/ 1407695 w 1886081"/>
                <a:gd name="connsiteY49" fmla="*/ 1359568 h 1760621"/>
                <a:gd name="connsiteX50" fmla="*/ 1511968 w 1886081"/>
                <a:gd name="connsiteY50" fmla="*/ 1323473 h 1760621"/>
                <a:gd name="connsiteX51" fmla="*/ 1544053 w 1886081"/>
                <a:gd name="connsiteY51" fmla="*/ 1187115 h 1760621"/>
                <a:gd name="connsiteX52" fmla="*/ 1487905 w 1886081"/>
                <a:gd name="connsiteY52" fmla="*/ 1143000 h 1760621"/>
                <a:gd name="connsiteX53" fmla="*/ 1495926 w 1886081"/>
                <a:gd name="connsiteY53" fmla="*/ 1082842 h 1760621"/>
                <a:gd name="connsiteX54" fmla="*/ 1592179 w 1886081"/>
                <a:gd name="connsiteY54" fmla="*/ 1050758 h 1760621"/>
                <a:gd name="connsiteX55" fmla="*/ 1716505 w 1886081"/>
                <a:gd name="connsiteY55" fmla="*/ 894347 h 1760621"/>
                <a:gd name="connsiteX56" fmla="*/ 1700463 w 1886081"/>
                <a:gd name="connsiteY56" fmla="*/ 798094 h 1760621"/>
                <a:gd name="connsiteX57" fmla="*/ 1816768 w 1886081"/>
                <a:gd name="connsiteY57" fmla="*/ 677779 h 1760621"/>
                <a:gd name="connsiteX58" fmla="*/ 1868906 w 1886081"/>
                <a:gd name="connsiteY58" fmla="*/ 521368 h 1760621"/>
                <a:gd name="connsiteX59" fmla="*/ 1843930 w 1886081"/>
                <a:gd name="connsiteY59" fmla="*/ 501350 h 1760621"/>
                <a:gd name="connsiteX60" fmla="*/ 1886081 w 1886081"/>
                <a:gd name="connsiteY60" fmla="*/ 430658 h 1760621"/>
                <a:gd name="connsiteX61" fmla="*/ 1854594 w 1886081"/>
                <a:gd name="connsiteY61" fmla="*/ 485354 h 1760621"/>
                <a:gd name="connsiteX62" fmla="*/ 1752600 w 1886081"/>
                <a:gd name="connsiteY62" fmla="*/ 449179 h 1760621"/>
                <a:gd name="connsiteX63" fmla="*/ 1656347 w 1886081"/>
                <a:gd name="connsiteY63" fmla="*/ 417094 h 1760621"/>
                <a:gd name="connsiteX64" fmla="*/ 1580147 w 1886081"/>
                <a:gd name="connsiteY64" fmla="*/ 429126 h 1760621"/>
                <a:gd name="connsiteX65" fmla="*/ 1524000 w 1886081"/>
                <a:gd name="connsiteY65" fmla="*/ 489284 h 1760621"/>
                <a:gd name="connsiteX66" fmla="*/ 1524000 w 1886081"/>
                <a:gd name="connsiteY66" fmla="*/ 537410 h 1760621"/>
                <a:gd name="connsiteX67" fmla="*/ 1536032 w 1886081"/>
                <a:gd name="connsiteY67" fmla="*/ 549442 h 1760621"/>
                <a:gd name="connsiteX68" fmla="*/ 1503947 w 1886081"/>
                <a:gd name="connsiteY68" fmla="*/ 557463 h 1760621"/>
                <a:gd name="connsiteX69" fmla="*/ 1483895 w 1886081"/>
                <a:gd name="connsiteY69" fmla="*/ 545431 h 1760621"/>
                <a:gd name="connsiteX70" fmla="*/ 1371600 w 1886081"/>
                <a:gd name="connsiteY70" fmla="*/ 697831 h 1760621"/>
                <a:gd name="connsiteX71" fmla="*/ 1395663 w 1886081"/>
                <a:gd name="connsiteY71" fmla="*/ 593558 h 1760621"/>
                <a:gd name="connsiteX72" fmla="*/ 1155032 w 1886081"/>
                <a:gd name="connsiteY72" fmla="*/ 605589 h 1760621"/>
                <a:gd name="connsiteX73" fmla="*/ 1471863 w 1886081"/>
                <a:gd name="connsiteY73" fmla="*/ 533400 h 1760621"/>
                <a:gd name="connsiteX74" fmla="*/ 1524000 w 1886081"/>
                <a:gd name="connsiteY74" fmla="*/ 376989 h 1760621"/>
                <a:gd name="connsiteX75" fmla="*/ 1447800 w 1886081"/>
                <a:gd name="connsiteY75" fmla="*/ 352926 h 1760621"/>
                <a:gd name="connsiteX76" fmla="*/ 1251284 w 1886081"/>
                <a:gd name="connsiteY76" fmla="*/ 372979 h 1760621"/>
                <a:gd name="connsiteX77" fmla="*/ 1207168 w 1886081"/>
                <a:gd name="connsiteY77" fmla="*/ 501315 h 1760621"/>
                <a:gd name="connsiteX78" fmla="*/ 1167063 w 1886081"/>
                <a:gd name="connsiteY78" fmla="*/ 485273 h 1760621"/>
                <a:gd name="connsiteX79" fmla="*/ 986589 w 1886081"/>
                <a:gd name="connsiteY79" fmla="*/ 577515 h 1760621"/>
                <a:gd name="connsiteX80" fmla="*/ 966537 w 1886081"/>
                <a:gd name="connsiteY80" fmla="*/ 697831 h 1760621"/>
                <a:gd name="connsiteX81" fmla="*/ 946484 w 1886081"/>
                <a:gd name="connsiteY81" fmla="*/ 625642 h 1760621"/>
                <a:gd name="connsiteX82" fmla="*/ 970547 w 1886081"/>
                <a:gd name="connsiteY82" fmla="*/ 561473 h 1760621"/>
                <a:gd name="connsiteX83" fmla="*/ 830179 w 1886081"/>
                <a:gd name="connsiteY83" fmla="*/ 601579 h 1760621"/>
                <a:gd name="connsiteX84" fmla="*/ 962526 w 1886081"/>
                <a:gd name="connsiteY84" fmla="*/ 537410 h 1760621"/>
                <a:gd name="connsiteX85" fmla="*/ 946484 w 1886081"/>
                <a:gd name="connsiteY85" fmla="*/ 469231 h 1760621"/>
                <a:gd name="connsiteX86" fmla="*/ 922421 w 1886081"/>
                <a:gd name="connsiteY86" fmla="*/ 449179 h 1760621"/>
                <a:gd name="connsiteX87" fmla="*/ 918410 w 1886081"/>
                <a:gd name="connsiteY87" fmla="*/ 397042 h 1760621"/>
                <a:gd name="connsiteX88" fmla="*/ 830179 w 1886081"/>
                <a:gd name="connsiteY88" fmla="*/ 356936 h 1760621"/>
                <a:gd name="connsiteX89" fmla="*/ 818147 w 1886081"/>
                <a:gd name="connsiteY89" fmla="*/ 252663 h 1760621"/>
                <a:gd name="connsiteX90" fmla="*/ 774032 w 1886081"/>
                <a:gd name="connsiteY90" fmla="*/ 224589 h 1760621"/>
                <a:gd name="connsiteX91" fmla="*/ 737937 w 1886081"/>
                <a:gd name="connsiteY91" fmla="*/ 164431 h 1760621"/>
                <a:gd name="connsiteX92" fmla="*/ 605589 w 1886081"/>
                <a:gd name="connsiteY92" fmla="*/ 116305 h 1760621"/>
                <a:gd name="connsiteX93" fmla="*/ 589547 w 1886081"/>
                <a:gd name="connsiteY93" fmla="*/ 12031 h 1760621"/>
                <a:gd name="connsiteX0" fmla="*/ 589547 w 1949297"/>
                <a:gd name="connsiteY0" fmla="*/ 12031 h 1760621"/>
                <a:gd name="connsiteX1" fmla="*/ 537410 w 1949297"/>
                <a:gd name="connsiteY1" fmla="*/ 0 h 1760621"/>
                <a:gd name="connsiteX2" fmla="*/ 477253 w 1949297"/>
                <a:gd name="connsiteY2" fmla="*/ 16042 h 1760621"/>
                <a:gd name="connsiteX3" fmla="*/ 437147 w 1949297"/>
                <a:gd name="connsiteY3" fmla="*/ 4010 h 1760621"/>
                <a:gd name="connsiteX4" fmla="*/ 449179 w 1949297"/>
                <a:gd name="connsiteY4" fmla="*/ 52136 h 1760621"/>
                <a:gd name="connsiteX5" fmla="*/ 429126 w 1949297"/>
                <a:gd name="connsiteY5" fmla="*/ 84221 h 1760621"/>
                <a:gd name="connsiteX6" fmla="*/ 344905 w 1949297"/>
                <a:gd name="connsiteY6" fmla="*/ 80210 h 1760621"/>
                <a:gd name="connsiteX7" fmla="*/ 316832 w 1949297"/>
                <a:gd name="connsiteY7" fmla="*/ 100263 h 1760621"/>
                <a:gd name="connsiteX8" fmla="*/ 268705 w 1949297"/>
                <a:gd name="connsiteY8" fmla="*/ 104273 h 1760621"/>
                <a:gd name="connsiteX9" fmla="*/ 216568 w 1949297"/>
                <a:gd name="connsiteY9" fmla="*/ 68179 h 1760621"/>
                <a:gd name="connsiteX10" fmla="*/ 204537 w 1949297"/>
                <a:gd name="connsiteY10" fmla="*/ 100263 h 1760621"/>
                <a:gd name="connsiteX11" fmla="*/ 128337 w 1949297"/>
                <a:gd name="connsiteY11" fmla="*/ 128336 h 1760621"/>
                <a:gd name="connsiteX12" fmla="*/ 100263 w 1949297"/>
                <a:gd name="connsiteY12" fmla="*/ 124326 h 1760621"/>
                <a:gd name="connsiteX13" fmla="*/ 60158 w 1949297"/>
                <a:gd name="connsiteY13" fmla="*/ 140368 h 1760621"/>
                <a:gd name="connsiteX14" fmla="*/ 68179 w 1949297"/>
                <a:gd name="connsiteY14" fmla="*/ 168442 h 1760621"/>
                <a:gd name="connsiteX15" fmla="*/ 44116 w 1949297"/>
                <a:gd name="connsiteY15" fmla="*/ 184484 h 1760621"/>
                <a:gd name="connsiteX16" fmla="*/ 0 w 1949297"/>
                <a:gd name="connsiteY16" fmla="*/ 176463 h 1760621"/>
                <a:gd name="connsiteX17" fmla="*/ 36095 w 1949297"/>
                <a:gd name="connsiteY17" fmla="*/ 429126 h 1760621"/>
                <a:gd name="connsiteX18" fmla="*/ 100263 w 1949297"/>
                <a:gd name="connsiteY18" fmla="*/ 485273 h 1760621"/>
                <a:gd name="connsiteX19" fmla="*/ 132347 w 1949297"/>
                <a:gd name="connsiteY19" fmla="*/ 573505 h 1760621"/>
                <a:gd name="connsiteX20" fmla="*/ 268705 w 1949297"/>
                <a:gd name="connsiteY20" fmla="*/ 589547 h 1760621"/>
                <a:gd name="connsiteX21" fmla="*/ 308810 w 1949297"/>
                <a:gd name="connsiteY21" fmla="*/ 633663 h 1760621"/>
                <a:gd name="connsiteX22" fmla="*/ 372979 w 1949297"/>
                <a:gd name="connsiteY22" fmla="*/ 601579 h 1760621"/>
                <a:gd name="connsiteX23" fmla="*/ 417095 w 1949297"/>
                <a:gd name="connsiteY23" fmla="*/ 597568 h 1760621"/>
                <a:gd name="connsiteX24" fmla="*/ 389021 w 1949297"/>
                <a:gd name="connsiteY24" fmla="*/ 593558 h 1760621"/>
                <a:gd name="connsiteX25" fmla="*/ 332874 w 1949297"/>
                <a:gd name="connsiteY25" fmla="*/ 589547 h 1760621"/>
                <a:gd name="connsiteX26" fmla="*/ 276726 w 1949297"/>
                <a:gd name="connsiteY26" fmla="*/ 561473 h 1760621"/>
                <a:gd name="connsiteX27" fmla="*/ 256674 w 1949297"/>
                <a:gd name="connsiteY27" fmla="*/ 521368 h 1760621"/>
                <a:gd name="connsiteX28" fmla="*/ 292768 w 1949297"/>
                <a:gd name="connsiteY28" fmla="*/ 553452 h 1760621"/>
                <a:gd name="connsiteX29" fmla="*/ 328863 w 1949297"/>
                <a:gd name="connsiteY29" fmla="*/ 541421 h 1760621"/>
                <a:gd name="connsiteX30" fmla="*/ 356937 w 1949297"/>
                <a:gd name="connsiteY30" fmla="*/ 569494 h 1760621"/>
                <a:gd name="connsiteX31" fmla="*/ 397042 w 1949297"/>
                <a:gd name="connsiteY31" fmla="*/ 569494 h 1760621"/>
                <a:gd name="connsiteX32" fmla="*/ 449179 w 1949297"/>
                <a:gd name="connsiteY32" fmla="*/ 549442 h 1760621"/>
                <a:gd name="connsiteX33" fmla="*/ 453189 w 1949297"/>
                <a:gd name="connsiteY33" fmla="*/ 597568 h 1760621"/>
                <a:gd name="connsiteX34" fmla="*/ 469232 w 1949297"/>
                <a:gd name="connsiteY34" fmla="*/ 613610 h 1760621"/>
                <a:gd name="connsiteX35" fmla="*/ 521368 w 1949297"/>
                <a:gd name="connsiteY35" fmla="*/ 617621 h 1760621"/>
                <a:gd name="connsiteX36" fmla="*/ 513347 w 1949297"/>
                <a:gd name="connsiteY36" fmla="*/ 637673 h 1760621"/>
                <a:gd name="connsiteX37" fmla="*/ 453189 w 1949297"/>
                <a:gd name="connsiteY37" fmla="*/ 637673 h 1760621"/>
                <a:gd name="connsiteX38" fmla="*/ 409074 w 1949297"/>
                <a:gd name="connsiteY38" fmla="*/ 629652 h 1760621"/>
                <a:gd name="connsiteX39" fmla="*/ 324853 w 1949297"/>
                <a:gd name="connsiteY39" fmla="*/ 725905 h 1760621"/>
                <a:gd name="connsiteX40" fmla="*/ 56147 w 1949297"/>
                <a:gd name="connsiteY40" fmla="*/ 1291389 h 1760621"/>
                <a:gd name="connsiteX41" fmla="*/ 108284 w 1949297"/>
                <a:gd name="connsiteY41" fmla="*/ 1471863 h 1760621"/>
                <a:gd name="connsiteX42" fmla="*/ 184484 w 1949297"/>
                <a:gd name="connsiteY42" fmla="*/ 1640305 h 1760621"/>
                <a:gd name="connsiteX43" fmla="*/ 284747 w 1949297"/>
                <a:gd name="connsiteY43" fmla="*/ 1740568 h 1760621"/>
                <a:gd name="connsiteX44" fmla="*/ 360947 w 1949297"/>
                <a:gd name="connsiteY44" fmla="*/ 1752600 h 1760621"/>
                <a:gd name="connsiteX45" fmla="*/ 1303421 w 1949297"/>
                <a:gd name="connsiteY45" fmla="*/ 1760621 h 1760621"/>
                <a:gd name="connsiteX46" fmla="*/ 1427747 w 1949297"/>
                <a:gd name="connsiteY46" fmla="*/ 1556084 h 1760621"/>
                <a:gd name="connsiteX47" fmla="*/ 1407695 w 1949297"/>
                <a:gd name="connsiteY47" fmla="*/ 1499936 h 1760621"/>
                <a:gd name="connsiteX48" fmla="*/ 1431758 w 1949297"/>
                <a:gd name="connsiteY48" fmla="*/ 1403684 h 1760621"/>
                <a:gd name="connsiteX49" fmla="*/ 1407695 w 1949297"/>
                <a:gd name="connsiteY49" fmla="*/ 1359568 h 1760621"/>
                <a:gd name="connsiteX50" fmla="*/ 1511968 w 1949297"/>
                <a:gd name="connsiteY50" fmla="*/ 1323473 h 1760621"/>
                <a:gd name="connsiteX51" fmla="*/ 1544053 w 1949297"/>
                <a:gd name="connsiteY51" fmla="*/ 1187115 h 1760621"/>
                <a:gd name="connsiteX52" fmla="*/ 1487905 w 1949297"/>
                <a:gd name="connsiteY52" fmla="*/ 1143000 h 1760621"/>
                <a:gd name="connsiteX53" fmla="*/ 1495926 w 1949297"/>
                <a:gd name="connsiteY53" fmla="*/ 1082842 h 1760621"/>
                <a:gd name="connsiteX54" fmla="*/ 1592179 w 1949297"/>
                <a:gd name="connsiteY54" fmla="*/ 1050758 h 1760621"/>
                <a:gd name="connsiteX55" fmla="*/ 1716505 w 1949297"/>
                <a:gd name="connsiteY55" fmla="*/ 894347 h 1760621"/>
                <a:gd name="connsiteX56" fmla="*/ 1700463 w 1949297"/>
                <a:gd name="connsiteY56" fmla="*/ 798094 h 1760621"/>
                <a:gd name="connsiteX57" fmla="*/ 1816768 w 1949297"/>
                <a:gd name="connsiteY57" fmla="*/ 677779 h 1760621"/>
                <a:gd name="connsiteX58" fmla="*/ 1868906 w 1949297"/>
                <a:gd name="connsiteY58" fmla="*/ 521368 h 1760621"/>
                <a:gd name="connsiteX59" fmla="*/ 1937236 w 1949297"/>
                <a:gd name="connsiteY59" fmla="*/ 469359 h 1760621"/>
                <a:gd name="connsiteX60" fmla="*/ 1886081 w 1949297"/>
                <a:gd name="connsiteY60" fmla="*/ 430658 h 1760621"/>
                <a:gd name="connsiteX61" fmla="*/ 1854594 w 1949297"/>
                <a:gd name="connsiteY61" fmla="*/ 485354 h 1760621"/>
                <a:gd name="connsiteX62" fmla="*/ 1752600 w 1949297"/>
                <a:gd name="connsiteY62" fmla="*/ 449179 h 1760621"/>
                <a:gd name="connsiteX63" fmla="*/ 1656347 w 1949297"/>
                <a:gd name="connsiteY63" fmla="*/ 417094 h 1760621"/>
                <a:gd name="connsiteX64" fmla="*/ 1580147 w 1949297"/>
                <a:gd name="connsiteY64" fmla="*/ 429126 h 1760621"/>
                <a:gd name="connsiteX65" fmla="*/ 1524000 w 1949297"/>
                <a:gd name="connsiteY65" fmla="*/ 489284 h 1760621"/>
                <a:gd name="connsiteX66" fmla="*/ 1524000 w 1949297"/>
                <a:gd name="connsiteY66" fmla="*/ 537410 h 1760621"/>
                <a:gd name="connsiteX67" fmla="*/ 1536032 w 1949297"/>
                <a:gd name="connsiteY67" fmla="*/ 549442 h 1760621"/>
                <a:gd name="connsiteX68" fmla="*/ 1503947 w 1949297"/>
                <a:gd name="connsiteY68" fmla="*/ 557463 h 1760621"/>
                <a:gd name="connsiteX69" fmla="*/ 1483895 w 1949297"/>
                <a:gd name="connsiteY69" fmla="*/ 545431 h 1760621"/>
                <a:gd name="connsiteX70" fmla="*/ 1371600 w 1949297"/>
                <a:gd name="connsiteY70" fmla="*/ 697831 h 1760621"/>
                <a:gd name="connsiteX71" fmla="*/ 1395663 w 1949297"/>
                <a:gd name="connsiteY71" fmla="*/ 593558 h 1760621"/>
                <a:gd name="connsiteX72" fmla="*/ 1155032 w 1949297"/>
                <a:gd name="connsiteY72" fmla="*/ 605589 h 1760621"/>
                <a:gd name="connsiteX73" fmla="*/ 1471863 w 1949297"/>
                <a:gd name="connsiteY73" fmla="*/ 533400 h 1760621"/>
                <a:gd name="connsiteX74" fmla="*/ 1524000 w 1949297"/>
                <a:gd name="connsiteY74" fmla="*/ 376989 h 1760621"/>
                <a:gd name="connsiteX75" fmla="*/ 1447800 w 1949297"/>
                <a:gd name="connsiteY75" fmla="*/ 352926 h 1760621"/>
                <a:gd name="connsiteX76" fmla="*/ 1251284 w 1949297"/>
                <a:gd name="connsiteY76" fmla="*/ 372979 h 1760621"/>
                <a:gd name="connsiteX77" fmla="*/ 1207168 w 1949297"/>
                <a:gd name="connsiteY77" fmla="*/ 501315 h 1760621"/>
                <a:gd name="connsiteX78" fmla="*/ 1167063 w 1949297"/>
                <a:gd name="connsiteY78" fmla="*/ 485273 h 1760621"/>
                <a:gd name="connsiteX79" fmla="*/ 986589 w 1949297"/>
                <a:gd name="connsiteY79" fmla="*/ 577515 h 1760621"/>
                <a:gd name="connsiteX80" fmla="*/ 966537 w 1949297"/>
                <a:gd name="connsiteY80" fmla="*/ 697831 h 1760621"/>
                <a:gd name="connsiteX81" fmla="*/ 946484 w 1949297"/>
                <a:gd name="connsiteY81" fmla="*/ 625642 h 1760621"/>
                <a:gd name="connsiteX82" fmla="*/ 970547 w 1949297"/>
                <a:gd name="connsiteY82" fmla="*/ 561473 h 1760621"/>
                <a:gd name="connsiteX83" fmla="*/ 830179 w 1949297"/>
                <a:gd name="connsiteY83" fmla="*/ 601579 h 1760621"/>
                <a:gd name="connsiteX84" fmla="*/ 962526 w 1949297"/>
                <a:gd name="connsiteY84" fmla="*/ 537410 h 1760621"/>
                <a:gd name="connsiteX85" fmla="*/ 946484 w 1949297"/>
                <a:gd name="connsiteY85" fmla="*/ 469231 h 1760621"/>
                <a:gd name="connsiteX86" fmla="*/ 922421 w 1949297"/>
                <a:gd name="connsiteY86" fmla="*/ 449179 h 1760621"/>
                <a:gd name="connsiteX87" fmla="*/ 918410 w 1949297"/>
                <a:gd name="connsiteY87" fmla="*/ 397042 h 1760621"/>
                <a:gd name="connsiteX88" fmla="*/ 830179 w 1949297"/>
                <a:gd name="connsiteY88" fmla="*/ 356936 h 1760621"/>
                <a:gd name="connsiteX89" fmla="*/ 818147 w 1949297"/>
                <a:gd name="connsiteY89" fmla="*/ 252663 h 1760621"/>
                <a:gd name="connsiteX90" fmla="*/ 774032 w 1949297"/>
                <a:gd name="connsiteY90" fmla="*/ 224589 h 1760621"/>
                <a:gd name="connsiteX91" fmla="*/ 737937 w 1949297"/>
                <a:gd name="connsiteY91" fmla="*/ 164431 h 1760621"/>
                <a:gd name="connsiteX92" fmla="*/ 605589 w 1949297"/>
                <a:gd name="connsiteY92" fmla="*/ 116305 h 1760621"/>
                <a:gd name="connsiteX93" fmla="*/ 589547 w 1949297"/>
                <a:gd name="connsiteY93" fmla="*/ 12031 h 1760621"/>
                <a:gd name="connsiteX0" fmla="*/ 589547 w 1949297"/>
                <a:gd name="connsiteY0" fmla="*/ 12031 h 1760621"/>
                <a:gd name="connsiteX1" fmla="*/ 537410 w 1949297"/>
                <a:gd name="connsiteY1" fmla="*/ 0 h 1760621"/>
                <a:gd name="connsiteX2" fmla="*/ 477253 w 1949297"/>
                <a:gd name="connsiteY2" fmla="*/ 16042 h 1760621"/>
                <a:gd name="connsiteX3" fmla="*/ 437147 w 1949297"/>
                <a:gd name="connsiteY3" fmla="*/ 4010 h 1760621"/>
                <a:gd name="connsiteX4" fmla="*/ 449179 w 1949297"/>
                <a:gd name="connsiteY4" fmla="*/ 52136 h 1760621"/>
                <a:gd name="connsiteX5" fmla="*/ 429126 w 1949297"/>
                <a:gd name="connsiteY5" fmla="*/ 84221 h 1760621"/>
                <a:gd name="connsiteX6" fmla="*/ 344905 w 1949297"/>
                <a:gd name="connsiteY6" fmla="*/ 80210 h 1760621"/>
                <a:gd name="connsiteX7" fmla="*/ 316832 w 1949297"/>
                <a:gd name="connsiteY7" fmla="*/ 100263 h 1760621"/>
                <a:gd name="connsiteX8" fmla="*/ 268705 w 1949297"/>
                <a:gd name="connsiteY8" fmla="*/ 104273 h 1760621"/>
                <a:gd name="connsiteX9" fmla="*/ 216568 w 1949297"/>
                <a:gd name="connsiteY9" fmla="*/ 68179 h 1760621"/>
                <a:gd name="connsiteX10" fmla="*/ 204537 w 1949297"/>
                <a:gd name="connsiteY10" fmla="*/ 100263 h 1760621"/>
                <a:gd name="connsiteX11" fmla="*/ 128337 w 1949297"/>
                <a:gd name="connsiteY11" fmla="*/ 128336 h 1760621"/>
                <a:gd name="connsiteX12" fmla="*/ 100263 w 1949297"/>
                <a:gd name="connsiteY12" fmla="*/ 124326 h 1760621"/>
                <a:gd name="connsiteX13" fmla="*/ 60158 w 1949297"/>
                <a:gd name="connsiteY13" fmla="*/ 140368 h 1760621"/>
                <a:gd name="connsiteX14" fmla="*/ 68179 w 1949297"/>
                <a:gd name="connsiteY14" fmla="*/ 168442 h 1760621"/>
                <a:gd name="connsiteX15" fmla="*/ 44116 w 1949297"/>
                <a:gd name="connsiteY15" fmla="*/ 184484 h 1760621"/>
                <a:gd name="connsiteX16" fmla="*/ 0 w 1949297"/>
                <a:gd name="connsiteY16" fmla="*/ 176463 h 1760621"/>
                <a:gd name="connsiteX17" fmla="*/ 36095 w 1949297"/>
                <a:gd name="connsiteY17" fmla="*/ 429126 h 1760621"/>
                <a:gd name="connsiteX18" fmla="*/ 100263 w 1949297"/>
                <a:gd name="connsiteY18" fmla="*/ 485273 h 1760621"/>
                <a:gd name="connsiteX19" fmla="*/ 132347 w 1949297"/>
                <a:gd name="connsiteY19" fmla="*/ 573505 h 1760621"/>
                <a:gd name="connsiteX20" fmla="*/ 268705 w 1949297"/>
                <a:gd name="connsiteY20" fmla="*/ 589547 h 1760621"/>
                <a:gd name="connsiteX21" fmla="*/ 308810 w 1949297"/>
                <a:gd name="connsiteY21" fmla="*/ 633663 h 1760621"/>
                <a:gd name="connsiteX22" fmla="*/ 372979 w 1949297"/>
                <a:gd name="connsiteY22" fmla="*/ 601579 h 1760621"/>
                <a:gd name="connsiteX23" fmla="*/ 417095 w 1949297"/>
                <a:gd name="connsiteY23" fmla="*/ 597568 h 1760621"/>
                <a:gd name="connsiteX24" fmla="*/ 389021 w 1949297"/>
                <a:gd name="connsiteY24" fmla="*/ 593558 h 1760621"/>
                <a:gd name="connsiteX25" fmla="*/ 332874 w 1949297"/>
                <a:gd name="connsiteY25" fmla="*/ 589547 h 1760621"/>
                <a:gd name="connsiteX26" fmla="*/ 276726 w 1949297"/>
                <a:gd name="connsiteY26" fmla="*/ 561473 h 1760621"/>
                <a:gd name="connsiteX27" fmla="*/ 256674 w 1949297"/>
                <a:gd name="connsiteY27" fmla="*/ 521368 h 1760621"/>
                <a:gd name="connsiteX28" fmla="*/ 292768 w 1949297"/>
                <a:gd name="connsiteY28" fmla="*/ 553452 h 1760621"/>
                <a:gd name="connsiteX29" fmla="*/ 328863 w 1949297"/>
                <a:gd name="connsiteY29" fmla="*/ 541421 h 1760621"/>
                <a:gd name="connsiteX30" fmla="*/ 356937 w 1949297"/>
                <a:gd name="connsiteY30" fmla="*/ 569494 h 1760621"/>
                <a:gd name="connsiteX31" fmla="*/ 397042 w 1949297"/>
                <a:gd name="connsiteY31" fmla="*/ 569494 h 1760621"/>
                <a:gd name="connsiteX32" fmla="*/ 449179 w 1949297"/>
                <a:gd name="connsiteY32" fmla="*/ 549442 h 1760621"/>
                <a:gd name="connsiteX33" fmla="*/ 453189 w 1949297"/>
                <a:gd name="connsiteY33" fmla="*/ 597568 h 1760621"/>
                <a:gd name="connsiteX34" fmla="*/ 469232 w 1949297"/>
                <a:gd name="connsiteY34" fmla="*/ 613610 h 1760621"/>
                <a:gd name="connsiteX35" fmla="*/ 521368 w 1949297"/>
                <a:gd name="connsiteY35" fmla="*/ 617621 h 1760621"/>
                <a:gd name="connsiteX36" fmla="*/ 513347 w 1949297"/>
                <a:gd name="connsiteY36" fmla="*/ 637673 h 1760621"/>
                <a:gd name="connsiteX37" fmla="*/ 453189 w 1949297"/>
                <a:gd name="connsiteY37" fmla="*/ 637673 h 1760621"/>
                <a:gd name="connsiteX38" fmla="*/ 409074 w 1949297"/>
                <a:gd name="connsiteY38" fmla="*/ 629652 h 1760621"/>
                <a:gd name="connsiteX39" fmla="*/ 324853 w 1949297"/>
                <a:gd name="connsiteY39" fmla="*/ 725905 h 1760621"/>
                <a:gd name="connsiteX40" fmla="*/ 56147 w 1949297"/>
                <a:gd name="connsiteY40" fmla="*/ 1291389 h 1760621"/>
                <a:gd name="connsiteX41" fmla="*/ 108284 w 1949297"/>
                <a:gd name="connsiteY41" fmla="*/ 1471863 h 1760621"/>
                <a:gd name="connsiteX42" fmla="*/ 184484 w 1949297"/>
                <a:gd name="connsiteY42" fmla="*/ 1640305 h 1760621"/>
                <a:gd name="connsiteX43" fmla="*/ 284747 w 1949297"/>
                <a:gd name="connsiteY43" fmla="*/ 1740568 h 1760621"/>
                <a:gd name="connsiteX44" fmla="*/ 360947 w 1949297"/>
                <a:gd name="connsiteY44" fmla="*/ 1752600 h 1760621"/>
                <a:gd name="connsiteX45" fmla="*/ 1303421 w 1949297"/>
                <a:gd name="connsiteY45" fmla="*/ 1760621 h 1760621"/>
                <a:gd name="connsiteX46" fmla="*/ 1427747 w 1949297"/>
                <a:gd name="connsiteY46" fmla="*/ 1556084 h 1760621"/>
                <a:gd name="connsiteX47" fmla="*/ 1407695 w 1949297"/>
                <a:gd name="connsiteY47" fmla="*/ 1499936 h 1760621"/>
                <a:gd name="connsiteX48" fmla="*/ 1431758 w 1949297"/>
                <a:gd name="connsiteY48" fmla="*/ 1403684 h 1760621"/>
                <a:gd name="connsiteX49" fmla="*/ 1407695 w 1949297"/>
                <a:gd name="connsiteY49" fmla="*/ 1359568 h 1760621"/>
                <a:gd name="connsiteX50" fmla="*/ 1511968 w 1949297"/>
                <a:gd name="connsiteY50" fmla="*/ 1323473 h 1760621"/>
                <a:gd name="connsiteX51" fmla="*/ 1544053 w 1949297"/>
                <a:gd name="connsiteY51" fmla="*/ 1187115 h 1760621"/>
                <a:gd name="connsiteX52" fmla="*/ 1487905 w 1949297"/>
                <a:gd name="connsiteY52" fmla="*/ 1143000 h 1760621"/>
                <a:gd name="connsiteX53" fmla="*/ 1495926 w 1949297"/>
                <a:gd name="connsiteY53" fmla="*/ 1082842 h 1760621"/>
                <a:gd name="connsiteX54" fmla="*/ 1592179 w 1949297"/>
                <a:gd name="connsiteY54" fmla="*/ 1050758 h 1760621"/>
                <a:gd name="connsiteX55" fmla="*/ 1716505 w 1949297"/>
                <a:gd name="connsiteY55" fmla="*/ 894347 h 1760621"/>
                <a:gd name="connsiteX56" fmla="*/ 1700463 w 1949297"/>
                <a:gd name="connsiteY56" fmla="*/ 798094 h 1760621"/>
                <a:gd name="connsiteX57" fmla="*/ 1816768 w 1949297"/>
                <a:gd name="connsiteY57" fmla="*/ 677779 h 1760621"/>
                <a:gd name="connsiteX58" fmla="*/ 1868906 w 1949297"/>
                <a:gd name="connsiteY58" fmla="*/ 521368 h 1760621"/>
                <a:gd name="connsiteX59" fmla="*/ 1937236 w 1949297"/>
                <a:gd name="connsiteY59" fmla="*/ 469359 h 1760621"/>
                <a:gd name="connsiteX60" fmla="*/ 1886081 w 1949297"/>
                <a:gd name="connsiteY60" fmla="*/ 430658 h 1760621"/>
                <a:gd name="connsiteX61" fmla="*/ 1817271 w 1949297"/>
                <a:gd name="connsiteY61" fmla="*/ 450698 h 1760621"/>
                <a:gd name="connsiteX62" fmla="*/ 1752600 w 1949297"/>
                <a:gd name="connsiteY62" fmla="*/ 449179 h 1760621"/>
                <a:gd name="connsiteX63" fmla="*/ 1656347 w 1949297"/>
                <a:gd name="connsiteY63" fmla="*/ 417094 h 1760621"/>
                <a:gd name="connsiteX64" fmla="*/ 1580147 w 1949297"/>
                <a:gd name="connsiteY64" fmla="*/ 429126 h 1760621"/>
                <a:gd name="connsiteX65" fmla="*/ 1524000 w 1949297"/>
                <a:gd name="connsiteY65" fmla="*/ 489284 h 1760621"/>
                <a:gd name="connsiteX66" fmla="*/ 1524000 w 1949297"/>
                <a:gd name="connsiteY66" fmla="*/ 537410 h 1760621"/>
                <a:gd name="connsiteX67" fmla="*/ 1536032 w 1949297"/>
                <a:gd name="connsiteY67" fmla="*/ 549442 h 1760621"/>
                <a:gd name="connsiteX68" fmla="*/ 1503947 w 1949297"/>
                <a:gd name="connsiteY68" fmla="*/ 557463 h 1760621"/>
                <a:gd name="connsiteX69" fmla="*/ 1483895 w 1949297"/>
                <a:gd name="connsiteY69" fmla="*/ 545431 h 1760621"/>
                <a:gd name="connsiteX70" fmla="*/ 1371600 w 1949297"/>
                <a:gd name="connsiteY70" fmla="*/ 697831 h 1760621"/>
                <a:gd name="connsiteX71" fmla="*/ 1395663 w 1949297"/>
                <a:gd name="connsiteY71" fmla="*/ 593558 h 1760621"/>
                <a:gd name="connsiteX72" fmla="*/ 1155032 w 1949297"/>
                <a:gd name="connsiteY72" fmla="*/ 605589 h 1760621"/>
                <a:gd name="connsiteX73" fmla="*/ 1471863 w 1949297"/>
                <a:gd name="connsiteY73" fmla="*/ 533400 h 1760621"/>
                <a:gd name="connsiteX74" fmla="*/ 1524000 w 1949297"/>
                <a:gd name="connsiteY74" fmla="*/ 376989 h 1760621"/>
                <a:gd name="connsiteX75" fmla="*/ 1447800 w 1949297"/>
                <a:gd name="connsiteY75" fmla="*/ 352926 h 1760621"/>
                <a:gd name="connsiteX76" fmla="*/ 1251284 w 1949297"/>
                <a:gd name="connsiteY76" fmla="*/ 372979 h 1760621"/>
                <a:gd name="connsiteX77" fmla="*/ 1207168 w 1949297"/>
                <a:gd name="connsiteY77" fmla="*/ 501315 h 1760621"/>
                <a:gd name="connsiteX78" fmla="*/ 1167063 w 1949297"/>
                <a:gd name="connsiteY78" fmla="*/ 485273 h 1760621"/>
                <a:gd name="connsiteX79" fmla="*/ 986589 w 1949297"/>
                <a:gd name="connsiteY79" fmla="*/ 577515 h 1760621"/>
                <a:gd name="connsiteX80" fmla="*/ 966537 w 1949297"/>
                <a:gd name="connsiteY80" fmla="*/ 697831 h 1760621"/>
                <a:gd name="connsiteX81" fmla="*/ 946484 w 1949297"/>
                <a:gd name="connsiteY81" fmla="*/ 625642 h 1760621"/>
                <a:gd name="connsiteX82" fmla="*/ 970547 w 1949297"/>
                <a:gd name="connsiteY82" fmla="*/ 561473 h 1760621"/>
                <a:gd name="connsiteX83" fmla="*/ 830179 w 1949297"/>
                <a:gd name="connsiteY83" fmla="*/ 601579 h 1760621"/>
                <a:gd name="connsiteX84" fmla="*/ 962526 w 1949297"/>
                <a:gd name="connsiteY84" fmla="*/ 537410 h 1760621"/>
                <a:gd name="connsiteX85" fmla="*/ 946484 w 1949297"/>
                <a:gd name="connsiteY85" fmla="*/ 469231 h 1760621"/>
                <a:gd name="connsiteX86" fmla="*/ 922421 w 1949297"/>
                <a:gd name="connsiteY86" fmla="*/ 449179 h 1760621"/>
                <a:gd name="connsiteX87" fmla="*/ 918410 w 1949297"/>
                <a:gd name="connsiteY87" fmla="*/ 397042 h 1760621"/>
                <a:gd name="connsiteX88" fmla="*/ 830179 w 1949297"/>
                <a:gd name="connsiteY88" fmla="*/ 356936 h 1760621"/>
                <a:gd name="connsiteX89" fmla="*/ 818147 w 1949297"/>
                <a:gd name="connsiteY89" fmla="*/ 252663 h 1760621"/>
                <a:gd name="connsiteX90" fmla="*/ 774032 w 1949297"/>
                <a:gd name="connsiteY90" fmla="*/ 224589 h 1760621"/>
                <a:gd name="connsiteX91" fmla="*/ 737937 w 1949297"/>
                <a:gd name="connsiteY91" fmla="*/ 164431 h 1760621"/>
                <a:gd name="connsiteX92" fmla="*/ 605589 w 1949297"/>
                <a:gd name="connsiteY92" fmla="*/ 116305 h 1760621"/>
                <a:gd name="connsiteX93" fmla="*/ 589547 w 1949297"/>
                <a:gd name="connsiteY93" fmla="*/ 12031 h 1760621"/>
                <a:gd name="connsiteX0" fmla="*/ 589547 w 1949297"/>
                <a:gd name="connsiteY0" fmla="*/ 12031 h 1760621"/>
                <a:gd name="connsiteX1" fmla="*/ 537410 w 1949297"/>
                <a:gd name="connsiteY1" fmla="*/ 0 h 1760621"/>
                <a:gd name="connsiteX2" fmla="*/ 477253 w 1949297"/>
                <a:gd name="connsiteY2" fmla="*/ 16042 h 1760621"/>
                <a:gd name="connsiteX3" fmla="*/ 437147 w 1949297"/>
                <a:gd name="connsiteY3" fmla="*/ 4010 h 1760621"/>
                <a:gd name="connsiteX4" fmla="*/ 449179 w 1949297"/>
                <a:gd name="connsiteY4" fmla="*/ 52136 h 1760621"/>
                <a:gd name="connsiteX5" fmla="*/ 429126 w 1949297"/>
                <a:gd name="connsiteY5" fmla="*/ 84221 h 1760621"/>
                <a:gd name="connsiteX6" fmla="*/ 344905 w 1949297"/>
                <a:gd name="connsiteY6" fmla="*/ 80210 h 1760621"/>
                <a:gd name="connsiteX7" fmla="*/ 316832 w 1949297"/>
                <a:gd name="connsiteY7" fmla="*/ 100263 h 1760621"/>
                <a:gd name="connsiteX8" fmla="*/ 268705 w 1949297"/>
                <a:gd name="connsiteY8" fmla="*/ 104273 h 1760621"/>
                <a:gd name="connsiteX9" fmla="*/ 216568 w 1949297"/>
                <a:gd name="connsiteY9" fmla="*/ 68179 h 1760621"/>
                <a:gd name="connsiteX10" fmla="*/ 204537 w 1949297"/>
                <a:gd name="connsiteY10" fmla="*/ 100263 h 1760621"/>
                <a:gd name="connsiteX11" fmla="*/ 128337 w 1949297"/>
                <a:gd name="connsiteY11" fmla="*/ 128336 h 1760621"/>
                <a:gd name="connsiteX12" fmla="*/ 100263 w 1949297"/>
                <a:gd name="connsiteY12" fmla="*/ 124326 h 1760621"/>
                <a:gd name="connsiteX13" fmla="*/ 60158 w 1949297"/>
                <a:gd name="connsiteY13" fmla="*/ 140368 h 1760621"/>
                <a:gd name="connsiteX14" fmla="*/ 68179 w 1949297"/>
                <a:gd name="connsiteY14" fmla="*/ 168442 h 1760621"/>
                <a:gd name="connsiteX15" fmla="*/ 44116 w 1949297"/>
                <a:gd name="connsiteY15" fmla="*/ 184484 h 1760621"/>
                <a:gd name="connsiteX16" fmla="*/ 0 w 1949297"/>
                <a:gd name="connsiteY16" fmla="*/ 176463 h 1760621"/>
                <a:gd name="connsiteX17" fmla="*/ 36095 w 1949297"/>
                <a:gd name="connsiteY17" fmla="*/ 429126 h 1760621"/>
                <a:gd name="connsiteX18" fmla="*/ 100263 w 1949297"/>
                <a:gd name="connsiteY18" fmla="*/ 485273 h 1760621"/>
                <a:gd name="connsiteX19" fmla="*/ 132347 w 1949297"/>
                <a:gd name="connsiteY19" fmla="*/ 573505 h 1760621"/>
                <a:gd name="connsiteX20" fmla="*/ 268705 w 1949297"/>
                <a:gd name="connsiteY20" fmla="*/ 589547 h 1760621"/>
                <a:gd name="connsiteX21" fmla="*/ 308810 w 1949297"/>
                <a:gd name="connsiteY21" fmla="*/ 633663 h 1760621"/>
                <a:gd name="connsiteX22" fmla="*/ 372979 w 1949297"/>
                <a:gd name="connsiteY22" fmla="*/ 601579 h 1760621"/>
                <a:gd name="connsiteX23" fmla="*/ 417095 w 1949297"/>
                <a:gd name="connsiteY23" fmla="*/ 597568 h 1760621"/>
                <a:gd name="connsiteX24" fmla="*/ 389021 w 1949297"/>
                <a:gd name="connsiteY24" fmla="*/ 593558 h 1760621"/>
                <a:gd name="connsiteX25" fmla="*/ 332874 w 1949297"/>
                <a:gd name="connsiteY25" fmla="*/ 589547 h 1760621"/>
                <a:gd name="connsiteX26" fmla="*/ 276726 w 1949297"/>
                <a:gd name="connsiteY26" fmla="*/ 561473 h 1760621"/>
                <a:gd name="connsiteX27" fmla="*/ 256674 w 1949297"/>
                <a:gd name="connsiteY27" fmla="*/ 521368 h 1760621"/>
                <a:gd name="connsiteX28" fmla="*/ 292768 w 1949297"/>
                <a:gd name="connsiteY28" fmla="*/ 553452 h 1760621"/>
                <a:gd name="connsiteX29" fmla="*/ 328863 w 1949297"/>
                <a:gd name="connsiteY29" fmla="*/ 541421 h 1760621"/>
                <a:gd name="connsiteX30" fmla="*/ 356937 w 1949297"/>
                <a:gd name="connsiteY30" fmla="*/ 569494 h 1760621"/>
                <a:gd name="connsiteX31" fmla="*/ 397042 w 1949297"/>
                <a:gd name="connsiteY31" fmla="*/ 569494 h 1760621"/>
                <a:gd name="connsiteX32" fmla="*/ 449179 w 1949297"/>
                <a:gd name="connsiteY32" fmla="*/ 549442 h 1760621"/>
                <a:gd name="connsiteX33" fmla="*/ 453189 w 1949297"/>
                <a:gd name="connsiteY33" fmla="*/ 597568 h 1760621"/>
                <a:gd name="connsiteX34" fmla="*/ 469232 w 1949297"/>
                <a:gd name="connsiteY34" fmla="*/ 613610 h 1760621"/>
                <a:gd name="connsiteX35" fmla="*/ 521368 w 1949297"/>
                <a:gd name="connsiteY35" fmla="*/ 617621 h 1760621"/>
                <a:gd name="connsiteX36" fmla="*/ 513347 w 1949297"/>
                <a:gd name="connsiteY36" fmla="*/ 637673 h 1760621"/>
                <a:gd name="connsiteX37" fmla="*/ 453189 w 1949297"/>
                <a:gd name="connsiteY37" fmla="*/ 637673 h 1760621"/>
                <a:gd name="connsiteX38" fmla="*/ 409074 w 1949297"/>
                <a:gd name="connsiteY38" fmla="*/ 629652 h 1760621"/>
                <a:gd name="connsiteX39" fmla="*/ 324853 w 1949297"/>
                <a:gd name="connsiteY39" fmla="*/ 725905 h 1760621"/>
                <a:gd name="connsiteX40" fmla="*/ 56147 w 1949297"/>
                <a:gd name="connsiteY40" fmla="*/ 1291389 h 1760621"/>
                <a:gd name="connsiteX41" fmla="*/ 108284 w 1949297"/>
                <a:gd name="connsiteY41" fmla="*/ 1471863 h 1760621"/>
                <a:gd name="connsiteX42" fmla="*/ 184484 w 1949297"/>
                <a:gd name="connsiteY42" fmla="*/ 1640305 h 1760621"/>
                <a:gd name="connsiteX43" fmla="*/ 284747 w 1949297"/>
                <a:gd name="connsiteY43" fmla="*/ 1740568 h 1760621"/>
                <a:gd name="connsiteX44" fmla="*/ 360947 w 1949297"/>
                <a:gd name="connsiteY44" fmla="*/ 1752600 h 1760621"/>
                <a:gd name="connsiteX45" fmla="*/ 1303421 w 1949297"/>
                <a:gd name="connsiteY45" fmla="*/ 1760621 h 1760621"/>
                <a:gd name="connsiteX46" fmla="*/ 1427747 w 1949297"/>
                <a:gd name="connsiteY46" fmla="*/ 1556084 h 1760621"/>
                <a:gd name="connsiteX47" fmla="*/ 1407695 w 1949297"/>
                <a:gd name="connsiteY47" fmla="*/ 1499936 h 1760621"/>
                <a:gd name="connsiteX48" fmla="*/ 1431758 w 1949297"/>
                <a:gd name="connsiteY48" fmla="*/ 1403684 h 1760621"/>
                <a:gd name="connsiteX49" fmla="*/ 1407695 w 1949297"/>
                <a:gd name="connsiteY49" fmla="*/ 1359568 h 1760621"/>
                <a:gd name="connsiteX50" fmla="*/ 1511968 w 1949297"/>
                <a:gd name="connsiteY50" fmla="*/ 1323473 h 1760621"/>
                <a:gd name="connsiteX51" fmla="*/ 1544053 w 1949297"/>
                <a:gd name="connsiteY51" fmla="*/ 1187115 h 1760621"/>
                <a:gd name="connsiteX52" fmla="*/ 1487905 w 1949297"/>
                <a:gd name="connsiteY52" fmla="*/ 1143000 h 1760621"/>
                <a:gd name="connsiteX53" fmla="*/ 1495926 w 1949297"/>
                <a:gd name="connsiteY53" fmla="*/ 1082842 h 1760621"/>
                <a:gd name="connsiteX54" fmla="*/ 1592179 w 1949297"/>
                <a:gd name="connsiteY54" fmla="*/ 1050758 h 1760621"/>
                <a:gd name="connsiteX55" fmla="*/ 1716505 w 1949297"/>
                <a:gd name="connsiteY55" fmla="*/ 894347 h 1760621"/>
                <a:gd name="connsiteX56" fmla="*/ 1700463 w 1949297"/>
                <a:gd name="connsiteY56" fmla="*/ 798094 h 1760621"/>
                <a:gd name="connsiteX57" fmla="*/ 1816768 w 1949297"/>
                <a:gd name="connsiteY57" fmla="*/ 677779 h 1760621"/>
                <a:gd name="connsiteX58" fmla="*/ 1868906 w 1949297"/>
                <a:gd name="connsiteY58" fmla="*/ 521368 h 1760621"/>
                <a:gd name="connsiteX59" fmla="*/ 1937236 w 1949297"/>
                <a:gd name="connsiteY59" fmla="*/ 469359 h 1760621"/>
                <a:gd name="connsiteX60" fmla="*/ 1886081 w 1949297"/>
                <a:gd name="connsiteY60" fmla="*/ 430658 h 1760621"/>
                <a:gd name="connsiteX61" fmla="*/ 1801276 w 1949297"/>
                <a:gd name="connsiteY61" fmla="*/ 474691 h 1760621"/>
                <a:gd name="connsiteX62" fmla="*/ 1752600 w 1949297"/>
                <a:gd name="connsiteY62" fmla="*/ 449179 h 1760621"/>
                <a:gd name="connsiteX63" fmla="*/ 1656347 w 1949297"/>
                <a:gd name="connsiteY63" fmla="*/ 417094 h 1760621"/>
                <a:gd name="connsiteX64" fmla="*/ 1580147 w 1949297"/>
                <a:gd name="connsiteY64" fmla="*/ 429126 h 1760621"/>
                <a:gd name="connsiteX65" fmla="*/ 1524000 w 1949297"/>
                <a:gd name="connsiteY65" fmla="*/ 489284 h 1760621"/>
                <a:gd name="connsiteX66" fmla="*/ 1524000 w 1949297"/>
                <a:gd name="connsiteY66" fmla="*/ 537410 h 1760621"/>
                <a:gd name="connsiteX67" fmla="*/ 1536032 w 1949297"/>
                <a:gd name="connsiteY67" fmla="*/ 549442 h 1760621"/>
                <a:gd name="connsiteX68" fmla="*/ 1503947 w 1949297"/>
                <a:gd name="connsiteY68" fmla="*/ 557463 h 1760621"/>
                <a:gd name="connsiteX69" fmla="*/ 1483895 w 1949297"/>
                <a:gd name="connsiteY69" fmla="*/ 545431 h 1760621"/>
                <a:gd name="connsiteX70" fmla="*/ 1371600 w 1949297"/>
                <a:gd name="connsiteY70" fmla="*/ 697831 h 1760621"/>
                <a:gd name="connsiteX71" fmla="*/ 1395663 w 1949297"/>
                <a:gd name="connsiteY71" fmla="*/ 593558 h 1760621"/>
                <a:gd name="connsiteX72" fmla="*/ 1155032 w 1949297"/>
                <a:gd name="connsiteY72" fmla="*/ 605589 h 1760621"/>
                <a:gd name="connsiteX73" fmla="*/ 1471863 w 1949297"/>
                <a:gd name="connsiteY73" fmla="*/ 533400 h 1760621"/>
                <a:gd name="connsiteX74" fmla="*/ 1524000 w 1949297"/>
                <a:gd name="connsiteY74" fmla="*/ 376989 h 1760621"/>
                <a:gd name="connsiteX75" fmla="*/ 1447800 w 1949297"/>
                <a:gd name="connsiteY75" fmla="*/ 352926 h 1760621"/>
                <a:gd name="connsiteX76" fmla="*/ 1251284 w 1949297"/>
                <a:gd name="connsiteY76" fmla="*/ 372979 h 1760621"/>
                <a:gd name="connsiteX77" fmla="*/ 1207168 w 1949297"/>
                <a:gd name="connsiteY77" fmla="*/ 501315 h 1760621"/>
                <a:gd name="connsiteX78" fmla="*/ 1167063 w 1949297"/>
                <a:gd name="connsiteY78" fmla="*/ 485273 h 1760621"/>
                <a:gd name="connsiteX79" fmla="*/ 986589 w 1949297"/>
                <a:gd name="connsiteY79" fmla="*/ 577515 h 1760621"/>
                <a:gd name="connsiteX80" fmla="*/ 966537 w 1949297"/>
                <a:gd name="connsiteY80" fmla="*/ 697831 h 1760621"/>
                <a:gd name="connsiteX81" fmla="*/ 946484 w 1949297"/>
                <a:gd name="connsiteY81" fmla="*/ 625642 h 1760621"/>
                <a:gd name="connsiteX82" fmla="*/ 970547 w 1949297"/>
                <a:gd name="connsiteY82" fmla="*/ 561473 h 1760621"/>
                <a:gd name="connsiteX83" fmla="*/ 830179 w 1949297"/>
                <a:gd name="connsiteY83" fmla="*/ 601579 h 1760621"/>
                <a:gd name="connsiteX84" fmla="*/ 962526 w 1949297"/>
                <a:gd name="connsiteY84" fmla="*/ 537410 h 1760621"/>
                <a:gd name="connsiteX85" fmla="*/ 946484 w 1949297"/>
                <a:gd name="connsiteY85" fmla="*/ 469231 h 1760621"/>
                <a:gd name="connsiteX86" fmla="*/ 922421 w 1949297"/>
                <a:gd name="connsiteY86" fmla="*/ 449179 h 1760621"/>
                <a:gd name="connsiteX87" fmla="*/ 918410 w 1949297"/>
                <a:gd name="connsiteY87" fmla="*/ 397042 h 1760621"/>
                <a:gd name="connsiteX88" fmla="*/ 830179 w 1949297"/>
                <a:gd name="connsiteY88" fmla="*/ 356936 h 1760621"/>
                <a:gd name="connsiteX89" fmla="*/ 818147 w 1949297"/>
                <a:gd name="connsiteY89" fmla="*/ 252663 h 1760621"/>
                <a:gd name="connsiteX90" fmla="*/ 774032 w 1949297"/>
                <a:gd name="connsiteY90" fmla="*/ 224589 h 1760621"/>
                <a:gd name="connsiteX91" fmla="*/ 737937 w 1949297"/>
                <a:gd name="connsiteY91" fmla="*/ 164431 h 1760621"/>
                <a:gd name="connsiteX92" fmla="*/ 605589 w 1949297"/>
                <a:gd name="connsiteY92" fmla="*/ 116305 h 1760621"/>
                <a:gd name="connsiteX93" fmla="*/ 589547 w 1949297"/>
                <a:gd name="connsiteY93" fmla="*/ 12031 h 1760621"/>
                <a:gd name="connsiteX0" fmla="*/ 589547 w 1949297"/>
                <a:gd name="connsiteY0" fmla="*/ 12031 h 1760621"/>
                <a:gd name="connsiteX1" fmla="*/ 537410 w 1949297"/>
                <a:gd name="connsiteY1" fmla="*/ 0 h 1760621"/>
                <a:gd name="connsiteX2" fmla="*/ 477253 w 1949297"/>
                <a:gd name="connsiteY2" fmla="*/ 16042 h 1760621"/>
                <a:gd name="connsiteX3" fmla="*/ 437147 w 1949297"/>
                <a:gd name="connsiteY3" fmla="*/ 4010 h 1760621"/>
                <a:gd name="connsiteX4" fmla="*/ 449179 w 1949297"/>
                <a:gd name="connsiteY4" fmla="*/ 52136 h 1760621"/>
                <a:gd name="connsiteX5" fmla="*/ 429126 w 1949297"/>
                <a:gd name="connsiteY5" fmla="*/ 84221 h 1760621"/>
                <a:gd name="connsiteX6" fmla="*/ 344905 w 1949297"/>
                <a:gd name="connsiteY6" fmla="*/ 80210 h 1760621"/>
                <a:gd name="connsiteX7" fmla="*/ 316832 w 1949297"/>
                <a:gd name="connsiteY7" fmla="*/ 100263 h 1760621"/>
                <a:gd name="connsiteX8" fmla="*/ 268705 w 1949297"/>
                <a:gd name="connsiteY8" fmla="*/ 104273 h 1760621"/>
                <a:gd name="connsiteX9" fmla="*/ 216568 w 1949297"/>
                <a:gd name="connsiteY9" fmla="*/ 68179 h 1760621"/>
                <a:gd name="connsiteX10" fmla="*/ 204537 w 1949297"/>
                <a:gd name="connsiteY10" fmla="*/ 100263 h 1760621"/>
                <a:gd name="connsiteX11" fmla="*/ 128337 w 1949297"/>
                <a:gd name="connsiteY11" fmla="*/ 128336 h 1760621"/>
                <a:gd name="connsiteX12" fmla="*/ 100263 w 1949297"/>
                <a:gd name="connsiteY12" fmla="*/ 124326 h 1760621"/>
                <a:gd name="connsiteX13" fmla="*/ 60158 w 1949297"/>
                <a:gd name="connsiteY13" fmla="*/ 140368 h 1760621"/>
                <a:gd name="connsiteX14" fmla="*/ 68179 w 1949297"/>
                <a:gd name="connsiteY14" fmla="*/ 168442 h 1760621"/>
                <a:gd name="connsiteX15" fmla="*/ 44116 w 1949297"/>
                <a:gd name="connsiteY15" fmla="*/ 184484 h 1760621"/>
                <a:gd name="connsiteX16" fmla="*/ 0 w 1949297"/>
                <a:gd name="connsiteY16" fmla="*/ 176463 h 1760621"/>
                <a:gd name="connsiteX17" fmla="*/ 36095 w 1949297"/>
                <a:gd name="connsiteY17" fmla="*/ 429126 h 1760621"/>
                <a:gd name="connsiteX18" fmla="*/ 100263 w 1949297"/>
                <a:gd name="connsiteY18" fmla="*/ 485273 h 1760621"/>
                <a:gd name="connsiteX19" fmla="*/ 132347 w 1949297"/>
                <a:gd name="connsiteY19" fmla="*/ 573505 h 1760621"/>
                <a:gd name="connsiteX20" fmla="*/ 268705 w 1949297"/>
                <a:gd name="connsiteY20" fmla="*/ 589547 h 1760621"/>
                <a:gd name="connsiteX21" fmla="*/ 308810 w 1949297"/>
                <a:gd name="connsiteY21" fmla="*/ 633663 h 1760621"/>
                <a:gd name="connsiteX22" fmla="*/ 372979 w 1949297"/>
                <a:gd name="connsiteY22" fmla="*/ 601579 h 1760621"/>
                <a:gd name="connsiteX23" fmla="*/ 417095 w 1949297"/>
                <a:gd name="connsiteY23" fmla="*/ 597568 h 1760621"/>
                <a:gd name="connsiteX24" fmla="*/ 389021 w 1949297"/>
                <a:gd name="connsiteY24" fmla="*/ 593558 h 1760621"/>
                <a:gd name="connsiteX25" fmla="*/ 332874 w 1949297"/>
                <a:gd name="connsiteY25" fmla="*/ 589547 h 1760621"/>
                <a:gd name="connsiteX26" fmla="*/ 276726 w 1949297"/>
                <a:gd name="connsiteY26" fmla="*/ 561473 h 1760621"/>
                <a:gd name="connsiteX27" fmla="*/ 256674 w 1949297"/>
                <a:gd name="connsiteY27" fmla="*/ 521368 h 1760621"/>
                <a:gd name="connsiteX28" fmla="*/ 292768 w 1949297"/>
                <a:gd name="connsiteY28" fmla="*/ 553452 h 1760621"/>
                <a:gd name="connsiteX29" fmla="*/ 328863 w 1949297"/>
                <a:gd name="connsiteY29" fmla="*/ 541421 h 1760621"/>
                <a:gd name="connsiteX30" fmla="*/ 356937 w 1949297"/>
                <a:gd name="connsiteY30" fmla="*/ 569494 h 1760621"/>
                <a:gd name="connsiteX31" fmla="*/ 397042 w 1949297"/>
                <a:gd name="connsiteY31" fmla="*/ 569494 h 1760621"/>
                <a:gd name="connsiteX32" fmla="*/ 449179 w 1949297"/>
                <a:gd name="connsiteY32" fmla="*/ 549442 h 1760621"/>
                <a:gd name="connsiteX33" fmla="*/ 453189 w 1949297"/>
                <a:gd name="connsiteY33" fmla="*/ 597568 h 1760621"/>
                <a:gd name="connsiteX34" fmla="*/ 469232 w 1949297"/>
                <a:gd name="connsiteY34" fmla="*/ 613610 h 1760621"/>
                <a:gd name="connsiteX35" fmla="*/ 521368 w 1949297"/>
                <a:gd name="connsiteY35" fmla="*/ 617621 h 1760621"/>
                <a:gd name="connsiteX36" fmla="*/ 513347 w 1949297"/>
                <a:gd name="connsiteY36" fmla="*/ 637673 h 1760621"/>
                <a:gd name="connsiteX37" fmla="*/ 453189 w 1949297"/>
                <a:gd name="connsiteY37" fmla="*/ 637673 h 1760621"/>
                <a:gd name="connsiteX38" fmla="*/ 409074 w 1949297"/>
                <a:gd name="connsiteY38" fmla="*/ 629652 h 1760621"/>
                <a:gd name="connsiteX39" fmla="*/ 324853 w 1949297"/>
                <a:gd name="connsiteY39" fmla="*/ 725905 h 1760621"/>
                <a:gd name="connsiteX40" fmla="*/ 56147 w 1949297"/>
                <a:gd name="connsiteY40" fmla="*/ 1291389 h 1760621"/>
                <a:gd name="connsiteX41" fmla="*/ 108284 w 1949297"/>
                <a:gd name="connsiteY41" fmla="*/ 1471863 h 1760621"/>
                <a:gd name="connsiteX42" fmla="*/ 184484 w 1949297"/>
                <a:gd name="connsiteY42" fmla="*/ 1640305 h 1760621"/>
                <a:gd name="connsiteX43" fmla="*/ 284747 w 1949297"/>
                <a:gd name="connsiteY43" fmla="*/ 1740568 h 1760621"/>
                <a:gd name="connsiteX44" fmla="*/ 360947 w 1949297"/>
                <a:gd name="connsiteY44" fmla="*/ 1752600 h 1760621"/>
                <a:gd name="connsiteX45" fmla="*/ 1303421 w 1949297"/>
                <a:gd name="connsiteY45" fmla="*/ 1760621 h 1760621"/>
                <a:gd name="connsiteX46" fmla="*/ 1427747 w 1949297"/>
                <a:gd name="connsiteY46" fmla="*/ 1556084 h 1760621"/>
                <a:gd name="connsiteX47" fmla="*/ 1407695 w 1949297"/>
                <a:gd name="connsiteY47" fmla="*/ 1499936 h 1760621"/>
                <a:gd name="connsiteX48" fmla="*/ 1431758 w 1949297"/>
                <a:gd name="connsiteY48" fmla="*/ 1403684 h 1760621"/>
                <a:gd name="connsiteX49" fmla="*/ 1407695 w 1949297"/>
                <a:gd name="connsiteY49" fmla="*/ 1359568 h 1760621"/>
                <a:gd name="connsiteX50" fmla="*/ 1511968 w 1949297"/>
                <a:gd name="connsiteY50" fmla="*/ 1323473 h 1760621"/>
                <a:gd name="connsiteX51" fmla="*/ 1544053 w 1949297"/>
                <a:gd name="connsiteY51" fmla="*/ 1187115 h 1760621"/>
                <a:gd name="connsiteX52" fmla="*/ 1487905 w 1949297"/>
                <a:gd name="connsiteY52" fmla="*/ 1143000 h 1760621"/>
                <a:gd name="connsiteX53" fmla="*/ 1495926 w 1949297"/>
                <a:gd name="connsiteY53" fmla="*/ 1082842 h 1760621"/>
                <a:gd name="connsiteX54" fmla="*/ 1592179 w 1949297"/>
                <a:gd name="connsiteY54" fmla="*/ 1050758 h 1760621"/>
                <a:gd name="connsiteX55" fmla="*/ 1716505 w 1949297"/>
                <a:gd name="connsiteY55" fmla="*/ 894347 h 1760621"/>
                <a:gd name="connsiteX56" fmla="*/ 1700463 w 1949297"/>
                <a:gd name="connsiteY56" fmla="*/ 798094 h 1760621"/>
                <a:gd name="connsiteX57" fmla="*/ 1816768 w 1949297"/>
                <a:gd name="connsiteY57" fmla="*/ 677779 h 1760621"/>
                <a:gd name="connsiteX58" fmla="*/ 1868906 w 1949297"/>
                <a:gd name="connsiteY58" fmla="*/ 521368 h 1760621"/>
                <a:gd name="connsiteX59" fmla="*/ 1937236 w 1949297"/>
                <a:gd name="connsiteY59" fmla="*/ 469359 h 1760621"/>
                <a:gd name="connsiteX60" fmla="*/ 1830098 w 1949297"/>
                <a:gd name="connsiteY60" fmla="*/ 467981 h 1760621"/>
                <a:gd name="connsiteX61" fmla="*/ 1801276 w 1949297"/>
                <a:gd name="connsiteY61" fmla="*/ 474691 h 1760621"/>
                <a:gd name="connsiteX62" fmla="*/ 1752600 w 1949297"/>
                <a:gd name="connsiteY62" fmla="*/ 449179 h 1760621"/>
                <a:gd name="connsiteX63" fmla="*/ 1656347 w 1949297"/>
                <a:gd name="connsiteY63" fmla="*/ 417094 h 1760621"/>
                <a:gd name="connsiteX64" fmla="*/ 1580147 w 1949297"/>
                <a:gd name="connsiteY64" fmla="*/ 429126 h 1760621"/>
                <a:gd name="connsiteX65" fmla="*/ 1524000 w 1949297"/>
                <a:gd name="connsiteY65" fmla="*/ 489284 h 1760621"/>
                <a:gd name="connsiteX66" fmla="*/ 1524000 w 1949297"/>
                <a:gd name="connsiteY66" fmla="*/ 537410 h 1760621"/>
                <a:gd name="connsiteX67" fmla="*/ 1536032 w 1949297"/>
                <a:gd name="connsiteY67" fmla="*/ 549442 h 1760621"/>
                <a:gd name="connsiteX68" fmla="*/ 1503947 w 1949297"/>
                <a:gd name="connsiteY68" fmla="*/ 557463 h 1760621"/>
                <a:gd name="connsiteX69" fmla="*/ 1483895 w 1949297"/>
                <a:gd name="connsiteY69" fmla="*/ 545431 h 1760621"/>
                <a:gd name="connsiteX70" fmla="*/ 1371600 w 1949297"/>
                <a:gd name="connsiteY70" fmla="*/ 697831 h 1760621"/>
                <a:gd name="connsiteX71" fmla="*/ 1395663 w 1949297"/>
                <a:gd name="connsiteY71" fmla="*/ 593558 h 1760621"/>
                <a:gd name="connsiteX72" fmla="*/ 1155032 w 1949297"/>
                <a:gd name="connsiteY72" fmla="*/ 605589 h 1760621"/>
                <a:gd name="connsiteX73" fmla="*/ 1471863 w 1949297"/>
                <a:gd name="connsiteY73" fmla="*/ 533400 h 1760621"/>
                <a:gd name="connsiteX74" fmla="*/ 1524000 w 1949297"/>
                <a:gd name="connsiteY74" fmla="*/ 376989 h 1760621"/>
                <a:gd name="connsiteX75" fmla="*/ 1447800 w 1949297"/>
                <a:gd name="connsiteY75" fmla="*/ 352926 h 1760621"/>
                <a:gd name="connsiteX76" fmla="*/ 1251284 w 1949297"/>
                <a:gd name="connsiteY76" fmla="*/ 372979 h 1760621"/>
                <a:gd name="connsiteX77" fmla="*/ 1207168 w 1949297"/>
                <a:gd name="connsiteY77" fmla="*/ 501315 h 1760621"/>
                <a:gd name="connsiteX78" fmla="*/ 1167063 w 1949297"/>
                <a:gd name="connsiteY78" fmla="*/ 485273 h 1760621"/>
                <a:gd name="connsiteX79" fmla="*/ 986589 w 1949297"/>
                <a:gd name="connsiteY79" fmla="*/ 577515 h 1760621"/>
                <a:gd name="connsiteX80" fmla="*/ 966537 w 1949297"/>
                <a:gd name="connsiteY80" fmla="*/ 697831 h 1760621"/>
                <a:gd name="connsiteX81" fmla="*/ 946484 w 1949297"/>
                <a:gd name="connsiteY81" fmla="*/ 625642 h 1760621"/>
                <a:gd name="connsiteX82" fmla="*/ 970547 w 1949297"/>
                <a:gd name="connsiteY82" fmla="*/ 561473 h 1760621"/>
                <a:gd name="connsiteX83" fmla="*/ 830179 w 1949297"/>
                <a:gd name="connsiteY83" fmla="*/ 601579 h 1760621"/>
                <a:gd name="connsiteX84" fmla="*/ 962526 w 1949297"/>
                <a:gd name="connsiteY84" fmla="*/ 537410 h 1760621"/>
                <a:gd name="connsiteX85" fmla="*/ 946484 w 1949297"/>
                <a:gd name="connsiteY85" fmla="*/ 469231 h 1760621"/>
                <a:gd name="connsiteX86" fmla="*/ 922421 w 1949297"/>
                <a:gd name="connsiteY86" fmla="*/ 449179 h 1760621"/>
                <a:gd name="connsiteX87" fmla="*/ 918410 w 1949297"/>
                <a:gd name="connsiteY87" fmla="*/ 397042 h 1760621"/>
                <a:gd name="connsiteX88" fmla="*/ 830179 w 1949297"/>
                <a:gd name="connsiteY88" fmla="*/ 356936 h 1760621"/>
                <a:gd name="connsiteX89" fmla="*/ 818147 w 1949297"/>
                <a:gd name="connsiteY89" fmla="*/ 252663 h 1760621"/>
                <a:gd name="connsiteX90" fmla="*/ 774032 w 1949297"/>
                <a:gd name="connsiteY90" fmla="*/ 224589 h 1760621"/>
                <a:gd name="connsiteX91" fmla="*/ 737937 w 1949297"/>
                <a:gd name="connsiteY91" fmla="*/ 164431 h 1760621"/>
                <a:gd name="connsiteX92" fmla="*/ 605589 w 1949297"/>
                <a:gd name="connsiteY92" fmla="*/ 116305 h 1760621"/>
                <a:gd name="connsiteX93" fmla="*/ 589547 w 1949297"/>
                <a:gd name="connsiteY93" fmla="*/ 12031 h 1760621"/>
                <a:gd name="connsiteX0" fmla="*/ 589547 w 1885035"/>
                <a:gd name="connsiteY0" fmla="*/ 12031 h 1760621"/>
                <a:gd name="connsiteX1" fmla="*/ 537410 w 1885035"/>
                <a:gd name="connsiteY1" fmla="*/ 0 h 1760621"/>
                <a:gd name="connsiteX2" fmla="*/ 477253 w 1885035"/>
                <a:gd name="connsiteY2" fmla="*/ 16042 h 1760621"/>
                <a:gd name="connsiteX3" fmla="*/ 437147 w 1885035"/>
                <a:gd name="connsiteY3" fmla="*/ 4010 h 1760621"/>
                <a:gd name="connsiteX4" fmla="*/ 449179 w 1885035"/>
                <a:gd name="connsiteY4" fmla="*/ 52136 h 1760621"/>
                <a:gd name="connsiteX5" fmla="*/ 429126 w 1885035"/>
                <a:gd name="connsiteY5" fmla="*/ 84221 h 1760621"/>
                <a:gd name="connsiteX6" fmla="*/ 344905 w 1885035"/>
                <a:gd name="connsiteY6" fmla="*/ 80210 h 1760621"/>
                <a:gd name="connsiteX7" fmla="*/ 316832 w 1885035"/>
                <a:gd name="connsiteY7" fmla="*/ 100263 h 1760621"/>
                <a:gd name="connsiteX8" fmla="*/ 268705 w 1885035"/>
                <a:gd name="connsiteY8" fmla="*/ 104273 h 1760621"/>
                <a:gd name="connsiteX9" fmla="*/ 216568 w 1885035"/>
                <a:gd name="connsiteY9" fmla="*/ 68179 h 1760621"/>
                <a:gd name="connsiteX10" fmla="*/ 204537 w 1885035"/>
                <a:gd name="connsiteY10" fmla="*/ 100263 h 1760621"/>
                <a:gd name="connsiteX11" fmla="*/ 128337 w 1885035"/>
                <a:gd name="connsiteY11" fmla="*/ 128336 h 1760621"/>
                <a:gd name="connsiteX12" fmla="*/ 100263 w 1885035"/>
                <a:gd name="connsiteY12" fmla="*/ 124326 h 1760621"/>
                <a:gd name="connsiteX13" fmla="*/ 60158 w 1885035"/>
                <a:gd name="connsiteY13" fmla="*/ 140368 h 1760621"/>
                <a:gd name="connsiteX14" fmla="*/ 68179 w 1885035"/>
                <a:gd name="connsiteY14" fmla="*/ 168442 h 1760621"/>
                <a:gd name="connsiteX15" fmla="*/ 44116 w 1885035"/>
                <a:gd name="connsiteY15" fmla="*/ 184484 h 1760621"/>
                <a:gd name="connsiteX16" fmla="*/ 0 w 1885035"/>
                <a:gd name="connsiteY16" fmla="*/ 176463 h 1760621"/>
                <a:gd name="connsiteX17" fmla="*/ 36095 w 1885035"/>
                <a:gd name="connsiteY17" fmla="*/ 429126 h 1760621"/>
                <a:gd name="connsiteX18" fmla="*/ 100263 w 1885035"/>
                <a:gd name="connsiteY18" fmla="*/ 485273 h 1760621"/>
                <a:gd name="connsiteX19" fmla="*/ 132347 w 1885035"/>
                <a:gd name="connsiteY19" fmla="*/ 573505 h 1760621"/>
                <a:gd name="connsiteX20" fmla="*/ 268705 w 1885035"/>
                <a:gd name="connsiteY20" fmla="*/ 589547 h 1760621"/>
                <a:gd name="connsiteX21" fmla="*/ 308810 w 1885035"/>
                <a:gd name="connsiteY21" fmla="*/ 633663 h 1760621"/>
                <a:gd name="connsiteX22" fmla="*/ 372979 w 1885035"/>
                <a:gd name="connsiteY22" fmla="*/ 601579 h 1760621"/>
                <a:gd name="connsiteX23" fmla="*/ 417095 w 1885035"/>
                <a:gd name="connsiteY23" fmla="*/ 597568 h 1760621"/>
                <a:gd name="connsiteX24" fmla="*/ 389021 w 1885035"/>
                <a:gd name="connsiteY24" fmla="*/ 593558 h 1760621"/>
                <a:gd name="connsiteX25" fmla="*/ 332874 w 1885035"/>
                <a:gd name="connsiteY25" fmla="*/ 589547 h 1760621"/>
                <a:gd name="connsiteX26" fmla="*/ 276726 w 1885035"/>
                <a:gd name="connsiteY26" fmla="*/ 561473 h 1760621"/>
                <a:gd name="connsiteX27" fmla="*/ 256674 w 1885035"/>
                <a:gd name="connsiteY27" fmla="*/ 521368 h 1760621"/>
                <a:gd name="connsiteX28" fmla="*/ 292768 w 1885035"/>
                <a:gd name="connsiteY28" fmla="*/ 553452 h 1760621"/>
                <a:gd name="connsiteX29" fmla="*/ 328863 w 1885035"/>
                <a:gd name="connsiteY29" fmla="*/ 541421 h 1760621"/>
                <a:gd name="connsiteX30" fmla="*/ 356937 w 1885035"/>
                <a:gd name="connsiteY30" fmla="*/ 569494 h 1760621"/>
                <a:gd name="connsiteX31" fmla="*/ 397042 w 1885035"/>
                <a:gd name="connsiteY31" fmla="*/ 569494 h 1760621"/>
                <a:gd name="connsiteX32" fmla="*/ 449179 w 1885035"/>
                <a:gd name="connsiteY32" fmla="*/ 549442 h 1760621"/>
                <a:gd name="connsiteX33" fmla="*/ 453189 w 1885035"/>
                <a:gd name="connsiteY33" fmla="*/ 597568 h 1760621"/>
                <a:gd name="connsiteX34" fmla="*/ 469232 w 1885035"/>
                <a:gd name="connsiteY34" fmla="*/ 613610 h 1760621"/>
                <a:gd name="connsiteX35" fmla="*/ 521368 w 1885035"/>
                <a:gd name="connsiteY35" fmla="*/ 617621 h 1760621"/>
                <a:gd name="connsiteX36" fmla="*/ 513347 w 1885035"/>
                <a:gd name="connsiteY36" fmla="*/ 637673 h 1760621"/>
                <a:gd name="connsiteX37" fmla="*/ 453189 w 1885035"/>
                <a:gd name="connsiteY37" fmla="*/ 637673 h 1760621"/>
                <a:gd name="connsiteX38" fmla="*/ 409074 w 1885035"/>
                <a:gd name="connsiteY38" fmla="*/ 629652 h 1760621"/>
                <a:gd name="connsiteX39" fmla="*/ 324853 w 1885035"/>
                <a:gd name="connsiteY39" fmla="*/ 725905 h 1760621"/>
                <a:gd name="connsiteX40" fmla="*/ 56147 w 1885035"/>
                <a:gd name="connsiteY40" fmla="*/ 1291389 h 1760621"/>
                <a:gd name="connsiteX41" fmla="*/ 108284 w 1885035"/>
                <a:gd name="connsiteY41" fmla="*/ 1471863 h 1760621"/>
                <a:gd name="connsiteX42" fmla="*/ 184484 w 1885035"/>
                <a:gd name="connsiteY42" fmla="*/ 1640305 h 1760621"/>
                <a:gd name="connsiteX43" fmla="*/ 284747 w 1885035"/>
                <a:gd name="connsiteY43" fmla="*/ 1740568 h 1760621"/>
                <a:gd name="connsiteX44" fmla="*/ 360947 w 1885035"/>
                <a:gd name="connsiteY44" fmla="*/ 1752600 h 1760621"/>
                <a:gd name="connsiteX45" fmla="*/ 1303421 w 1885035"/>
                <a:gd name="connsiteY45" fmla="*/ 1760621 h 1760621"/>
                <a:gd name="connsiteX46" fmla="*/ 1427747 w 1885035"/>
                <a:gd name="connsiteY46" fmla="*/ 1556084 h 1760621"/>
                <a:gd name="connsiteX47" fmla="*/ 1407695 w 1885035"/>
                <a:gd name="connsiteY47" fmla="*/ 1499936 h 1760621"/>
                <a:gd name="connsiteX48" fmla="*/ 1431758 w 1885035"/>
                <a:gd name="connsiteY48" fmla="*/ 1403684 h 1760621"/>
                <a:gd name="connsiteX49" fmla="*/ 1407695 w 1885035"/>
                <a:gd name="connsiteY49" fmla="*/ 1359568 h 1760621"/>
                <a:gd name="connsiteX50" fmla="*/ 1511968 w 1885035"/>
                <a:gd name="connsiteY50" fmla="*/ 1323473 h 1760621"/>
                <a:gd name="connsiteX51" fmla="*/ 1544053 w 1885035"/>
                <a:gd name="connsiteY51" fmla="*/ 1187115 h 1760621"/>
                <a:gd name="connsiteX52" fmla="*/ 1487905 w 1885035"/>
                <a:gd name="connsiteY52" fmla="*/ 1143000 h 1760621"/>
                <a:gd name="connsiteX53" fmla="*/ 1495926 w 1885035"/>
                <a:gd name="connsiteY53" fmla="*/ 1082842 h 1760621"/>
                <a:gd name="connsiteX54" fmla="*/ 1592179 w 1885035"/>
                <a:gd name="connsiteY54" fmla="*/ 1050758 h 1760621"/>
                <a:gd name="connsiteX55" fmla="*/ 1716505 w 1885035"/>
                <a:gd name="connsiteY55" fmla="*/ 894347 h 1760621"/>
                <a:gd name="connsiteX56" fmla="*/ 1700463 w 1885035"/>
                <a:gd name="connsiteY56" fmla="*/ 798094 h 1760621"/>
                <a:gd name="connsiteX57" fmla="*/ 1816768 w 1885035"/>
                <a:gd name="connsiteY57" fmla="*/ 677779 h 1760621"/>
                <a:gd name="connsiteX58" fmla="*/ 1868906 w 1885035"/>
                <a:gd name="connsiteY58" fmla="*/ 521368 h 1760621"/>
                <a:gd name="connsiteX59" fmla="*/ 1862591 w 1885035"/>
                <a:gd name="connsiteY59" fmla="*/ 496018 h 1760621"/>
                <a:gd name="connsiteX60" fmla="*/ 1830098 w 1885035"/>
                <a:gd name="connsiteY60" fmla="*/ 467981 h 1760621"/>
                <a:gd name="connsiteX61" fmla="*/ 1801276 w 1885035"/>
                <a:gd name="connsiteY61" fmla="*/ 474691 h 1760621"/>
                <a:gd name="connsiteX62" fmla="*/ 1752600 w 1885035"/>
                <a:gd name="connsiteY62" fmla="*/ 449179 h 1760621"/>
                <a:gd name="connsiteX63" fmla="*/ 1656347 w 1885035"/>
                <a:gd name="connsiteY63" fmla="*/ 417094 h 1760621"/>
                <a:gd name="connsiteX64" fmla="*/ 1580147 w 1885035"/>
                <a:gd name="connsiteY64" fmla="*/ 429126 h 1760621"/>
                <a:gd name="connsiteX65" fmla="*/ 1524000 w 1885035"/>
                <a:gd name="connsiteY65" fmla="*/ 489284 h 1760621"/>
                <a:gd name="connsiteX66" fmla="*/ 1524000 w 1885035"/>
                <a:gd name="connsiteY66" fmla="*/ 537410 h 1760621"/>
                <a:gd name="connsiteX67" fmla="*/ 1536032 w 1885035"/>
                <a:gd name="connsiteY67" fmla="*/ 549442 h 1760621"/>
                <a:gd name="connsiteX68" fmla="*/ 1503947 w 1885035"/>
                <a:gd name="connsiteY68" fmla="*/ 557463 h 1760621"/>
                <a:gd name="connsiteX69" fmla="*/ 1483895 w 1885035"/>
                <a:gd name="connsiteY69" fmla="*/ 545431 h 1760621"/>
                <a:gd name="connsiteX70" fmla="*/ 1371600 w 1885035"/>
                <a:gd name="connsiteY70" fmla="*/ 697831 h 1760621"/>
                <a:gd name="connsiteX71" fmla="*/ 1395663 w 1885035"/>
                <a:gd name="connsiteY71" fmla="*/ 593558 h 1760621"/>
                <a:gd name="connsiteX72" fmla="*/ 1155032 w 1885035"/>
                <a:gd name="connsiteY72" fmla="*/ 605589 h 1760621"/>
                <a:gd name="connsiteX73" fmla="*/ 1471863 w 1885035"/>
                <a:gd name="connsiteY73" fmla="*/ 533400 h 1760621"/>
                <a:gd name="connsiteX74" fmla="*/ 1524000 w 1885035"/>
                <a:gd name="connsiteY74" fmla="*/ 376989 h 1760621"/>
                <a:gd name="connsiteX75" fmla="*/ 1447800 w 1885035"/>
                <a:gd name="connsiteY75" fmla="*/ 352926 h 1760621"/>
                <a:gd name="connsiteX76" fmla="*/ 1251284 w 1885035"/>
                <a:gd name="connsiteY76" fmla="*/ 372979 h 1760621"/>
                <a:gd name="connsiteX77" fmla="*/ 1207168 w 1885035"/>
                <a:gd name="connsiteY77" fmla="*/ 501315 h 1760621"/>
                <a:gd name="connsiteX78" fmla="*/ 1167063 w 1885035"/>
                <a:gd name="connsiteY78" fmla="*/ 485273 h 1760621"/>
                <a:gd name="connsiteX79" fmla="*/ 986589 w 1885035"/>
                <a:gd name="connsiteY79" fmla="*/ 577515 h 1760621"/>
                <a:gd name="connsiteX80" fmla="*/ 966537 w 1885035"/>
                <a:gd name="connsiteY80" fmla="*/ 697831 h 1760621"/>
                <a:gd name="connsiteX81" fmla="*/ 946484 w 1885035"/>
                <a:gd name="connsiteY81" fmla="*/ 625642 h 1760621"/>
                <a:gd name="connsiteX82" fmla="*/ 970547 w 1885035"/>
                <a:gd name="connsiteY82" fmla="*/ 561473 h 1760621"/>
                <a:gd name="connsiteX83" fmla="*/ 830179 w 1885035"/>
                <a:gd name="connsiteY83" fmla="*/ 601579 h 1760621"/>
                <a:gd name="connsiteX84" fmla="*/ 962526 w 1885035"/>
                <a:gd name="connsiteY84" fmla="*/ 537410 h 1760621"/>
                <a:gd name="connsiteX85" fmla="*/ 946484 w 1885035"/>
                <a:gd name="connsiteY85" fmla="*/ 469231 h 1760621"/>
                <a:gd name="connsiteX86" fmla="*/ 922421 w 1885035"/>
                <a:gd name="connsiteY86" fmla="*/ 449179 h 1760621"/>
                <a:gd name="connsiteX87" fmla="*/ 918410 w 1885035"/>
                <a:gd name="connsiteY87" fmla="*/ 397042 h 1760621"/>
                <a:gd name="connsiteX88" fmla="*/ 830179 w 1885035"/>
                <a:gd name="connsiteY88" fmla="*/ 356936 h 1760621"/>
                <a:gd name="connsiteX89" fmla="*/ 818147 w 1885035"/>
                <a:gd name="connsiteY89" fmla="*/ 252663 h 1760621"/>
                <a:gd name="connsiteX90" fmla="*/ 774032 w 1885035"/>
                <a:gd name="connsiteY90" fmla="*/ 224589 h 1760621"/>
                <a:gd name="connsiteX91" fmla="*/ 737937 w 1885035"/>
                <a:gd name="connsiteY91" fmla="*/ 164431 h 1760621"/>
                <a:gd name="connsiteX92" fmla="*/ 605589 w 1885035"/>
                <a:gd name="connsiteY92" fmla="*/ 116305 h 1760621"/>
                <a:gd name="connsiteX93" fmla="*/ 589547 w 1885035"/>
                <a:gd name="connsiteY93" fmla="*/ 12031 h 1760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885035" h="1760621">
                  <a:moveTo>
                    <a:pt x="589547" y="12031"/>
                  </a:moveTo>
                  <a:lnTo>
                    <a:pt x="537410" y="0"/>
                  </a:lnTo>
                  <a:lnTo>
                    <a:pt x="477253" y="16042"/>
                  </a:lnTo>
                  <a:lnTo>
                    <a:pt x="437147" y="4010"/>
                  </a:lnTo>
                  <a:lnTo>
                    <a:pt x="449179" y="52136"/>
                  </a:lnTo>
                  <a:lnTo>
                    <a:pt x="429126" y="84221"/>
                  </a:lnTo>
                  <a:lnTo>
                    <a:pt x="344905" y="80210"/>
                  </a:lnTo>
                  <a:lnTo>
                    <a:pt x="316832" y="100263"/>
                  </a:lnTo>
                  <a:lnTo>
                    <a:pt x="268705" y="104273"/>
                  </a:lnTo>
                  <a:lnTo>
                    <a:pt x="216568" y="68179"/>
                  </a:lnTo>
                  <a:lnTo>
                    <a:pt x="204537" y="100263"/>
                  </a:lnTo>
                  <a:lnTo>
                    <a:pt x="128337" y="128336"/>
                  </a:lnTo>
                  <a:lnTo>
                    <a:pt x="100263" y="124326"/>
                  </a:lnTo>
                  <a:lnTo>
                    <a:pt x="60158" y="140368"/>
                  </a:lnTo>
                  <a:lnTo>
                    <a:pt x="68179" y="168442"/>
                  </a:lnTo>
                  <a:lnTo>
                    <a:pt x="44116" y="184484"/>
                  </a:lnTo>
                  <a:lnTo>
                    <a:pt x="0" y="176463"/>
                  </a:lnTo>
                  <a:lnTo>
                    <a:pt x="36095" y="429126"/>
                  </a:lnTo>
                  <a:lnTo>
                    <a:pt x="100263" y="485273"/>
                  </a:lnTo>
                  <a:lnTo>
                    <a:pt x="132347" y="573505"/>
                  </a:lnTo>
                  <a:lnTo>
                    <a:pt x="268705" y="589547"/>
                  </a:lnTo>
                  <a:lnTo>
                    <a:pt x="308810" y="633663"/>
                  </a:lnTo>
                  <a:lnTo>
                    <a:pt x="372979" y="601579"/>
                  </a:lnTo>
                  <a:lnTo>
                    <a:pt x="417095" y="597568"/>
                  </a:lnTo>
                  <a:lnTo>
                    <a:pt x="389021" y="593558"/>
                  </a:lnTo>
                  <a:lnTo>
                    <a:pt x="332874" y="589547"/>
                  </a:lnTo>
                  <a:lnTo>
                    <a:pt x="276726" y="561473"/>
                  </a:lnTo>
                  <a:lnTo>
                    <a:pt x="256674" y="521368"/>
                  </a:lnTo>
                  <a:lnTo>
                    <a:pt x="292768" y="553452"/>
                  </a:lnTo>
                  <a:lnTo>
                    <a:pt x="328863" y="541421"/>
                  </a:lnTo>
                  <a:lnTo>
                    <a:pt x="356937" y="569494"/>
                  </a:lnTo>
                  <a:lnTo>
                    <a:pt x="397042" y="569494"/>
                  </a:lnTo>
                  <a:lnTo>
                    <a:pt x="449179" y="549442"/>
                  </a:lnTo>
                  <a:lnTo>
                    <a:pt x="453189" y="597568"/>
                  </a:lnTo>
                  <a:lnTo>
                    <a:pt x="469232" y="613610"/>
                  </a:lnTo>
                  <a:lnTo>
                    <a:pt x="521368" y="617621"/>
                  </a:lnTo>
                  <a:lnTo>
                    <a:pt x="513347" y="637673"/>
                  </a:lnTo>
                  <a:lnTo>
                    <a:pt x="453189" y="637673"/>
                  </a:lnTo>
                  <a:lnTo>
                    <a:pt x="409074" y="629652"/>
                  </a:lnTo>
                  <a:lnTo>
                    <a:pt x="324853" y="725905"/>
                  </a:lnTo>
                  <a:lnTo>
                    <a:pt x="56147" y="1291389"/>
                  </a:lnTo>
                  <a:lnTo>
                    <a:pt x="108284" y="1471863"/>
                  </a:lnTo>
                  <a:lnTo>
                    <a:pt x="184484" y="1640305"/>
                  </a:lnTo>
                  <a:lnTo>
                    <a:pt x="284747" y="1740568"/>
                  </a:lnTo>
                  <a:lnTo>
                    <a:pt x="360947" y="1752600"/>
                  </a:lnTo>
                  <a:lnTo>
                    <a:pt x="1303421" y="1760621"/>
                  </a:lnTo>
                  <a:lnTo>
                    <a:pt x="1427747" y="1556084"/>
                  </a:lnTo>
                  <a:lnTo>
                    <a:pt x="1407695" y="1499936"/>
                  </a:lnTo>
                  <a:lnTo>
                    <a:pt x="1431758" y="1403684"/>
                  </a:lnTo>
                  <a:lnTo>
                    <a:pt x="1407695" y="1359568"/>
                  </a:lnTo>
                  <a:lnTo>
                    <a:pt x="1511968" y="1323473"/>
                  </a:lnTo>
                  <a:lnTo>
                    <a:pt x="1544053" y="1187115"/>
                  </a:lnTo>
                  <a:lnTo>
                    <a:pt x="1487905" y="1143000"/>
                  </a:lnTo>
                  <a:lnTo>
                    <a:pt x="1495926" y="1082842"/>
                  </a:lnTo>
                  <a:lnTo>
                    <a:pt x="1592179" y="1050758"/>
                  </a:lnTo>
                  <a:lnTo>
                    <a:pt x="1716505" y="894347"/>
                  </a:lnTo>
                  <a:lnTo>
                    <a:pt x="1700463" y="798094"/>
                  </a:lnTo>
                  <a:lnTo>
                    <a:pt x="1816768" y="677779"/>
                  </a:lnTo>
                  <a:lnTo>
                    <a:pt x="1868906" y="521368"/>
                  </a:lnTo>
                  <a:cubicBezTo>
                    <a:pt x="1860581" y="514695"/>
                    <a:pt x="1913570" y="484030"/>
                    <a:pt x="1862591" y="496018"/>
                  </a:cubicBezTo>
                  <a:lnTo>
                    <a:pt x="1830098" y="467981"/>
                  </a:lnTo>
                  <a:lnTo>
                    <a:pt x="1801276" y="474691"/>
                  </a:lnTo>
                  <a:lnTo>
                    <a:pt x="1752600" y="449179"/>
                  </a:lnTo>
                  <a:lnTo>
                    <a:pt x="1656347" y="417094"/>
                  </a:lnTo>
                  <a:lnTo>
                    <a:pt x="1580147" y="429126"/>
                  </a:lnTo>
                  <a:lnTo>
                    <a:pt x="1524000" y="489284"/>
                  </a:lnTo>
                  <a:lnTo>
                    <a:pt x="1524000" y="537410"/>
                  </a:lnTo>
                  <a:lnTo>
                    <a:pt x="1536032" y="549442"/>
                  </a:lnTo>
                  <a:lnTo>
                    <a:pt x="1503947" y="557463"/>
                  </a:lnTo>
                  <a:lnTo>
                    <a:pt x="1483895" y="545431"/>
                  </a:lnTo>
                  <a:lnTo>
                    <a:pt x="1371600" y="697831"/>
                  </a:lnTo>
                  <a:lnTo>
                    <a:pt x="1395663" y="593558"/>
                  </a:lnTo>
                  <a:lnTo>
                    <a:pt x="1155032" y="605589"/>
                  </a:lnTo>
                  <a:lnTo>
                    <a:pt x="1471863" y="533400"/>
                  </a:lnTo>
                  <a:lnTo>
                    <a:pt x="1524000" y="376989"/>
                  </a:lnTo>
                  <a:lnTo>
                    <a:pt x="1447800" y="352926"/>
                  </a:lnTo>
                  <a:lnTo>
                    <a:pt x="1251284" y="372979"/>
                  </a:lnTo>
                  <a:lnTo>
                    <a:pt x="1207168" y="501315"/>
                  </a:lnTo>
                  <a:lnTo>
                    <a:pt x="1167063" y="485273"/>
                  </a:lnTo>
                  <a:lnTo>
                    <a:pt x="986589" y="577515"/>
                  </a:lnTo>
                  <a:lnTo>
                    <a:pt x="966537" y="697831"/>
                  </a:lnTo>
                  <a:lnTo>
                    <a:pt x="946484" y="625642"/>
                  </a:lnTo>
                  <a:lnTo>
                    <a:pt x="970547" y="561473"/>
                  </a:lnTo>
                  <a:lnTo>
                    <a:pt x="830179" y="601579"/>
                  </a:lnTo>
                  <a:lnTo>
                    <a:pt x="962526" y="537410"/>
                  </a:lnTo>
                  <a:lnTo>
                    <a:pt x="946484" y="469231"/>
                  </a:lnTo>
                  <a:lnTo>
                    <a:pt x="922421" y="449179"/>
                  </a:lnTo>
                  <a:lnTo>
                    <a:pt x="918410" y="397042"/>
                  </a:lnTo>
                  <a:lnTo>
                    <a:pt x="830179" y="356936"/>
                  </a:lnTo>
                  <a:lnTo>
                    <a:pt x="818147" y="252663"/>
                  </a:lnTo>
                  <a:lnTo>
                    <a:pt x="774032" y="224589"/>
                  </a:lnTo>
                  <a:lnTo>
                    <a:pt x="737937" y="164431"/>
                  </a:lnTo>
                  <a:lnTo>
                    <a:pt x="605589" y="116305"/>
                  </a:lnTo>
                  <a:lnTo>
                    <a:pt x="589547" y="12031"/>
                  </a:lnTo>
                  <a:close/>
                </a:path>
              </a:pathLst>
            </a:custGeom>
            <a:solidFill>
              <a:schemeClr val="tx2">
                <a:alpha val="69804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 dirty="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8" name="Freeform 72">
              <a:extLst>
                <a:ext uri="{FF2B5EF4-FFF2-40B4-BE49-F238E27FC236}">
                  <a16:creationId xmlns:a16="http://schemas.microsoft.com/office/drawing/2014/main" id="{831112EB-352E-4BAE-CC8F-392A4B66A596}"/>
                </a:ext>
              </a:extLst>
            </p:cNvPr>
            <p:cNvSpPr/>
            <p:nvPr/>
          </p:nvSpPr>
          <p:spPr>
            <a:xfrm>
              <a:off x="5386398" y="1252534"/>
              <a:ext cx="133350" cy="136526"/>
            </a:xfrm>
            <a:custGeom>
              <a:avLst/>
              <a:gdLst>
                <a:gd name="connsiteX0" fmla="*/ 126206 w 133350"/>
                <a:gd name="connsiteY0" fmla="*/ 0 h 135731"/>
                <a:gd name="connsiteX1" fmla="*/ 59531 w 133350"/>
                <a:gd name="connsiteY1" fmla="*/ 23812 h 135731"/>
                <a:gd name="connsiteX2" fmla="*/ 28575 w 133350"/>
                <a:gd name="connsiteY2" fmla="*/ 85725 h 135731"/>
                <a:gd name="connsiteX3" fmla="*/ 33338 w 133350"/>
                <a:gd name="connsiteY3" fmla="*/ 102393 h 135731"/>
                <a:gd name="connsiteX4" fmla="*/ 0 w 133350"/>
                <a:gd name="connsiteY4" fmla="*/ 135731 h 135731"/>
                <a:gd name="connsiteX5" fmla="*/ 76200 w 133350"/>
                <a:gd name="connsiteY5" fmla="*/ 116681 h 135731"/>
                <a:gd name="connsiteX6" fmla="*/ 76200 w 133350"/>
                <a:gd name="connsiteY6" fmla="*/ 116681 h 135731"/>
                <a:gd name="connsiteX7" fmla="*/ 133350 w 133350"/>
                <a:gd name="connsiteY7" fmla="*/ 71437 h 135731"/>
                <a:gd name="connsiteX8" fmla="*/ 126206 w 133350"/>
                <a:gd name="connsiteY8" fmla="*/ 0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350" h="135731">
                  <a:moveTo>
                    <a:pt x="126206" y="0"/>
                  </a:moveTo>
                  <a:lnTo>
                    <a:pt x="59531" y="23812"/>
                  </a:lnTo>
                  <a:lnTo>
                    <a:pt x="28575" y="85725"/>
                  </a:lnTo>
                  <a:lnTo>
                    <a:pt x="33338" y="102393"/>
                  </a:lnTo>
                  <a:lnTo>
                    <a:pt x="0" y="135731"/>
                  </a:lnTo>
                  <a:lnTo>
                    <a:pt x="76200" y="116681"/>
                  </a:lnTo>
                  <a:lnTo>
                    <a:pt x="76200" y="116681"/>
                  </a:lnTo>
                  <a:lnTo>
                    <a:pt x="133350" y="71437"/>
                  </a:lnTo>
                  <a:lnTo>
                    <a:pt x="126206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9" name="Freeform 73">
              <a:extLst>
                <a:ext uri="{FF2B5EF4-FFF2-40B4-BE49-F238E27FC236}">
                  <a16:creationId xmlns:a16="http://schemas.microsoft.com/office/drawing/2014/main" id="{1877518D-5FE0-05E6-ACD9-874341F23104}"/>
                </a:ext>
              </a:extLst>
            </p:cNvPr>
            <p:cNvSpPr/>
            <p:nvPr/>
          </p:nvSpPr>
          <p:spPr>
            <a:xfrm>
              <a:off x="5622935" y="1073146"/>
              <a:ext cx="23813" cy="52389"/>
            </a:xfrm>
            <a:custGeom>
              <a:avLst/>
              <a:gdLst>
                <a:gd name="connsiteX0" fmla="*/ 4011 w 24063"/>
                <a:gd name="connsiteY0" fmla="*/ 0 h 52136"/>
                <a:gd name="connsiteX1" fmla="*/ 0 w 24063"/>
                <a:gd name="connsiteY1" fmla="*/ 52136 h 52136"/>
                <a:gd name="connsiteX2" fmla="*/ 24063 w 24063"/>
                <a:gd name="connsiteY2" fmla="*/ 48126 h 52136"/>
                <a:gd name="connsiteX3" fmla="*/ 4011 w 24063"/>
                <a:gd name="connsiteY3" fmla="*/ 0 h 52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" h="52136">
                  <a:moveTo>
                    <a:pt x="4011" y="0"/>
                  </a:moveTo>
                  <a:lnTo>
                    <a:pt x="0" y="52136"/>
                  </a:lnTo>
                  <a:lnTo>
                    <a:pt x="24063" y="48126"/>
                  </a:lnTo>
                  <a:lnTo>
                    <a:pt x="4011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0" name="Freeform 74">
              <a:extLst>
                <a:ext uri="{FF2B5EF4-FFF2-40B4-BE49-F238E27FC236}">
                  <a16:creationId xmlns:a16="http://schemas.microsoft.com/office/drawing/2014/main" id="{0FD8766F-656F-CA38-A4F4-DC41AC91F113}"/>
                </a:ext>
              </a:extLst>
            </p:cNvPr>
            <p:cNvSpPr/>
            <p:nvPr/>
          </p:nvSpPr>
          <p:spPr>
            <a:xfrm>
              <a:off x="5638810" y="1154108"/>
              <a:ext cx="100014" cy="38100"/>
            </a:xfrm>
            <a:custGeom>
              <a:avLst/>
              <a:gdLst>
                <a:gd name="connsiteX0" fmla="*/ 100012 w 100012"/>
                <a:gd name="connsiteY0" fmla="*/ 11907 h 38100"/>
                <a:gd name="connsiteX1" fmla="*/ 52387 w 100012"/>
                <a:gd name="connsiteY1" fmla="*/ 38100 h 38100"/>
                <a:gd name="connsiteX2" fmla="*/ 38100 w 100012"/>
                <a:gd name="connsiteY2" fmla="*/ 26194 h 38100"/>
                <a:gd name="connsiteX3" fmla="*/ 0 w 100012"/>
                <a:gd name="connsiteY3" fmla="*/ 26194 h 38100"/>
                <a:gd name="connsiteX4" fmla="*/ 11906 w 100012"/>
                <a:gd name="connsiteY4" fmla="*/ 0 h 38100"/>
                <a:gd name="connsiteX5" fmla="*/ 100012 w 100012"/>
                <a:gd name="connsiteY5" fmla="*/ 11907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12" h="38100">
                  <a:moveTo>
                    <a:pt x="100012" y="11907"/>
                  </a:moveTo>
                  <a:lnTo>
                    <a:pt x="52387" y="38100"/>
                  </a:lnTo>
                  <a:lnTo>
                    <a:pt x="38100" y="26194"/>
                  </a:lnTo>
                  <a:lnTo>
                    <a:pt x="0" y="26194"/>
                  </a:lnTo>
                  <a:lnTo>
                    <a:pt x="11906" y="0"/>
                  </a:lnTo>
                  <a:lnTo>
                    <a:pt x="100012" y="11907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1" name="Freeform 75">
              <a:extLst>
                <a:ext uri="{FF2B5EF4-FFF2-40B4-BE49-F238E27FC236}">
                  <a16:creationId xmlns:a16="http://schemas.microsoft.com/office/drawing/2014/main" id="{39A9949C-99C7-BBE1-49D6-F222D8059898}"/>
                </a:ext>
              </a:extLst>
            </p:cNvPr>
            <p:cNvSpPr/>
            <p:nvPr/>
          </p:nvSpPr>
          <p:spPr>
            <a:xfrm>
              <a:off x="5565786" y="1160458"/>
              <a:ext cx="30164" cy="53975"/>
            </a:xfrm>
            <a:custGeom>
              <a:avLst/>
              <a:gdLst>
                <a:gd name="connsiteX0" fmla="*/ 30956 w 30956"/>
                <a:gd name="connsiteY0" fmla="*/ 0 h 54769"/>
                <a:gd name="connsiteX1" fmla="*/ 19050 w 30956"/>
                <a:gd name="connsiteY1" fmla="*/ 54769 h 54769"/>
                <a:gd name="connsiteX2" fmla="*/ 0 w 30956"/>
                <a:gd name="connsiteY2" fmla="*/ 40481 h 54769"/>
                <a:gd name="connsiteX3" fmla="*/ 30956 w 30956"/>
                <a:gd name="connsiteY3" fmla="*/ 0 h 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56" h="54769">
                  <a:moveTo>
                    <a:pt x="30956" y="0"/>
                  </a:moveTo>
                  <a:lnTo>
                    <a:pt x="19050" y="54769"/>
                  </a:lnTo>
                  <a:lnTo>
                    <a:pt x="0" y="40481"/>
                  </a:lnTo>
                  <a:lnTo>
                    <a:pt x="30956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2" name="Freeform 76">
              <a:extLst>
                <a:ext uri="{FF2B5EF4-FFF2-40B4-BE49-F238E27FC236}">
                  <a16:creationId xmlns:a16="http://schemas.microsoft.com/office/drawing/2014/main" id="{DA8807A9-11EC-3AE5-A18A-8FC6310DFFA4}"/>
                </a:ext>
              </a:extLst>
            </p:cNvPr>
            <p:cNvSpPr/>
            <p:nvPr/>
          </p:nvSpPr>
          <p:spPr>
            <a:xfrm>
              <a:off x="3556008" y="449259"/>
              <a:ext cx="823914" cy="936624"/>
            </a:xfrm>
            <a:custGeom>
              <a:avLst/>
              <a:gdLst>
                <a:gd name="connsiteX0" fmla="*/ 809171 w 823686"/>
                <a:gd name="connsiteY0" fmla="*/ 587828 h 936171"/>
                <a:gd name="connsiteX1" fmla="*/ 758371 w 823686"/>
                <a:gd name="connsiteY1" fmla="*/ 566057 h 936171"/>
                <a:gd name="connsiteX2" fmla="*/ 678543 w 823686"/>
                <a:gd name="connsiteY2" fmla="*/ 478971 h 936171"/>
                <a:gd name="connsiteX3" fmla="*/ 682171 w 823686"/>
                <a:gd name="connsiteY3" fmla="*/ 399143 h 936171"/>
                <a:gd name="connsiteX4" fmla="*/ 620486 w 823686"/>
                <a:gd name="connsiteY4" fmla="*/ 388257 h 936171"/>
                <a:gd name="connsiteX5" fmla="*/ 635000 w 823686"/>
                <a:gd name="connsiteY5" fmla="*/ 326571 h 936171"/>
                <a:gd name="connsiteX6" fmla="*/ 664028 w 823686"/>
                <a:gd name="connsiteY6" fmla="*/ 264886 h 936171"/>
                <a:gd name="connsiteX7" fmla="*/ 653143 w 823686"/>
                <a:gd name="connsiteY7" fmla="*/ 188686 h 936171"/>
                <a:gd name="connsiteX8" fmla="*/ 703943 w 823686"/>
                <a:gd name="connsiteY8" fmla="*/ 156028 h 936171"/>
                <a:gd name="connsiteX9" fmla="*/ 649514 w 823686"/>
                <a:gd name="connsiteY9" fmla="*/ 108857 h 936171"/>
                <a:gd name="connsiteX10" fmla="*/ 631371 w 823686"/>
                <a:gd name="connsiteY10" fmla="*/ 108857 h 936171"/>
                <a:gd name="connsiteX11" fmla="*/ 616857 w 823686"/>
                <a:gd name="connsiteY11" fmla="*/ 83457 h 936171"/>
                <a:gd name="connsiteX12" fmla="*/ 620486 w 823686"/>
                <a:gd name="connsiteY12" fmla="*/ 0 h 936171"/>
                <a:gd name="connsiteX13" fmla="*/ 558800 w 823686"/>
                <a:gd name="connsiteY13" fmla="*/ 0 h 936171"/>
                <a:gd name="connsiteX14" fmla="*/ 558800 w 823686"/>
                <a:gd name="connsiteY14" fmla="*/ 68943 h 936171"/>
                <a:gd name="connsiteX15" fmla="*/ 460828 w 823686"/>
                <a:gd name="connsiteY15" fmla="*/ 94343 h 936171"/>
                <a:gd name="connsiteX16" fmla="*/ 439057 w 823686"/>
                <a:gd name="connsiteY16" fmla="*/ 123371 h 936171"/>
                <a:gd name="connsiteX17" fmla="*/ 351971 w 823686"/>
                <a:gd name="connsiteY17" fmla="*/ 152400 h 936171"/>
                <a:gd name="connsiteX18" fmla="*/ 286657 w 823686"/>
                <a:gd name="connsiteY18" fmla="*/ 156028 h 936171"/>
                <a:gd name="connsiteX19" fmla="*/ 203200 w 823686"/>
                <a:gd name="connsiteY19" fmla="*/ 206828 h 936171"/>
                <a:gd name="connsiteX20" fmla="*/ 134257 w 823686"/>
                <a:gd name="connsiteY20" fmla="*/ 203200 h 936171"/>
                <a:gd name="connsiteX21" fmla="*/ 90714 w 823686"/>
                <a:gd name="connsiteY21" fmla="*/ 199571 h 936171"/>
                <a:gd name="connsiteX22" fmla="*/ 0 w 823686"/>
                <a:gd name="connsiteY22" fmla="*/ 145143 h 936171"/>
                <a:gd name="connsiteX23" fmla="*/ 76200 w 823686"/>
                <a:gd name="connsiteY23" fmla="*/ 232228 h 936171"/>
                <a:gd name="connsiteX24" fmla="*/ 47171 w 823686"/>
                <a:gd name="connsiteY24" fmla="*/ 286657 h 936171"/>
                <a:gd name="connsiteX25" fmla="*/ 61686 w 823686"/>
                <a:gd name="connsiteY25" fmla="*/ 373743 h 936171"/>
                <a:gd name="connsiteX26" fmla="*/ 130628 w 823686"/>
                <a:gd name="connsiteY26" fmla="*/ 377371 h 936171"/>
                <a:gd name="connsiteX27" fmla="*/ 181428 w 823686"/>
                <a:gd name="connsiteY27" fmla="*/ 406400 h 936171"/>
                <a:gd name="connsiteX28" fmla="*/ 174171 w 823686"/>
                <a:gd name="connsiteY28" fmla="*/ 446314 h 936171"/>
                <a:gd name="connsiteX29" fmla="*/ 217714 w 823686"/>
                <a:gd name="connsiteY29" fmla="*/ 468086 h 936171"/>
                <a:gd name="connsiteX30" fmla="*/ 275771 w 823686"/>
                <a:gd name="connsiteY30" fmla="*/ 598714 h 936171"/>
                <a:gd name="connsiteX31" fmla="*/ 308428 w 823686"/>
                <a:gd name="connsiteY31" fmla="*/ 754743 h 936171"/>
                <a:gd name="connsiteX32" fmla="*/ 319314 w 823686"/>
                <a:gd name="connsiteY32" fmla="*/ 801914 h 936171"/>
                <a:gd name="connsiteX33" fmla="*/ 315686 w 823686"/>
                <a:gd name="connsiteY33" fmla="*/ 841828 h 936171"/>
                <a:gd name="connsiteX34" fmla="*/ 417286 w 823686"/>
                <a:gd name="connsiteY34" fmla="*/ 936171 h 936171"/>
                <a:gd name="connsiteX35" fmla="*/ 435428 w 823686"/>
                <a:gd name="connsiteY35" fmla="*/ 856343 h 936171"/>
                <a:gd name="connsiteX36" fmla="*/ 497114 w 823686"/>
                <a:gd name="connsiteY36" fmla="*/ 805543 h 936171"/>
                <a:gd name="connsiteX37" fmla="*/ 526143 w 823686"/>
                <a:gd name="connsiteY37" fmla="*/ 849086 h 936171"/>
                <a:gd name="connsiteX38" fmla="*/ 609600 w 823686"/>
                <a:gd name="connsiteY38" fmla="*/ 845457 h 936171"/>
                <a:gd name="connsiteX39" fmla="*/ 598714 w 823686"/>
                <a:gd name="connsiteY39" fmla="*/ 772886 h 936171"/>
                <a:gd name="connsiteX40" fmla="*/ 660400 w 823686"/>
                <a:gd name="connsiteY40" fmla="*/ 747486 h 936171"/>
                <a:gd name="connsiteX41" fmla="*/ 674914 w 823686"/>
                <a:gd name="connsiteY41" fmla="*/ 674914 h 936171"/>
                <a:gd name="connsiteX42" fmla="*/ 823686 w 823686"/>
                <a:gd name="connsiteY42" fmla="*/ 689428 h 936171"/>
                <a:gd name="connsiteX43" fmla="*/ 809171 w 823686"/>
                <a:gd name="connsiteY43" fmla="*/ 587828 h 93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823686" h="936171">
                  <a:moveTo>
                    <a:pt x="809171" y="587828"/>
                  </a:moveTo>
                  <a:lnTo>
                    <a:pt x="758371" y="566057"/>
                  </a:lnTo>
                  <a:lnTo>
                    <a:pt x="678543" y="478971"/>
                  </a:lnTo>
                  <a:lnTo>
                    <a:pt x="682171" y="399143"/>
                  </a:lnTo>
                  <a:lnTo>
                    <a:pt x="620486" y="388257"/>
                  </a:lnTo>
                  <a:lnTo>
                    <a:pt x="635000" y="326571"/>
                  </a:lnTo>
                  <a:lnTo>
                    <a:pt x="664028" y="264886"/>
                  </a:lnTo>
                  <a:lnTo>
                    <a:pt x="653143" y="188686"/>
                  </a:lnTo>
                  <a:lnTo>
                    <a:pt x="703943" y="156028"/>
                  </a:lnTo>
                  <a:lnTo>
                    <a:pt x="649514" y="108857"/>
                  </a:lnTo>
                  <a:lnTo>
                    <a:pt x="631371" y="108857"/>
                  </a:lnTo>
                  <a:lnTo>
                    <a:pt x="616857" y="83457"/>
                  </a:lnTo>
                  <a:lnTo>
                    <a:pt x="620486" y="0"/>
                  </a:lnTo>
                  <a:lnTo>
                    <a:pt x="558800" y="0"/>
                  </a:lnTo>
                  <a:lnTo>
                    <a:pt x="558800" y="68943"/>
                  </a:lnTo>
                  <a:lnTo>
                    <a:pt x="460828" y="94343"/>
                  </a:lnTo>
                  <a:lnTo>
                    <a:pt x="439057" y="123371"/>
                  </a:lnTo>
                  <a:lnTo>
                    <a:pt x="351971" y="152400"/>
                  </a:lnTo>
                  <a:lnTo>
                    <a:pt x="286657" y="156028"/>
                  </a:lnTo>
                  <a:lnTo>
                    <a:pt x="203200" y="206828"/>
                  </a:lnTo>
                  <a:lnTo>
                    <a:pt x="134257" y="203200"/>
                  </a:lnTo>
                  <a:lnTo>
                    <a:pt x="90714" y="199571"/>
                  </a:lnTo>
                  <a:lnTo>
                    <a:pt x="0" y="145143"/>
                  </a:lnTo>
                  <a:lnTo>
                    <a:pt x="76200" y="232228"/>
                  </a:lnTo>
                  <a:lnTo>
                    <a:pt x="47171" y="286657"/>
                  </a:lnTo>
                  <a:lnTo>
                    <a:pt x="61686" y="373743"/>
                  </a:lnTo>
                  <a:lnTo>
                    <a:pt x="130628" y="377371"/>
                  </a:lnTo>
                  <a:lnTo>
                    <a:pt x="181428" y="406400"/>
                  </a:lnTo>
                  <a:lnTo>
                    <a:pt x="174171" y="446314"/>
                  </a:lnTo>
                  <a:lnTo>
                    <a:pt x="217714" y="468086"/>
                  </a:lnTo>
                  <a:lnTo>
                    <a:pt x="275771" y="598714"/>
                  </a:lnTo>
                  <a:lnTo>
                    <a:pt x="308428" y="754743"/>
                  </a:lnTo>
                  <a:lnTo>
                    <a:pt x="319314" y="801914"/>
                  </a:lnTo>
                  <a:lnTo>
                    <a:pt x="315686" y="841828"/>
                  </a:lnTo>
                  <a:lnTo>
                    <a:pt x="417286" y="936171"/>
                  </a:lnTo>
                  <a:lnTo>
                    <a:pt x="435428" y="856343"/>
                  </a:lnTo>
                  <a:lnTo>
                    <a:pt x="497114" y="805543"/>
                  </a:lnTo>
                  <a:lnTo>
                    <a:pt x="526143" y="849086"/>
                  </a:lnTo>
                  <a:lnTo>
                    <a:pt x="609600" y="845457"/>
                  </a:lnTo>
                  <a:lnTo>
                    <a:pt x="598714" y="772886"/>
                  </a:lnTo>
                  <a:lnTo>
                    <a:pt x="660400" y="747486"/>
                  </a:lnTo>
                  <a:lnTo>
                    <a:pt x="674914" y="674914"/>
                  </a:lnTo>
                  <a:lnTo>
                    <a:pt x="823686" y="689428"/>
                  </a:lnTo>
                  <a:lnTo>
                    <a:pt x="809171" y="587828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3" name="Freeform 77">
              <a:extLst>
                <a:ext uri="{FF2B5EF4-FFF2-40B4-BE49-F238E27FC236}">
                  <a16:creationId xmlns:a16="http://schemas.microsoft.com/office/drawing/2014/main" id="{5E22C0FB-586E-4690-A18D-C90691913844}"/>
                </a:ext>
              </a:extLst>
            </p:cNvPr>
            <p:cNvSpPr/>
            <p:nvPr/>
          </p:nvSpPr>
          <p:spPr>
            <a:xfrm>
              <a:off x="2195519" y="892170"/>
              <a:ext cx="2570165" cy="1738310"/>
            </a:xfrm>
            <a:custGeom>
              <a:avLst/>
              <a:gdLst>
                <a:gd name="connsiteX0" fmla="*/ 1513114 w 2569028"/>
                <a:gd name="connsiteY0" fmla="*/ 0 h 1738085"/>
                <a:gd name="connsiteX1" fmla="*/ 1433285 w 2569028"/>
                <a:gd name="connsiteY1" fmla="*/ 39914 h 1738085"/>
                <a:gd name="connsiteX2" fmla="*/ 1418771 w 2569028"/>
                <a:gd name="connsiteY2" fmla="*/ 90714 h 1738085"/>
                <a:gd name="connsiteX3" fmla="*/ 1378857 w 2569028"/>
                <a:gd name="connsiteY3" fmla="*/ 123371 h 1738085"/>
                <a:gd name="connsiteX4" fmla="*/ 1346200 w 2569028"/>
                <a:gd name="connsiteY4" fmla="*/ 101600 h 1738085"/>
                <a:gd name="connsiteX5" fmla="*/ 1320800 w 2569028"/>
                <a:gd name="connsiteY5" fmla="*/ 134257 h 1738085"/>
                <a:gd name="connsiteX6" fmla="*/ 1230085 w 2569028"/>
                <a:gd name="connsiteY6" fmla="*/ 152400 h 1738085"/>
                <a:gd name="connsiteX7" fmla="*/ 1179285 w 2569028"/>
                <a:gd name="connsiteY7" fmla="*/ 203200 h 1738085"/>
                <a:gd name="connsiteX8" fmla="*/ 1128485 w 2569028"/>
                <a:gd name="connsiteY8" fmla="*/ 195942 h 1738085"/>
                <a:gd name="connsiteX9" fmla="*/ 1092200 w 2569028"/>
                <a:gd name="connsiteY9" fmla="*/ 214085 h 1738085"/>
                <a:gd name="connsiteX10" fmla="*/ 1012371 w 2569028"/>
                <a:gd name="connsiteY10" fmla="*/ 148771 h 1738085"/>
                <a:gd name="connsiteX11" fmla="*/ 979714 w 2569028"/>
                <a:gd name="connsiteY11" fmla="*/ 163285 h 1738085"/>
                <a:gd name="connsiteX12" fmla="*/ 947057 w 2569028"/>
                <a:gd name="connsiteY12" fmla="*/ 137885 h 1738085"/>
                <a:gd name="connsiteX13" fmla="*/ 936171 w 2569028"/>
                <a:gd name="connsiteY13" fmla="*/ 72571 h 1738085"/>
                <a:gd name="connsiteX14" fmla="*/ 918028 w 2569028"/>
                <a:gd name="connsiteY14" fmla="*/ 36285 h 1738085"/>
                <a:gd name="connsiteX15" fmla="*/ 885371 w 2569028"/>
                <a:gd name="connsiteY15" fmla="*/ 76200 h 1738085"/>
                <a:gd name="connsiteX16" fmla="*/ 845457 w 2569028"/>
                <a:gd name="connsiteY16" fmla="*/ 90714 h 1738085"/>
                <a:gd name="connsiteX17" fmla="*/ 809171 w 2569028"/>
                <a:gd name="connsiteY17" fmla="*/ 25400 h 1738085"/>
                <a:gd name="connsiteX18" fmla="*/ 794657 w 2569028"/>
                <a:gd name="connsiteY18" fmla="*/ 68942 h 1738085"/>
                <a:gd name="connsiteX19" fmla="*/ 616857 w 2569028"/>
                <a:gd name="connsiteY19" fmla="*/ 72571 h 1738085"/>
                <a:gd name="connsiteX20" fmla="*/ 598714 w 2569028"/>
                <a:gd name="connsiteY20" fmla="*/ 97971 h 1738085"/>
                <a:gd name="connsiteX21" fmla="*/ 638628 w 2569028"/>
                <a:gd name="connsiteY21" fmla="*/ 116114 h 1738085"/>
                <a:gd name="connsiteX22" fmla="*/ 685800 w 2569028"/>
                <a:gd name="connsiteY22" fmla="*/ 127000 h 1738085"/>
                <a:gd name="connsiteX23" fmla="*/ 700314 w 2569028"/>
                <a:gd name="connsiteY23" fmla="*/ 174171 h 1738085"/>
                <a:gd name="connsiteX24" fmla="*/ 674914 w 2569028"/>
                <a:gd name="connsiteY24" fmla="*/ 235857 h 1738085"/>
                <a:gd name="connsiteX25" fmla="*/ 642257 w 2569028"/>
                <a:gd name="connsiteY25" fmla="*/ 243114 h 1738085"/>
                <a:gd name="connsiteX26" fmla="*/ 591457 w 2569028"/>
                <a:gd name="connsiteY26" fmla="*/ 217714 h 1738085"/>
                <a:gd name="connsiteX27" fmla="*/ 562428 w 2569028"/>
                <a:gd name="connsiteY27" fmla="*/ 250371 h 1738085"/>
                <a:gd name="connsiteX28" fmla="*/ 587828 w 2569028"/>
                <a:gd name="connsiteY28" fmla="*/ 359228 h 1738085"/>
                <a:gd name="connsiteX29" fmla="*/ 624114 w 2569028"/>
                <a:gd name="connsiteY29" fmla="*/ 395514 h 1738085"/>
                <a:gd name="connsiteX30" fmla="*/ 624114 w 2569028"/>
                <a:gd name="connsiteY30" fmla="*/ 446314 h 1738085"/>
                <a:gd name="connsiteX31" fmla="*/ 667657 w 2569028"/>
                <a:gd name="connsiteY31" fmla="*/ 504371 h 1738085"/>
                <a:gd name="connsiteX32" fmla="*/ 587828 w 2569028"/>
                <a:gd name="connsiteY32" fmla="*/ 957942 h 1738085"/>
                <a:gd name="connsiteX33" fmla="*/ 566057 w 2569028"/>
                <a:gd name="connsiteY33" fmla="*/ 976085 h 1738085"/>
                <a:gd name="connsiteX34" fmla="*/ 529771 w 2569028"/>
                <a:gd name="connsiteY34" fmla="*/ 954314 h 1738085"/>
                <a:gd name="connsiteX35" fmla="*/ 431800 w 2569028"/>
                <a:gd name="connsiteY35" fmla="*/ 950685 h 1738085"/>
                <a:gd name="connsiteX36" fmla="*/ 391885 w 2569028"/>
                <a:gd name="connsiteY36" fmla="*/ 976085 h 1738085"/>
                <a:gd name="connsiteX37" fmla="*/ 283028 w 2569028"/>
                <a:gd name="connsiteY37" fmla="*/ 997857 h 1738085"/>
                <a:gd name="connsiteX38" fmla="*/ 159657 w 2569028"/>
                <a:gd name="connsiteY38" fmla="*/ 1066800 h 1738085"/>
                <a:gd name="connsiteX39" fmla="*/ 101600 w 2569028"/>
                <a:gd name="connsiteY39" fmla="*/ 1201057 h 1738085"/>
                <a:gd name="connsiteX40" fmla="*/ 108857 w 2569028"/>
                <a:gd name="connsiteY40" fmla="*/ 1237342 h 1738085"/>
                <a:gd name="connsiteX41" fmla="*/ 10885 w 2569028"/>
                <a:gd name="connsiteY41" fmla="*/ 1309914 h 1738085"/>
                <a:gd name="connsiteX42" fmla="*/ 0 w 2569028"/>
                <a:gd name="connsiteY42" fmla="*/ 1386114 h 1738085"/>
                <a:gd name="connsiteX43" fmla="*/ 224971 w 2569028"/>
                <a:gd name="connsiteY43" fmla="*/ 1447800 h 1738085"/>
                <a:gd name="connsiteX44" fmla="*/ 497114 w 2569028"/>
                <a:gd name="connsiteY44" fmla="*/ 1494971 h 1738085"/>
                <a:gd name="connsiteX45" fmla="*/ 1066800 w 2569028"/>
                <a:gd name="connsiteY45" fmla="*/ 1730828 h 1738085"/>
                <a:gd name="connsiteX46" fmla="*/ 1266371 w 2569028"/>
                <a:gd name="connsiteY46" fmla="*/ 1738085 h 1738085"/>
                <a:gd name="connsiteX47" fmla="*/ 1284514 w 2569028"/>
                <a:gd name="connsiteY47" fmla="*/ 1712685 h 1738085"/>
                <a:gd name="connsiteX48" fmla="*/ 1331685 w 2569028"/>
                <a:gd name="connsiteY48" fmla="*/ 1694542 h 1738085"/>
                <a:gd name="connsiteX49" fmla="*/ 1320800 w 2569028"/>
                <a:gd name="connsiteY49" fmla="*/ 1625600 h 1738085"/>
                <a:gd name="connsiteX50" fmla="*/ 1455057 w 2569028"/>
                <a:gd name="connsiteY50" fmla="*/ 1567542 h 1738085"/>
                <a:gd name="connsiteX51" fmla="*/ 1451428 w 2569028"/>
                <a:gd name="connsiteY51" fmla="*/ 1498600 h 1738085"/>
                <a:gd name="connsiteX52" fmla="*/ 1534885 w 2569028"/>
                <a:gd name="connsiteY52" fmla="*/ 1440542 h 1738085"/>
                <a:gd name="connsiteX53" fmla="*/ 1618342 w 2569028"/>
                <a:gd name="connsiteY53" fmla="*/ 1440542 h 1738085"/>
                <a:gd name="connsiteX54" fmla="*/ 1651000 w 2569028"/>
                <a:gd name="connsiteY54" fmla="*/ 1516742 h 1738085"/>
                <a:gd name="connsiteX55" fmla="*/ 1803400 w 2569028"/>
                <a:gd name="connsiteY55" fmla="*/ 1563914 h 1738085"/>
                <a:gd name="connsiteX56" fmla="*/ 1843314 w 2569028"/>
                <a:gd name="connsiteY56" fmla="*/ 1589314 h 1738085"/>
                <a:gd name="connsiteX57" fmla="*/ 2253342 w 2569028"/>
                <a:gd name="connsiteY57" fmla="*/ 1560285 h 1738085"/>
                <a:gd name="connsiteX58" fmla="*/ 2278742 w 2569028"/>
                <a:gd name="connsiteY58" fmla="*/ 1513114 h 1738085"/>
                <a:gd name="connsiteX59" fmla="*/ 2260600 w 2569028"/>
                <a:gd name="connsiteY59" fmla="*/ 1451428 h 1738085"/>
                <a:gd name="connsiteX60" fmla="*/ 2278742 w 2569028"/>
                <a:gd name="connsiteY60" fmla="*/ 1422400 h 1738085"/>
                <a:gd name="connsiteX61" fmla="*/ 2235200 w 2569028"/>
                <a:gd name="connsiteY61" fmla="*/ 1262742 h 1738085"/>
                <a:gd name="connsiteX62" fmla="*/ 2489200 w 2569028"/>
                <a:gd name="connsiteY62" fmla="*/ 685800 h 1738085"/>
                <a:gd name="connsiteX63" fmla="*/ 2569028 w 2569028"/>
                <a:gd name="connsiteY63" fmla="*/ 616857 h 1738085"/>
                <a:gd name="connsiteX64" fmla="*/ 2550885 w 2569028"/>
                <a:gd name="connsiteY64" fmla="*/ 584200 h 1738085"/>
                <a:gd name="connsiteX65" fmla="*/ 2471057 w 2569028"/>
                <a:gd name="connsiteY65" fmla="*/ 649514 h 1738085"/>
                <a:gd name="connsiteX66" fmla="*/ 2452914 w 2569028"/>
                <a:gd name="connsiteY66" fmla="*/ 631371 h 1738085"/>
                <a:gd name="connsiteX67" fmla="*/ 2445657 w 2569028"/>
                <a:gd name="connsiteY67" fmla="*/ 591457 h 1738085"/>
                <a:gd name="connsiteX68" fmla="*/ 2456542 w 2569028"/>
                <a:gd name="connsiteY68" fmla="*/ 576942 h 1738085"/>
                <a:gd name="connsiteX69" fmla="*/ 2413000 w 2569028"/>
                <a:gd name="connsiteY69" fmla="*/ 555171 h 1738085"/>
                <a:gd name="connsiteX70" fmla="*/ 2300514 w 2569028"/>
                <a:gd name="connsiteY70" fmla="*/ 547914 h 1738085"/>
                <a:gd name="connsiteX71" fmla="*/ 2271485 w 2569028"/>
                <a:gd name="connsiteY71" fmla="*/ 449942 h 1738085"/>
                <a:gd name="connsiteX72" fmla="*/ 2206171 w 2569028"/>
                <a:gd name="connsiteY72" fmla="*/ 406400 h 1738085"/>
                <a:gd name="connsiteX73" fmla="*/ 2173514 w 2569028"/>
                <a:gd name="connsiteY73" fmla="*/ 246742 h 1738085"/>
                <a:gd name="connsiteX74" fmla="*/ 2032000 w 2569028"/>
                <a:gd name="connsiteY74" fmla="*/ 232228 h 1738085"/>
                <a:gd name="connsiteX75" fmla="*/ 2021114 w 2569028"/>
                <a:gd name="connsiteY75" fmla="*/ 308428 h 1738085"/>
                <a:gd name="connsiteX76" fmla="*/ 1966685 w 2569028"/>
                <a:gd name="connsiteY76" fmla="*/ 330200 h 1738085"/>
                <a:gd name="connsiteX77" fmla="*/ 1966685 w 2569028"/>
                <a:gd name="connsiteY77" fmla="*/ 399142 h 1738085"/>
                <a:gd name="connsiteX78" fmla="*/ 1901371 w 2569028"/>
                <a:gd name="connsiteY78" fmla="*/ 410028 h 1738085"/>
                <a:gd name="connsiteX79" fmla="*/ 1854200 w 2569028"/>
                <a:gd name="connsiteY79" fmla="*/ 362857 h 1738085"/>
                <a:gd name="connsiteX80" fmla="*/ 1799771 w 2569028"/>
                <a:gd name="connsiteY80" fmla="*/ 406400 h 1738085"/>
                <a:gd name="connsiteX81" fmla="*/ 1781628 w 2569028"/>
                <a:gd name="connsiteY81" fmla="*/ 493485 h 1738085"/>
                <a:gd name="connsiteX82" fmla="*/ 1680028 w 2569028"/>
                <a:gd name="connsiteY82" fmla="*/ 402771 h 1738085"/>
                <a:gd name="connsiteX83" fmla="*/ 1680028 w 2569028"/>
                <a:gd name="connsiteY83" fmla="*/ 351971 h 1738085"/>
                <a:gd name="connsiteX84" fmla="*/ 1629228 w 2569028"/>
                <a:gd name="connsiteY84" fmla="*/ 148771 h 1738085"/>
                <a:gd name="connsiteX85" fmla="*/ 1582057 w 2569028"/>
                <a:gd name="connsiteY85" fmla="*/ 29028 h 1738085"/>
                <a:gd name="connsiteX86" fmla="*/ 1513114 w 2569028"/>
                <a:gd name="connsiteY86" fmla="*/ 0 h 1738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569028" h="1738085">
                  <a:moveTo>
                    <a:pt x="1513114" y="0"/>
                  </a:moveTo>
                  <a:lnTo>
                    <a:pt x="1433285" y="39914"/>
                  </a:lnTo>
                  <a:lnTo>
                    <a:pt x="1418771" y="90714"/>
                  </a:lnTo>
                  <a:lnTo>
                    <a:pt x="1378857" y="123371"/>
                  </a:lnTo>
                  <a:lnTo>
                    <a:pt x="1346200" y="101600"/>
                  </a:lnTo>
                  <a:lnTo>
                    <a:pt x="1320800" y="134257"/>
                  </a:lnTo>
                  <a:lnTo>
                    <a:pt x="1230085" y="152400"/>
                  </a:lnTo>
                  <a:lnTo>
                    <a:pt x="1179285" y="203200"/>
                  </a:lnTo>
                  <a:lnTo>
                    <a:pt x="1128485" y="195942"/>
                  </a:lnTo>
                  <a:lnTo>
                    <a:pt x="1092200" y="214085"/>
                  </a:lnTo>
                  <a:lnTo>
                    <a:pt x="1012371" y="148771"/>
                  </a:lnTo>
                  <a:lnTo>
                    <a:pt x="979714" y="163285"/>
                  </a:lnTo>
                  <a:lnTo>
                    <a:pt x="947057" y="137885"/>
                  </a:lnTo>
                  <a:lnTo>
                    <a:pt x="936171" y="72571"/>
                  </a:lnTo>
                  <a:lnTo>
                    <a:pt x="918028" y="36285"/>
                  </a:lnTo>
                  <a:lnTo>
                    <a:pt x="885371" y="76200"/>
                  </a:lnTo>
                  <a:lnTo>
                    <a:pt x="845457" y="90714"/>
                  </a:lnTo>
                  <a:lnTo>
                    <a:pt x="809171" y="25400"/>
                  </a:lnTo>
                  <a:lnTo>
                    <a:pt x="794657" y="68942"/>
                  </a:lnTo>
                  <a:lnTo>
                    <a:pt x="616857" y="72571"/>
                  </a:lnTo>
                  <a:lnTo>
                    <a:pt x="598714" y="97971"/>
                  </a:lnTo>
                  <a:lnTo>
                    <a:pt x="638628" y="116114"/>
                  </a:lnTo>
                  <a:lnTo>
                    <a:pt x="685800" y="127000"/>
                  </a:lnTo>
                  <a:lnTo>
                    <a:pt x="700314" y="174171"/>
                  </a:lnTo>
                  <a:lnTo>
                    <a:pt x="674914" y="235857"/>
                  </a:lnTo>
                  <a:lnTo>
                    <a:pt x="642257" y="243114"/>
                  </a:lnTo>
                  <a:lnTo>
                    <a:pt x="591457" y="217714"/>
                  </a:lnTo>
                  <a:lnTo>
                    <a:pt x="562428" y="250371"/>
                  </a:lnTo>
                  <a:lnTo>
                    <a:pt x="587828" y="359228"/>
                  </a:lnTo>
                  <a:lnTo>
                    <a:pt x="624114" y="395514"/>
                  </a:lnTo>
                  <a:lnTo>
                    <a:pt x="624114" y="446314"/>
                  </a:lnTo>
                  <a:lnTo>
                    <a:pt x="667657" y="504371"/>
                  </a:lnTo>
                  <a:lnTo>
                    <a:pt x="587828" y="957942"/>
                  </a:lnTo>
                  <a:lnTo>
                    <a:pt x="566057" y="976085"/>
                  </a:lnTo>
                  <a:lnTo>
                    <a:pt x="529771" y="954314"/>
                  </a:lnTo>
                  <a:lnTo>
                    <a:pt x="431800" y="950685"/>
                  </a:lnTo>
                  <a:lnTo>
                    <a:pt x="391885" y="976085"/>
                  </a:lnTo>
                  <a:lnTo>
                    <a:pt x="283028" y="997857"/>
                  </a:lnTo>
                  <a:lnTo>
                    <a:pt x="159657" y="1066800"/>
                  </a:lnTo>
                  <a:lnTo>
                    <a:pt x="101600" y="1201057"/>
                  </a:lnTo>
                  <a:lnTo>
                    <a:pt x="108857" y="1237342"/>
                  </a:lnTo>
                  <a:lnTo>
                    <a:pt x="10885" y="1309914"/>
                  </a:lnTo>
                  <a:lnTo>
                    <a:pt x="0" y="1386114"/>
                  </a:lnTo>
                  <a:lnTo>
                    <a:pt x="224971" y="1447800"/>
                  </a:lnTo>
                  <a:lnTo>
                    <a:pt x="497114" y="1494971"/>
                  </a:lnTo>
                  <a:lnTo>
                    <a:pt x="1066800" y="1730828"/>
                  </a:lnTo>
                  <a:lnTo>
                    <a:pt x="1266371" y="1738085"/>
                  </a:lnTo>
                  <a:lnTo>
                    <a:pt x="1284514" y="1712685"/>
                  </a:lnTo>
                  <a:lnTo>
                    <a:pt x="1331685" y="1694542"/>
                  </a:lnTo>
                  <a:lnTo>
                    <a:pt x="1320800" y="1625600"/>
                  </a:lnTo>
                  <a:lnTo>
                    <a:pt x="1455057" y="1567542"/>
                  </a:lnTo>
                  <a:lnTo>
                    <a:pt x="1451428" y="1498600"/>
                  </a:lnTo>
                  <a:lnTo>
                    <a:pt x="1534885" y="1440542"/>
                  </a:lnTo>
                  <a:lnTo>
                    <a:pt x="1618342" y="1440542"/>
                  </a:lnTo>
                  <a:lnTo>
                    <a:pt x="1651000" y="1516742"/>
                  </a:lnTo>
                  <a:lnTo>
                    <a:pt x="1803400" y="1563914"/>
                  </a:lnTo>
                  <a:lnTo>
                    <a:pt x="1843314" y="1589314"/>
                  </a:lnTo>
                  <a:lnTo>
                    <a:pt x="2253342" y="1560285"/>
                  </a:lnTo>
                  <a:lnTo>
                    <a:pt x="2278742" y="1513114"/>
                  </a:lnTo>
                  <a:lnTo>
                    <a:pt x="2260600" y="1451428"/>
                  </a:lnTo>
                  <a:lnTo>
                    <a:pt x="2278742" y="1422400"/>
                  </a:lnTo>
                  <a:lnTo>
                    <a:pt x="2235200" y="1262742"/>
                  </a:lnTo>
                  <a:lnTo>
                    <a:pt x="2489200" y="685800"/>
                  </a:lnTo>
                  <a:lnTo>
                    <a:pt x="2569028" y="616857"/>
                  </a:lnTo>
                  <a:lnTo>
                    <a:pt x="2550885" y="584200"/>
                  </a:lnTo>
                  <a:lnTo>
                    <a:pt x="2471057" y="649514"/>
                  </a:lnTo>
                  <a:lnTo>
                    <a:pt x="2452914" y="631371"/>
                  </a:lnTo>
                  <a:lnTo>
                    <a:pt x="2445657" y="591457"/>
                  </a:lnTo>
                  <a:lnTo>
                    <a:pt x="2456542" y="576942"/>
                  </a:lnTo>
                  <a:lnTo>
                    <a:pt x="2413000" y="555171"/>
                  </a:lnTo>
                  <a:lnTo>
                    <a:pt x="2300514" y="547914"/>
                  </a:lnTo>
                  <a:lnTo>
                    <a:pt x="2271485" y="449942"/>
                  </a:lnTo>
                  <a:lnTo>
                    <a:pt x="2206171" y="406400"/>
                  </a:lnTo>
                  <a:lnTo>
                    <a:pt x="2173514" y="246742"/>
                  </a:lnTo>
                  <a:lnTo>
                    <a:pt x="2032000" y="232228"/>
                  </a:lnTo>
                  <a:lnTo>
                    <a:pt x="2021114" y="308428"/>
                  </a:lnTo>
                  <a:lnTo>
                    <a:pt x="1966685" y="330200"/>
                  </a:lnTo>
                  <a:lnTo>
                    <a:pt x="1966685" y="399142"/>
                  </a:lnTo>
                  <a:lnTo>
                    <a:pt x="1901371" y="410028"/>
                  </a:lnTo>
                  <a:lnTo>
                    <a:pt x="1854200" y="362857"/>
                  </a:lnTo>
                  <a:lnTo>
                    <a:pt x="1799771" y="406400"/>
                  </a:lnTo>
                  <a:lnTo>
                    <a:pt x="1781628" y="493485"/>
                  </a:lnTo>
                  <a:lnTo>
                    <a:pt x="1680028" y="402771"/>
                  </a:lnTo>
                  <a:lnTo>
                    <a:pt x="1680028" y="351971"/>
                  </a:lnTo>
                  <a:lnTo>
                    <a:pt x="1629228" y="148771"/>
                  </a:lnTo>
                  <a:lnTo>
                    <a:pt x="1582057" y="29028"/>
                  </a:lnTo>
                  <a:lnTo>
                    <a:pt x="1513114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4" name="Freeform 78">
              <a:extLst>
                <a:ext uri="{FF2B5EF4-FFF2-40B4-BE49-F238E27FC236}">
                  <a16:creationId xmlns:a16="http://schemas.microsoft.com/office/drawing/2014/main" id="{CF59B696-9A1D-205D-0025-B60C5FEB6CFE}"/>
                </a:ext>
              </a:extLst>
            </p:cNvPr>
            <p:cNvSpPr/>
            <p:nvPr/>
          </p:nvSpPr>
          <p:spPr>
            <a:xfrm>
              <a:off x="2163769" y="2268532"/>
              <a:ext cx="1092201" cy="522287"/>
            </a:xfrm>
            <a:custGeom>
              <a:avLst/>
              <a:gdLst>
                <a:gd name="connsiteX0" fmla="*/ 25400 w 1092200"/>
                <a:gd name="connsiteY0" fmla="*/ 0 h 522514"/>
                <a:gd name="connsiteX1" fmla="*/ 0 w 1092200"/>
                <a:gd name="connsiteY1" fmla="*/ 39914 h 522514"/>
                <a:gd name="connsiteX2" fmla="*/ 54429 w 1092200"/>
                <a:gd name="connsiteY2" fmla="*/ 116114 h 522514"/>
                <a:gd name="connsiteX3" fmla="*/ 145143 w 1092200"/>
                <a:gd name="connsiteY3" fmla="*/ 217714 h 522514"/>
                <a:gd name="connsiteX4" fmla="*/ 145143 w 1092200"/>
                <a:gd name="connsiteY4" fmla="*/ 283029 h 522514"/>
                <a:gd name="connsiteX5" fmla="*/ 130629 w 1092200"/>
                <a:gd name="connsiteY5" fmla="*/ 319314 h 522514"/>
                <a:gd name="connsiteX6" fmla="*/ 221343 w 1092200"/>
                <a:gd name="connsiteY6" fmla="*/ 326572 h 522514"/>
                <a:gd name="connsiteX7" fmla="*/ 290286 w 1092200"/>
                <a:gd name="connsiteY7" fmla="*/ 395514 h 522514"/>
                <a:gd name="connsiteX8" fmla="*/ 381000 w 1092200"/>
                <a:gd name="connsiteY8" fmla="*/ 373743 h 522514"/>
                <a:gd name="connsiteX9" fmla="*/ 410029 w 1092200"/>
                <a:gd name="connsiteY9" fmla="*/ 337457 h 522514"/>
                <a:gd name="connsiteX10" fmla="*/ 457200 w 1092200"/>
                <a:gd name="connsiteY10" fmla="*/ 257629 h 522514"/>
                <a:gd name="connsiteX11" fmla="*/ 500743 w 1092200"/>
                <a:gd name="connsiteY11" fmla="*/ 272143 h 522514"/>
                <a:gd name="connsiteX12" fmla="*/ 500743 w 1092200"/>
                <a:gd name="connsiteY12" fmla="*/ 297543 h 522514"/>
                <a:gd name="connsiteX13" fmla="*/ 486229 w 1092200"/>
                <a:gd name="connsiteY13" fmla="*/ 326572 h 522514"/>
                <a:gd name="connsiteX14" fmla="*/ 511629 w 1092200"/>
                <a:gd name="connsiteY14" fmla="*/ 381000 h 522514"/>
                <a:gd name="connsiteX15" fmla="*/ 522515 w 1092200"/>
                <a:gd name="connsiteY15" fmla="*/ 460829 h 522514"/>
                <a:gd name="connsiteX16" fmla="*/ 540658 w 1092200"/>
                <a:gd name="connsiteY16" fmla="*/ 482600 h 522514"/>
                <a:gd name="connsiteX17" fmla="*/ 602343 w 1092200"/>
                <a:gd name="connsiteY17" fmla="*/ 442686 h 522514"/>
                <a:gd name="connsiteX18" fmla="*/ 725715 w 1092200"/>
                <a:gd name="connsiteY18" fmla="*/ 449943 h 522514"/>
                <a:gd name="connsiteX19" fmla="*/ 827315 w 1092200"/>
                <a:gd name="connsiteY19" fmla="*/ 522514 h 522514"/>
                <a:gd name="connsiteX20" fmla="*/ 856343 w 1092200"/>
                <a:gd name="connsiteY20" fmla="*/ 449943 h 522514"/>
                <a:gd name="connsiteX21" fmla="*/ 907143 w 1092200"/>
                <a:gd name="connsiteY21" fmla="*/ 428172 h 522514"/>
                <a:gd name="connsiteX22" fmla="*/ 1030515 w 1092200"/>
                <a:gd name="connsiteY22" fmla="*/ 410029 h 522514"/>
                <a:gd name="connsiteX23" fmla="*/ 1092200 w 1092200"/>
                <a:gd name="connsiteY23" fmla="*/ 362857 h 522514"/>
                <a:gd name="connsiteX24" fmla="*/ 537029 w 1092200"/>
                <a:gd name="connsiteY24" fmla="*/ 123372 h 522514"/>
                <a:gd name="connsiteX25" fmla="*/ 25400 w 1092200"/>
                <a:gd name="connsiteY25" fmla="*/ 0 h 52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2200" h="522514">
                  <a:moveTo>
                    <a:pt x="25400" y="0"/>
                  </a:moveTo>
                  <a:lnTo>
                    <a:pt x="0" y="39914"/>
                  </a:lnTo>
                  <a:lnTo>
                    <a:pt x="54429" y="116114"/>
                  </a:lnTo>
                  <a:lnTo>
                    <a:pt x="145143" y="217714"/>
                  </a:lnTo>
                  <a:lnTo>
                    <a:pt x="145143" y="283029"/>
                  </a:lnTo>
                  <a:lnTo>
                    <a:pt x="130629" y="319314"/>
                  </a:lnTo>
                  <a:lnTo>
                    <a:pt x="221343" y="326572"/>
                  </a:lnTo>
                  <a:lnTo>
                    <a:pt x="290286" y="395514"/>
                  </a:lnTo>
                  <a:lnTo>
                    <a:pt x="381000" y="373743"/>
                  </a:lnTo>
                  <a:lnTo>
                    <a:pt x="410029" y="337457"/>
                  </a:lnTo>
                  <a:lnTo>
                    <a:pt x="457200" y="257629"/>
                  </a:lnTo>
                  <a:lnTo>
                    <a:pt x="500743" y="272143"/>
                  </a:lnTo>
                  <a:lnTo>
                    <a:pt x="500743" y="297543"/>
                  </a:lnTo>
                  <a:lnTo>
                    <a:pt x="486229" y="326572"/>
                  </a:lnTo>
                  <a:lnTo>
                    <a:pt x="511629" y="381000"/>
                  </a:lnTo>
                  <a:lnTo>
                    <a:pt x="522515" y="460829"/>
                  </a:lnTo>
                  <a:lnTo>
                    <a:pt x="540658" y="482600"/>
                  </a:lnTo>
                  <a:lnTo>
                    <a:pt x="602343" y="442686"/>
                  </a:lnTo>
                  <a:lnTo>
                    <a:pt x="725715" y="449943"/>
                  </a:lnTo>
                  <a:lnTo>
                    <a:pt x="827315" y="522514"/>
                  </a:lnTo>
                  <a:lnTo>
                    <a:pt x="856343" y="449943"/>
                  </a:lnTo>
                  <a:lnTo>
                    <a:pt x="907143" y="428172"/>
                  </a:lnTo>
                  <a:lnTo>
                    <a:pt x="1030515" y="410029"/>
                  </a:lnTo>
                  <a:lnTo>
                    <a:pt x="1092200" y="362857"/>
                  </a:lnTo>
                  <a:lnTo>
                    <a:pt x="537029" y="123372"/>
                  </a:lnTo>
                  <a:lnTo>
                    <a:pt x="25400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5" name="Freeform 79">
              <a:extLst>
                <a:ext uri="{FF2B5EF4-FFF2-40B4-BE49-F238E27FC236}">
                  <a16:creationId xmlns:a16="http://schemas.microsoft.com/office/drawing/2014/main" id="{70080595-E5B2-A0E3-EE8B-E93E8C14A392}"/>
                </a:ext>
              </a:extLst>
            </p:cNvPr>
            <p:cNvSpPr/>
            <p:nvPr/>
          </p:nvSpPr>
          <p:spPr>
            <a:xfrm>
              <a:off x="3436945" y="2332032"/>
              <a:ext cx="798512" cy="828674"/>
            </a:xfrm>
            <a:custGeom>
              <a:avLst/>
              <a:gdLst>
                <a:gd name="connsiteX0" fmla="*/ 210457 w 798286"/>
                <a:gd name="connsiteY0" fmla="*/ 50800 h 816429"/>
                <a:gd name="connsiteX1" fmla="*/ 214086 w 798286"/>
                <a:gd name="connsiteY1" fmla="*/ 112486 h 816429"/>
                <a:gd name="connsiteX2" fmla="*/ 87086 w 798286"/>
                <a:gd name="connsiteY2" fmla="*/ 170543 h 816429"/>
                <a:gd name="connsiteX3" fmla="*/ 87086 w 798286"/>
                <a:gd name="connsiteY3" fmla="*/ 246743 h 816429"/>
                <a:gd name="connsiteX4" fmla="*/ 0 w 798286"/>
                <a:gd name="connsiteY4" fmla="*/ 308429 h 816429"/>
                <a:gd name="connsiteX5" fmla="*/ 18143 w 798286"/>
                <a:gd name="connsiteY5" fmla="*/ 319314 h 816429"/>
                <a:gd name="connsiteX6" fmla="*/ 21771 w 798286"/>
                <a:gd name="connsiteY6" fmla="*/ 435429 h 816429"/>
                <a:gd name="connsiteX7" fmla="*/ 72571 w 798286"/>
                <a:gd name="connsiteY7" fmla="*/ 551543 h 816429"/>
                <a:gd name="connsiteX8" fmla="*/ 137886 w 798286"/>
                <a:gd name="connsiteY8" fmla="*/ 580572 h 816429"/>
                <a:gd name="connsiteX9" fmla="*/ 163286 w 798286"/>
                <a:gd name="connsiteY9" fmla="*/ 624114 h 816429"/>
                <a:gd name="connsiteX10" fmla="*/ 268514 w 798286"/>
                <a:gd name="connsiteY10" fmla="*/ 620486 h 816429"/>
                <a:gd name="connsiteX11" fmla="*/ 304800 w 798286"/>
                <a:gd name="connsiteY11" fmla="*/ 653143 h 816429"/>
                <a:gd name="connsiteX12" fmla="*/ 341086 w 798286"/>
                <a:gd name="connsiteY12" fmla="*/ 642257 h 816429"/>
                <a:gd name="connsiteX13" fmla="*/ 417286 w 798286"/>
                <a:gd name="connsiteY13" fmla="*/ 722086 h 816429"/>
                <a:gd name="connsiteX14" fmla="*/ 464457 w 798286"/>
                <a:gd name="connsiteY14" fmla="*/ 714829 h 816429"/>
                <a:gd name="connsiteX15" fmla="*/ 500743 w 798286"/>
                <a:gd name="connsiteY15" fmla="*/ 765629 h 816429"/>
                <a:gd name="connsiteX16" fmla="*/ 638629 w 798286"/>
                <a:gd name="connsiteY16" fmla="*/ 783772 h 816429"/>
                <a:gd name="connsiteX17" fmla="*/ 718457 w 798286"/>
                <a:gd name="connsiteY17" fmla="*/ 816429 h 816429"/>
                <a:gd name="connsiteX18" fmla="*/ 743857 w 798286"/>
                <a:gd name="connsiteY18" fmla="*/ 783772 h 816429"/>
                <a:gd name="connsiteX19" fmla="*/ 725714 w 798286"/>
                <a:gd name="connsiteY19" fmla="*/ 703943 h 816429"/>
                <a:gd name="connsiteX20" fmla="*/ 791029 w 798286"/>
                <a:gd name="connsiteY20" fmla="*/ 696686 h 816429"/>
                <a:gd name="connsiteX21" fmla="*/ 783771 w 798286"/>
                <a:gd name="connsiteY21" fmla="*/ 642257 h 816429"/>
                <a:gd name="connsiteX22" fmla="*/ 798286 w 798286"/>
                <a:gd name="connsiteY22" fmla="*/ 613229 h 816429"/>
                <a:gd name="connsiteX23" fmla="*/ 762000 w 798286"/>
                <a:gd name="connsiteY23" fmla="*/ 544286 h 816429"/>
                <a:gd name="connsiteX24" fmla="*/ 772886 w 798286"/>
                <a:gd name="connsiteY24" fmla="*/ 497114 h 816429"/>
                <a:gd name="connsiteX25" fmla="*/ 762000 w 798286"/>
                <a:gd name="connsiteY25" fmla="*/ 464457 h 816429"/>
                <a:gd name="connsiteX26" fmla="*/ 682171 w 798286"/>
                <a:gd name="connsiteY26" fmla="*/ 431800 h 816429"/>
                <a:gd name="connsiteX27" fmla="*/ 631371 w 798286"/>
                <a:gd name="connsiteY27" fmla="*/ 449943 h 816429"/>
                <a:gd name="connsiteX28" fmla="*/ 595086 w 798286"/>
                <a:gd name="connsiteY28" fmla="*/ 410029 h 816429"/>
                <a:gd name="connsiteX29" fmla="*/ 555171 w 798286"/>
                <a:gd name="connsiteY29" fmla="*/ 406400 h 816429"/>
                <a:gd name="connsiteX30" fmla="*/ 573314 w 798286"/>
                <a:gd name="connsiteY30" fmla="*/ 221343 h 816429"/>
                <a:gd name="connsiteX31" fmla="*/ 544286 w 798286"/>
                <a:gd name="connsiteY31" fmla="*/ 170543 h 816429"/>
                <a:gd name="connsiteX32" fmla="*/ 584200 w 798286"/>
                <a:gd name="connsiteY32" fmla="*/ 130629 h 816429"/>
                <a:gd name="connsiteX33" fmla="*/ 402771 w 798286"/>
                <a:gd name="connsiteY33" fmla="*/ 68943 h 816429"/>
                <a:gd name="connsiteX34" fmla="*/ 373743 w 798286"/>
                <a:gd name="connsiteY34" fmla="*/ 3629 h 816429"/>
                <a:gd name="connsiteX35" fmla="*/ 286657 w 798286"/>
                <a:gd name="connsiteY35" fmla="*/ 0 h 816429"/>
                <a:gd name="connsiteX36" fmla="*/ 210457 w 798286"/>
                <a:gd name="connsiteY36" fmla="*/ 50800 h 816429"/>
                <a:gd name="connsiteX0" fmla="*/ 210457 w 798286"/>
                <a:gd name="connsiteY0" fmla="*/ 62411 h 828040"/>
                <a:gd name="connsiteX1" fmla="*/ 214086 w 798286"/>
                <a:gd name="connsiteY1" fmla="*/ 124097 h 828040"/>
                <a:gd name="connsiteX2" fmla="*/ 87086 w 798286"/>
                <a:gd name="connsiteY2" fmla="*/ 182154 h 828040"/>
                <a:gd name="connsiteX3" fmla="*/ 87086 w 798286"/>
                <a:gd name="connsiteY3" fmla="*/ 258354 h 828040"/>
                <a:gd name="connsiteX4" fmla="*/ 0 w 798286"/>
                <a:gd name="connsiteY4" fmla="*/ 320040 h 828040"/>
                <a:gd name="connsiteX5" fmla="*/ 18143 w 798286"/>
                <a:gd name="connsiteY5" fmla="*/ 330925 h 828040"/>
                <a:gd name="connsiteX6" fmla="*/ 21771 w 798286"/>
                <a:gd name="connsiteY6" fmla="*/ 447040 h 828040"/>
                <a:gd name="connsiteX7" fmla="*/ 72571 w 798286"/>
                <a:gd name="connsiteY7" fmla="*/ 563154 h 828040"/>
                <a:gd name="connsiteX8" fmla="*/ 137886 w 798286"/>
                <a:gd name="connsiteY8" fmla="*/ 592183 h 828040"/>
                <a:gd name="connsiteX9" fmla="*/ 163286 w 798286"/>
                <a:gd name="connsiteY9" fmla="*/ 635725 h 828040"/>
                <a:gd name="connsiteX10" fmla="*/ 268514 w 798286"/>
                <a:gd name="connsiteY10" fmla="*/ 632097 h 828040"/>
                <a:gd name="connsiteX11" fmla="*/ 304800 w 798286"/>
                <a:gd name="connsiteY11" fmla="*/ 664754 h 828040"/>
                <a:gd name="connsiteX12" fmla="*/ 341086 w 798286"/>
                <a:gd name="connsiteY12" fmla="*/ 653868 h 828040"/>
                <a:gd name="connsiteX13" fmla="*/ 417286 w 798286"/>
                <a:gd name="connsiteY13" fmla="*/ 733697 h 828040"/>
                <a:gd name="connsiteX14" fmla="*/ 464457 w 798286"/>
                <a:gd name="connsiteY14" fmla="*/ 726440 h 828040"/>
                <a:gd name="connsiteX15" fmla="*/ 500743 w 798286"/>
                <a:gd name="connsiteY15" fmla="*/ 777240 h 828040"/>
                <a:gd name="connsiteX16" fmla="*/ 638629 w 798286"/>
                <a:gd name="connsiteY16" fmla="*/ 795383 h 828040"/>
                <a:gd name="connsiteX17" fmla="*/ 718457 w 798286"/>
                <a:gd name="connsiteY17" fmla="*/ 828040 h 828040"/>
                <a:gd name="connsiteX18" fmla="*/ 743857 w 798286"/>
                <a:gd name="connsiteY18" fmla="*/ 795383 h 828040"/>
                <a:gd name="connsiteX19" fmla="*/ 725714 w 798286"/>
                <a:gd name="connsiteY19" fmla="*/ 715554 h 828040"/>
                <a:gd name="connsiteX20" fmla="*/ 791029 w 798286"/>
                <a:gd name="connsiteY20" fmla="*/ 708297 h 828040"/>
                <a:gd name="connsiteX21" fmla="*/ 783771 w 798286"/>
                <a:gd name="connsiteY21" fmla="*/ 653868 h 828040"/>
                <a:gd name="connsiteX22" fmla="*/ 798286 w 798286"/>
                <a:gd name="connsiteY22" fmla="*/ 624840 h 828040"/>
                <a:gd name="connsiteX23" fmla="*/ 762000 w 798286"/>
                <a:gd name="connsiteY23" fmla="*/ 555897 h 828040"/>
                <a:gd name="connsiteX24" fmla="*/ 772886 w 798286"/>
                <a:gd name="connsiteY24" fmla="*/ 508725 h 828040"/>
                <a:gd name="connsiteX25" fmla="*/ 762000 w 798286"/>
                <a:gd name="connsiteY25" fmla="*/ 476068 h 828040"/>
                <a:gd name="connsiteX26" fmla="*/ 682171 w 798286"/>
                <a:gd name="connsiteY26" fmla="*/ 443411 h 828040"/>
                <a:gd name="connsiteX27" fmla="*/ 631371 w 798286"/>
                <a:gd name="connsiteY27" fmla="*/ 461554 h 828040"/>
                <a:gd name="connsiteX28" fmla="*/ 595086 w 798286"/>
                <a:gd name="connsiteY28" fmla="*/ 421640 h 828040"/>
                <a:gd name="connsiteX29" fmla="*/ 555171 w 798286"/>
                <a:gd name="connsiteY29" fmla="*/ 418011 h 828040"/>
                <a:gd name="connsiteX30" fmla="*/ 573314 w 798286"/>
                <a:gd name="connsiteY30" fmla="*/ 232954 h 828040"/>
                <a:gd name="connsiteX31" fmla="*/ 544286 w 798286"/>
                <a:gd name="connsiteY31" fmla="*/ 182154 h 828040"/>
                <a:gd name="connsiteX32" fmla="*/ 584200 w 798286"/>
                <a:gd name="connsiteY32" fmla="*/ 142240 h 828040"/>
                <a:gd name="connsiteX33" fmla="*/ 402771 w 798286"/>
                <a:gd name="connsiteY33" fmla="*/ 80554 h 828040"/>
                <a:gd name="connsiteX34" fmla="*/ 385173 w 798286"/>
                <a:gd name="connsiteY34" fmla="*/ 0 h 828040"/>
                <a:gd name="connsiteX35" fmla="*/ 286657 w 798286"/>
                <a:gd name="connsiteY35" fmla="*/ 11611 h 828040"/>
                <a:gd name="connsiteX36" fmla="*/ 210457 w 798286"/>
                <a:gd name="connsiteY36" fmla="*/ 62411 h 828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98286" h="828040">
                  <a:moveTo>
                    <a:pt x="210457" y="62411"/>
                  </a:moveTo>
                  <a:lnTo>
                    <a:pt x="214086" y="124097"/>
                  </a:lnTo>
                  <a:lnTo>
                    <a:pt x="87086" y="182154"/>
                  </a:lnTo>
                  <a:lnTo>
                    <a:pt x="87086" y="258354"/>
                  </a:lnTo>
                  <a:lnTo>
                    <a:pt x="0" y="320040"/>
                  </a:lnTo>
                  <a:lnTo>
                    <a:pt x="18143" y="330925"/>
                  </a:lnTo>
                  <a:lnTo>
                    <a:pt x="21771" y="447040"/>
                  </a:lnTo>
                  <a:lnTo>
                    <a:pt x="72571" y="563154"/>
                  </a:lnTo>
                  <a:lnTo>
                    <a:pt x="137886" y="592183"/>
                  </a:lnTo>
                  <a:lnTo>
                    <a:pt x="163286" y="635725"/>
                  </a:lnTo>
                  <a:lnTo>
                    <a:pt x="268514" y="632097"/>
                  </a:lnTo>
                  <a:lnTo>
                    <a:pt x="304800" y="664754"/>
                  </a:lnTo>
                  <a:lnTo>
                    <a:pt x="341086" y="653868"/>
                  </a:lnTo>
                  <a:lnTo>
                    <a:pt x="417286" y="733697"/>
                  </a:lnTo>
                  <a:lnTo>
                    <a:pt x="464457" y="726440"/>
                  </a:lnTo>
                  <a:lnTo>
                    <a:pt x="500743" y="777240"/>
                  </a:lnTo>
                  <a:lnTo>
                    <a:pt x="638629" y="795383"/>
                  </a:lnTo>
                  <a:lnTo>
                    <a:pt x="718457" y="828040"/>
                  </a:lnTo>
                  <a:lnTo>
                    <a:pt x="743857" y="795383"/>
                  </a:lnTo>
                  <a:lnTo>
                    <a:pt x="725714" y="715554"/>
                  </a:lnTo>
                  <a:lnTo>
                    <a:pt x="791029" y="708297"/>
                  </a:lnTo>
                  <a:lnTo>
                    <a:pt x="783771" y="653868"/>
                  </a:lnTo>
                  <a:lnTo>
                    <a:pt x="798286" y="624840"/>
                  </a:lnTo>
                  <a:lnTo>
                    <a:pt x="762000" y="555897"/>
                  </a:lnTo>
                  <a:lnTo>
                    <a:pt x="772886" y="508725"/>
                  </a:lnTo>
                  <a:lnTo>
                    <a:pt x="762000" y="476068"/>
                  </a:lnTo>
                  <a:lnTo>
                    <a:pt x="682171" y="443411"/>
                  </a:lnTo>
                  <a:lnTo>
                    <a:pt x="631371" y="461554"/>
                  </a:lnTo>
                  <a:lnTo>
                    <a:pt x="595086" y="421640"/>
                  </a:lnTo>
                  <a:lnTo>
                    <a:pt x="555171" y="418011"/>
                  </a:lnTo>
                  <a:lnTo>
                    <a:pt x="573314" y="232954"/>
                  </a:lnTo>
                  <a:lnTo>
                    <a:pt x="544286" y="182154"/>
                  </a:lnTo>
                  <a:lnTo>
                    <a:pt x="584200" y="142240"/>
                  </a:lnTo>
                  <a:lnTo>
                    <a:pt x="402771" y="80554"/>
                  </a:lnTo>
                  <a:lnTo>
                    <a:pt x="385173" y="0"/>
                  </a:lnTo>
                  <a:lnTo>
                    <a:pt x="286657" y="11611"/>
                  </a:lnTo>
                  <a:lnTo>
                    <a:pt x="210457" y="62411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6" name="Freeform 80">
              <a:extLst>
                <a:ext uri="{FF2B5EF4-FFF2-40B4-BE49-F238E27FC236}">
                  <a16:creationId xmlns:a16="http://schemas.microsoft.com/office/drawing/2014/main" id="{943AA084-2F34-77AF-9B8A-193AD843F40B}"/>
                </a:ext>
              </a:extLst>
            </p:cNvPr>
            <p:cNvSpPr/>
            <p:nvPr/>
          </p:nvSpPr>
          <p:spPr>
            <a:xfrm>
              <a:off x="3987809" y="2322507"/>
              <a:ext cx="1670053" cy="1530349"/>
            </a:xfrm>
            <a:custGeom>
              <a:avLst/>
              <a:gdLst>
                <a:gd name="connsiteX0" fmla="*/ 1669143 w 1669143"/>
                <a:gd name="connsiteY0" fmla="*/ 297543 h 1531257"/>
                <a:gd name="connsiteX1" fmla="*/ 783771 w 1669143"/>
                <a:gd name="connsiteY1" fmla="*/ 290285 h 1531257"/>
                <a:gd name="connsiteX2" fmla="*/ 674914 w 1669143"/>
                <a:gd name="connsiteY2" fmla="*/ 290285 h 1531257"/>
                <a:gd name="connsiteX3" fmla="*/ 566057 w 1669143"/>
                <a:gd name="connsiteY3" fmla="*/ 177800 h 1531257"/>
                <a:gd name="connsiteX4" fmla="*/ 468086 w 1669143"/>
                <a:gd name="connsiteY4" fmla="*/ 0 h 1531257"/>
                <a:gd name="connsiteX5" fmla="*/ 460828 w 1669143"/>
                <a:gd name="connsiteY5" fmla="*/ 32657 h 1531257"/>
                <a:gd name="connsiteX6" fmla="*/ 475343 w 1669143"/>
                <a:gd name="connsiteY6" fmla="*/ 87085 h 1531257"/>
                <a:gd name="connsiteX7" fmla="*/ 446314 w 1669143"/>
                <a:gd name="connsiteY7" fmla="*/ 137885 h 1531257"/>
                <a:gd name="connsiteX8" fmla="*/ 32657 w 1669143"/>
                <a:gd name="connsiteY8" fmla="*/ 156028 h 1531257"/>
                <a:gd name="connsiteX9" fmla="*/ 3628 w 1669143"/>
                <a:gd name="connsiteY9" fmla="*/ 185057 h 1531257"/>
                <a:gd name="connsiteX10" fmla="*/ 21771 w 1669143"/>
                <a:gd name="connsiteY10" fmla="*/ 257628 h 1531257"/>
                <a:gd name="connsiteX11" fmla="*/ 0 w 1669143"/>
                <a:gd name="connsiteY11" fmla="*/ 424543 h 1531257"/>
                <a:gd name="connsiteX12" fmla="*/ 58057 w 1669143"/>
                <a:gd name="connsiteY12" fmla="*/ 435428 h 1531257"/>
                <a:gd name="connsiteX13" fmla="*/ 76200 w 1669143"/>
                <a:gd name="connsiteY13" fmla="*/ 471714 h 1531257"/>
                <a:gd name="connsiteX14" fmla="*/ 141514 w 1669143"/>
                <a:gd name="connsiteY14" fmla="*/ 453571 h 1531257"/>
                <a:gd name="connsiteX15" fmla="*/ 217714 w 1669143"/>
                <a:gd name="connsiteY15" fmla="*/ 489857 h 1531257"/>
                <a:gd name="connsiteX16" fmla="*/ 217714 w 1669143"/>
                <a:gd name="connsiteY16" fmla="*/ 540657 h 1531257"/>
                <a:gd name="connsiteX17" fmla="*/ 214086 w 1669143"/>
                <a:gd name="connsiteY17" fmla="*/ 580571 h 1531257"/>
                <a:gd name="connsiteX18" fmla="*/ 257628 w 1669143"/>
                <a:gd name="connsiteY18" fmla="*/ 638628 h 1531257"/>
                <a:gd name="connsiteX19" fmla="*/ 228600 w 1669143"/>
                <a:gd name="connsiteY19" fmla="*/ 682171 h 1531257"/>
                <a:gd name="connsiteX20" fmla="*/ 239486 w 1669143"/>
                <a:gd name="connsiteY20" fmla="*/ 707571 h 1531257"/>
                <a:gd name="connsiteX21" fmla="*/ 185057 w 1669143"/>
                <a:gd name="connsiteY21" fmla="*/ 729343 h 1531257"/>
                <a:gd name="connsiteX22" fmla="*/ 192314 w 1669143"/>
                <a:gd name="connsiteY22" fmla="*/ 809171 h 1531257"/>
                <a:gd name="connsiteX23" fmla="*/ 163286 w 1669143"/>
                <a:gd name="connsiteY23" fmla="*/ 845457 h 1531257"/>
                <a:gd name="connsiteX24" fmla="*/ 192314 w 1669143"/>
                <a:gd name="connsiteY24" fmla="*/ 939800 h 1531257"/>
                <a:gd name="connsiteX25" fmla="*/ 188686 w 1669143"/>
                <a:gd name="connsiteY25" fmla="*/ 1081314 h 1531257"/>
                <a:gd name="connsiteX26" fmla="*/ 170543 w 1669143"/>
                <a:gd name="connsiteY26" fmla="*/ 1095828 h 1531257"/>
                <a:gd name="connsiteX27" fmla="*/ 210457 w 1669143"/>
                <a:gd name="connsiteY27" fmla="*/ 1201057 h 1531257"/>
                <a:gd name="connsiteX28" fmla="*/ 319314 w 1669143"/>
                <a:gd name="connsiteY28" fmla="*/ 1233714 h 1531257"/>
                <a:gd name="connsiteX29" fmla="*/ 399143 w 1669143"/>
                <a:gd name="connsiteY29" fmla="*/ 1215571 h 1531257"/>
                <a:gd name="connsiteX30" fmla="*/ 489857 w 1669143"/>
                <a:gd name="connsiteY30" fmla="*/ 1244600 h 1531257"/>
                <a:gd name="connsiteX31" fmla="*/ 489857 w 1669143"/>
                <a:gd name="connsiteY31" fmla="*/ 1291771 h 1531257"/>
                <a:gd name="connsiteX32" fmla="*/ 500743 w 1669143"/>
                <a:gd name="connsiteY32" fmla="*/ 1407885 h 1531257"/>
                <a:gd name="connsiteX33" fmla="*/ 566057 w 1669143"/>
                <a:gd name="connsiteY33" fmla="*/ 1433285 h 1531257"/>
                <a:gd name="connsiteX34" fmla="*/ 609600 w 1669143"/>
                <a:gd name="connsiteY34" fmla="*/ 1531257 h 1531257"/>
                <a:gd name="connsiteX35" fmla="*/ 696686 w 1669143"/>
                <a:gd name="connsiteY35" fmla="*/ 1404257 h 1531257"/>
                <a:gd name="connsiteX36" fmla="*/ 725714 w 1669143"/>
                <a:gd name="connsiteY36" fmla="*/ 1422400 h 1531257"/>
                <a:gd name="connsiteX37" fmla="*/ 776514 w 1669143"/>
                <a:gd name="connsiteY37" fmla="*/ 1393371 h 1531257"/>
                <a:gd name="connsiteX38" fmla="*/ 816428 w 1669143"/>
                <a:gd name="connsiteY38" fmla="*/ 1393371 h 1531257"/>
                <a:gd name="connsiteX39" fmla="*/ 892628 w 1669143"/>
                <a:gd name="connsiteY39" fmla="*/ 1451428 h 1531257"/>
                <a:gd name="connsiteX40" fmla="*/ 950686 w 1669143"/>
                <a:gd name="connsiteY40" fmla="*/ 1469571 h 1531257"/>
                <a:gd name="connsiteX41" fmla="*/ 1012371 w 1669143"/>
                <a:gd name="connsiteY41" fmla="*/ 1422400 h 1531257"/>
                <a:gd name="connsiteX42" fmla="*/ 1070428 w 1669143"/>
                <a:gd name="connsiteY42" fmla="*/ 1440543 h 1531257"/>
                <a:gd name="connsiteX43" fmla="*/ 1128486 w 1669143"/>
                <a:gd name="connsiteY43" fmla="*/ 1393371 h 1531257"/>
                <a:gd name="connsiteX44" fmla="*/ 1164771 w 1669143"/>
                <a:gd name="connsiteY44" fmla="*/ 1400628 h 1531257"/>
                <a:gd name="connsiteX45" fmla="*/ 1161143 w 1669143"/>
                <a:gd name="connsiteY45" fmla="*/ 1473200 h 1531257"/>
                <a:gd name="connsiteX46" fmla="*/ 1211943 w 1669143"/>
                <a:gd name="connsiteY46" fmla="*/ 1509485 h 1531257"/>
                <a:gd name="connsiteX47" fmla="*/ 1240971 w 1669143"/>
                <a:gd name="connsiteY47" fmla="*/ 1487714 h 1531257"/>
                <a:gd name="connsiteX48" fmla="*/ 1211943 w 1669143"/>
                <a:gd name="connsiteY48" fmla="*/ 1429657 h 1531257"/>
                <a:gd name="connsiteX49" fmla="*/ 1222828 w 1669143"/>
                <a:gd name="connsiteY49" fmla="*/ 1357085 h 1531257"/>
                <a:gd name="connsiteX50" fmla="*/ 1244600 w 1669143"/>
                <a:gd name="connsiteY50" fmla="*/ 1331685 h 1531257"/>
                <a:gd name="connsiteX51" fmla="*/ 1244600 w 1669143"/>
                <a:gd name="connsiteY51" fmla="*/ 1284514 h 1531257"/>
                <a:gd name="connsiteX52" fmla="*/ 1313543 w 1669143"/>
                <a:gd name="connsiteY52" fmla="*/ 1270000 h 1531257"/>
                <a:gd name="connsiteX53" fmla="*/ 1320800 w 1669143"/>
                <a:gd name="connsiteY53" fmla="*/ 1219200 h 1531257"/>
                <a:gd name="connsiteX54" fmla="*/ 1382486 w 1669143"/>
                <a:gd name="connsiteY54" fmla="*/ 1164771 h 1531257"/>
                <a:gd name="connsiteX55" fmla="*/ 1458686 w 1669143"/>
                <a:gd name="connsiteY55" fmla="*/ 1168400 h 1531257"/>
                <a:gd name="connsiteX56" fmla="*/ 1444171 w 1669143"/>
                <a:gd name="connsiteY56" fmla="*/ 1077685 h 1531257"/>
                <a:gd name="connsiteX57" fmla="*/ 1491343 w 1669143"/>
                <a:gd name="connsiteY57" fmla="*/ 1048657 h 1531257"/>
                <a:gd name="connsiteX58" fmla="*/ 1513114 w 1669143"/>
                <a:gd name="connsiteY58" fmla="*/ 1063171 h 1531257"/>
                <a:gd name="connsiteX59" fmla="*/ 1553028 w 1669143"/>
                <a:gd name="connsiteY59" fmla="*/ 979714 h 1531257"/>
                <a:gd name="connsiteX60" fmla="*/ 1553028 w 1669143"/>
                <a:gd name="connsiteY60" fmla="*/ 936171 h 1531257"/>
                <a:gd name="connsiteX61" fmla="*/ 1574800 w 1669143"/>
                <a:gd name="connsiteY61" fmla="*/ 892628 h 1531257"/>
                <a:gd name="connsiteX62" fmla="*/ 1574800 w 1669143"/>
                <a:gd name="connsiteY62" fmla="*/ 849085 h 1531257"/>
                <a:gd name="connsiteX63" fmla="*/ 1603828 w 1669143"/>
                <a:gd name="connsiteY63" fmla="*/ 805543 h 1531257"/>
                <a:gd name="connsiteX64" fmla="*/ 1603828 w 1669143"/>
                <a:gd name="connsiteY64" fmla="*/ 765628 h 1531257"/>
                <a:gd name="connsiteX65" fmla="*/ 1621971 w 1669143"/>
                <a:gd name="connsiteY65" fmla="*/ 711200 h 1531257"/>
                <a:gd name="connsiteX66" fmla="*/ 1600200 w 1669143"/>
                <a:gd name="connsiteY66" fmla="*/ 649514 h 1531257"/>
                <a:gd name="connsiteX67" fmla="*/ 1614714 w 1669143"/>
                <a:gd name="connsiteY67" fmla="*/ 595085 h 1531257"/>
                <a:gd name="connsiteX68" fmla="*/ 1592943 w 1669143"/>
                <a:gd name="connsiteY68" fmla="*/ 569685 h 1531257"/>
                <a:gd name="connsiteX69" fmla="*/ 1596571 w 1669143"/>
                <a:gd name="connsiteY69" fmla="*/ 493485 h 1531257"/>
                <a:gd name="connsiteX70" fmla="*/ 1661886 w 1669143"/>
                <a:gd name="connsiteY70" fmla="*/ 399143 h 1531257"/>
                <a:gd name="connsiteX71" fmla="*/ 1669143 w 1669143"/>
                <a:gd name="connsiteY71" fmla="*/ 297543 h 1531257"/>
                <a:gd name="connsiteX0" fmla="*/ 1669143 w 1669143"/>
                <a:gd name="connsiteY0" fmla="*/ 297543 h 1531257"/>
                <a:gd name="connsiteX1" fmla="*/ 783771 w 1669143"/>
                <a:gd name="connsiteY1" fmla="*/ 290285 h 1531257"/>
                <a:gd name="connsiteX2" fmla="*/ 674914 w 1669143"/>
                <a:gd name="connsiteY2" fmla="*/ 290285 h 1531257"/>
                <a:gd name="connsiteX3" fmla="*/ 566057 w 1669143"/>
                <a:gd name="connsiteY3" fmla="*/ 177800 h 1531257"/>
                <a:gd name="connsiteX4" fmla="*/ 494756 w 1669143"/>
                <a:gd name="connsiteY4" fmla="*/ 0 h 1531257"/>
                <a:gd name="connsiteX5" fmla="*/ 460828 w 1669143"/>
                <a:gd name="connsiteY5" fmla="*/ 32657 h 1531257"/>
                <a:gd name="connsiteX6" fmla="*/ 475343 w 1669143"/>
                <a:gd name="connsiteY6" fmla="*/ 87085 h 1531257"/>
                <a:gd name="connsiteX7" fmla="*/ 446314 w 1669143"/>
                <a:gd name="connsiteY7" fmla="*/ 137885 h 1531257"/>
                <a:gd name="connsiteX8" fmla="*/ 32657 w 1669143"/>
                <a:gd name="connsiteY8" fmla="*/ 156028 h 1531257"/>
                <a:gd name="connsiteX9" fmla="*/ 3628 w 1669143"/>
                <a:gd name="connsiteY9" fmla="*/ 185057 h 1531257"/>
                <a:gd name="connsiteX10" fmla="*/ 21771 w 1669143"/>
                <a:gd name="connsiteY10" fmla="*/ 257628 h 1531257"/>
                <a:gd name="connsiteX11" fmla="*/ 0 w 1669143"/>
                <a:gd name="connsiteY11" fmla="*/ 424543 h 1531257"/>
                <a:gd name="connsiteX12" fmla="*/ 58057 w 1669143"/>
                <a:gd name="connsiteY12" fmla="*/ 435428 h 1531257"/>
                <a:gd name="connsiteX13" fmla="*/ 76200 w 1669143"/>
                <a:gd name="connsiteY13" fmla="*/ 471714 h 1531257"/>
                <a:gd name="connsiteX14" fmla="*/ 141514 w 1669143"/>
                <a:gd name="connsiteY14" fmla="*/ 453571 h 1531257"/>
                <a:gd name="connsiteX15" fmla="*/ 217714 w 1669143"/>
                <a:gd name="connsiteY15" fmla="*/ 489857 h 1531257"/>
                <a:gd name="connsiteX16" fmla="*/ 217714 w 1669143"/>
                <a:gd name="connsiteY16" fmla="*/ 540657 h 1531257"/>
                <a:gd name="connsiteX17" fmla="*/ 214086 w 1669143"/>
                <a:gd name="connsiteY17" fmla="*/ 580571 h 1531257"/>
                <a:gd name="connsiteX18" fmla="*/ 257628 w 1669143"/>
                <a:gd name="connsiteY18" fmla="*/ 638628 h 1531257"/>
                <a:gd name="connsiteX19" fmla="*/ 228600 w 1669143"/>
                <a:gd name="connsiteY19" fmla="*/ 682171 h 1531257"/>
                <a:gd name="connsiteX20" fmla="*/ 239486 w 1669143"/>
                <a:gd name="connsiteY20" fmla="*/ 707571 h 1531257"/>
                <a:gd name="connsiteX21" fmla="*/ 185057 w 1669143"/>
                <a:gd name="connsiteY21" fmla="*/ 729343 h 1531257"/>
                <a:gd name="connsiteX22" fmla="*/ 192314 w 1669143"/>
                <a:gd name="connsiteY22" fmla="*/ 809171 h 1531257"/>
                <a:gd name="connsiteX23" fmla="*/ 163286 w 1669143"/>
                <a:gd name="connsiteY23" fmla="*/ 845457 h 1531257"/>
                <a:gd name="connsiteX24" fmla="*/ 192314 w 1669143"/>
                <a:gd name="connsiteY24" fmla="*/ 939800 h 1531257"/>
                <a:gd name="connsiteX25" fmla="*/ 188686 w 1669143"/>
                <a:gd name="connsiteY25" fmla="*/ 1081314 h 1531257"/>
                <a:gd name="connsiteX26" fmla="*/ 170543 w 1669143"/>
                <a:gd name="connsiteY26" fmla="*/ 1095828 h 1531257"/>
                <a:gd name="connsiteX27" fmla="*/ 210457 w 1669143"/>
                <a:gd name="connsiteY27" fmla="*/ 1201057 h 1531257"/>
                <a:gd name="connsiteX28" fmla="*/ 319314 w 1669143"/>
                <a:gd name="connsiteY28" fmla="*/ 1233714 h 1531257"/>
                <a:gd name="connsiteX29" fmla="*/ 399143 w 1669143"/>
                <a:gd name="connsiteY29" fmla="*/ 1215571 h 1531257"/>
                <a:gd name="connsiteX30" fmla="*/ 489857 w 1669143"/>
                <a:gd name="connsiteY30" fmla="*/ 1244600 h 1531257"/>
                <a:gd name="connsiteX31" fmla="*/ 489857 w 1669143"/>
                <a:gd name="connsiteY31" fmla="*/ 1291771 h 1531257"/>
                <a:gd name="connsiteX32" fmla="*/ 500743 w 1669143"/>
                <a:gd name="connsiteY32" fmla="*/ 1407885 h 1531257"/>
                <a:gd name="connsiteX33" fmla="*/ 566057 w 1669143"/>
                <a:gd name="connsiteY33" fmla="*/ 1433285 h 1531257"/>
                <a:gd name="connsiteX34" fmla="*/ 609600 w 1669143"/>
                <a:gd name="connsiteY34" fmla="*/ 1531257 h 1531257"/>
                <a:gd name="connsiteX35" fmla="*/ 696686 w 1669143"/>
                <a:gd name="connsiteY35" fmla="*/ 1404257 h 1531257"/>
                <a:gd name="connsiteX36" fmla="*/ 725714 w 1669143"/>
                <a:gd name="connsiteY36" fmla="*/ 1422400 h 1531257"/>
                <a:gd name="connsiteX37" fmla="*/ 776514 w 1669143"/>
                <a:gd name="connsiteY37" fmla="*/ 1393371 h 1531257"/>
                <a:gd name="connsiteX38" fmla="*/ 816428 w 1669143"/>
                <a:gd name="connsiteY38" fmla="*/ 1393371 h 1531257"/>
                <a:gd name="connsiteX39" fmla="*/ 892628 w 1669143"/>
                <a:gd name="connsiteY39" fmla="*/ 1451428 h 1531257"/>
                <a:gd name="connsiteX40" fmla="*/ 950686 w 1669143"/>
                <a:gd name="connsiteY40" fmla="*/ 1469571 h 1531257"/>
                <a:gd name="connsiteX41" fmla="*/ 1012371 w 1669143"/>
                <a:gd name="connsiteY41" fmla="*/ 1422400 h 1531257"/>
                <a:gd name="connsiteX42" fmla="*/ 1070428 w 1669143"/>
                <a:gd name="connsiteY42" fmla="*/ 1440543 h 1531257"/>
                <a:gd name="connsiteX43" fmla="*/ 1128486 w 1669143"/>
                <a:gd name="connsiteY43" fmla="*/ 1393371 h 1531257"/>
                <a:gd name="connsiteX44" fmla="*/ 1164771 w 1669143"/>
                <a:gd name="connsiteY44" fmla="*/ 1400628 h 1531257"/>
                <a:gd name="connsiteX45" fmla="*/ 1161143 w 1669143"/>
                <a:gd name="connsiteY45" fmla="*/ 1473200 h 1531257"/>
                <a:gd name="connsiteX46" fmla="*/ 1211943 w 1669143"/>
                <a:gd name="connsiteY46" fmla="*/ 1509485 h 1531257"/>
                <a:gd name="connsiteX47" fmla="*/ 1240971 w 1669143"/>
                <a:gd name="connsiteY47" fmla="*/ 1487714 h 1531257"/>
                <a:gd name="connsiteX48" fmla="*/ 1211943 w 1669143"/>
                <a:gd name="connsiteY48" fmla="*/ 1429657 h 1531257"/>
                <a:gd name="connsiteX49" fmla="*/ 1222828 w 1669143"/>
                <a:gd name="connsiteY49" fmla="*/ 1357085 h 1531257"/>
                <a:gd name="connsiteX50" fmla="*/ 1244600 w 1669143"/>
                <a:gd name="connsiteY50" fmla="*/ 1331685 h 1531257"/>
                <a:gd name="connsiteX51" fmla="*/ 1244600 w 1669143"/>
                <a:gd name="connsiteY51" fmla="*/ 1284514 h 1531257"/>
                <a:gd name="connsiteX52" fmla="*/ 1313543 w 1669143"/>
                <a:gd name="connsiteY52" fmla="*/ 1270000 h 1531257"/>
                <a:gd name="connsiteX53" fmla="*/ 1320800 w 1669143"/>
                <a:gd name="connsiteY53" fmla="*/ 1219200 h 1531257"/>
                <a:gd name="connsiteX54" fmla="*/ 1382486 w 1669143"/>
                <a:gd name="connsiteY54" fmla="*/ 1164771 h 1531257"/>
                <a:gd name="connsiteX55" fmla="*/ 1458686 w 1669143"/>
                <a:gd name="connsiteY55" fmla="*/ 1168400 h 1531257"/>
                <a:gd name="connsiteX56" fmla="*/ 1444171 w 1669143"/>
                <a:gd name="connsiteY56" fmla="*/ 1077685 h 1531257"/>
                <a:gd name="connsiteX57" fmla="*/ 1491343 w 1669143"/>
                <a:gd name="connsiteY57" fmla="*/ 1048657 h 1531257"/>
                <a:gd name="connsiteX58" fmla="*/ 1513114 w 1669143"/>
                <a:gd name="connsiteY58" fmla="*/ 1063171 h 1531257"/>
                <a:gd name="connsiteX59" fmla="*/ 1553028 w 1669143"/>
                <a:gd name="connsiteY59" fmla="*/ 979714 h 1531257"/>
                <a:gd name="connsiteX60" fmla="*/ 1553028 w 1669143"/>
                <a:gd name="connsiteY60" fmla="*/ 936171 h 1531257"/>
                <a:gd name="connsiteX61" fmla="*/ 1574800 w 1669143"/>
                <a:gd name="connsiteY61" fmla="*/ 892628 h 1531257"/>
                <a:gd name="connsiteX62" fmla="*/ 1574800 w 1669143"/>
                <a:gd name="connsiteY62" fmla="*/ 849085 h 1531257"/>
                <a:gd name="connsiteX63" fmla="*/ 1603828 w 1669143"/>
                <a:gd name="connsiteY63" fmla="*/ 805543 h 1531257"/>
                <a:gd name="connsiteX64" fmla="*/ 1603828 w 1669143"/>
                <a:gd name="connsiteY64" fmla="*/ 765628 h 1531257"/>
                <a:gd name="connsiteX65" fmla="*/ 1621971 w 1669143"/>
                <a:gd name="connsiteY65" fmla="*/ 711200 h 1531257"/>
                <a:gd name="connsiteX66" fmla="*/ 1600200 w 1669143"/>
                <a:gd name="connsiteY66" fmla="*/ 649514 h 1531257"/>
                <a:gd name="connsiteX67" fmla="*/ 1614714 w 1669143"/>
                <a:gd name="connsiteY67" fmla="*/ 595085 h 1531257"/>
                <a:gd name="connsiteX68" fmla="*/ 1592943 w 1669143"/>
                <a:gd name="connsiteY68" fmla="*/ 569685 h 1531257"/>
                <a:gd name="connsiteX69" fmla="*/ 1596571 w 1669143"/>
                <a:gd name="connsiteY69" fmla="*/ 493485 h 1531257"/>
                <a:gd name="connsiteX70" fmla="*/ 1661886 w 1669143"/>
                <a:gd name="connsiteY70" fmla="*/ 399143 h 1531257"/>
                <a:gd name="connsiteX71" fmla="*/ 1669143 w 1669143"/>
                <a:gd name="connsiteY71" fmla="*/ 297543 h 153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669143" h="1531257">
                  <a:moveTo>
                    <a:pt x="1669143" y="297543"/>
                  </a:moveTo>
                  <a:lnTo>
                    <a:pt x="783771" y="290285"/>
                  </a:lnTo>
                  <a:lnTo>
                    <a:pt x="674914" y="290285"/>
                  </a:lnTo>
                  <a:lnTo>
                    <a:pt x="566057" y="177800"/>
                  </a:lnTo>
                  <a:lnTo>
                    <a:pt x="494756" y="0"/>
                  </a:lnTo>
                  <a:lnTo>
                    <a:pt x="460828" y="32657"/>
                  </a:lnTo>
                  <a:lnTo>
                    <a:pt x="475343" y="87085"/>
                  </a:lnTo>
                  <a:lnTo>
                    <a:pt x="446314" y="137885"/>
                  </a:lnTo>
                  <a:lnTo>
                    <a:pt x="32657" y="156028"/>
                  </a:lnTo>
                  <a:lnTo>
                    <a:pt x="3628" y="185057"/>
                  </a:lnTo>
                  <a:lnTo>
                    <a:pt x="21771" y="257628"/>
                  </a:lnTo>
                  <a:lnTo>
                    <a:pt x="0" y="424543"/>
                  </a:lnTo>
                  <a:lnTo>
                    <a:pt x="58057" y="435428"/>
                  </a:lnTo>
                  <a:lnTo>
                    <a:pt x="76200" y="471714"/>
                  </a:lnTo>
                  <a:lnTo>
                    <a:pt x="141514" y="453571"/>
                  </a:lnTo>
                  <a:lnTo>
                    <a:pt x="217714" y="489857"/>
                  </a:lnTo>
                  <a:lnTo>
                    <a:pt x="217714" y="540657"/>
                  </a:lnTo>
                  <a:lnTo>
                    <a:pt x="214086" y="580571"/>
                  </a:lnTo>
                  <a:lnTo>
                    <a:pt x="257628" y="638628"/>
                  </a:lnTo>
                  <a:lnTo>
                    <a:pt x="228600" y="682171"/>
                  </a:lnTo>
                  <a:lnTo>
                    <a:pt x="239486" y="707571"/>
                  </a:lnTo>
                  <a:lnTo>
                    <a:pt x="185057" y="729343"/>
                  </a:lnTo>
                  <a:lnTo>
                    <a:pt x="192314" y="809171"/>
                  </a:lnTo>
                  <a:lnTo>
                    <a:pt x="163286" y="845457"/>
                  </a:lnTo>
                  <a:lnTo>
                    <a:pt x="192314" y="939800"/>
                  </a:lnTo>
                  <a:cubicBezTo>
                    <a:pt x="191105" y="986971"/>
                    <a:pt x="189895" y="1034143"/>
                    <a:pt x="188686" y="1081314"/>
                  </a:cubicBezTo>
                  <a:lnTo>
                    <a:pt x="170543" y="1095828"/>
                  </a:lnTo>
                  <a:lnTo>
                    <a:pt x="210457" y="1201057"/>
                  </a:lnTo>
                  <a:lnTo>
                    <a:pt x="319314" y="1233714"/>
                  </a:lnTo>
                  <a:lnTo>
                    <a:pt x="399143" y="1215571"/>
                  </a:lnTo>
                  <a:lnTo>
                    <a:pt x="489857" y="1244600"/>
                  </a:lnTo>
                  <a:lnTo>
                    <a:pt x="489857" y="1291771"/>
                  </a:lnTo>
                  <a:lnTo>
                    <a:pt x="500743" y="1407885"/>
                  </a:lnTo>
                  <a:lnTo>
                    <a:pt x="566057" y="1433285"/>
                  </a:lnTo>
                  <a:lnTo>
                    <a:pt x="609600" y="1531257"/>
                  </a:lnTo>
                  <a:lnTo>
                    <a:pt x="696686" y="1404257"/>
                  </a:lnTo>
                  <a:lnTo>
                    <a:pt x="725714" y="1422400"/>
                  </a:lnTo>
                  <a:lnTo>
                    <a:pt x="776514" y="1393371"/>
                  </a:lnTo>
                  <a:lnTo>
                    <a:pt x="816428" y="1393371"/>
                  </a:lnTo>
                  <a:lnTo>
                    <a:pt x="892628" y="1451428"/>
                  </a:lnTo>
                  <a:lnTo>
                    <a:pt x="950686" y="1469571"/>
                  </a:lnTo>
                  <a:lnTo>
                    <a:pt x="1012371" y="1422400"/>
                  </a:lnTo>
                  <a:lnTo>
                    <a:pt x="1070428" y="1440543"/>
                  </a:lnTo>
                  <a:lnTo>
                    <a:pt x="1128486" y="1393371"/>
                  </a:lnTo>
                  <a:lnTo>
                    <a:pt x="1164771" y="1400628"/>
                  </a:lnTo>
                  <a:lnTo>
                    <a:pt x="1161143" y="1473200"/>
                  </a:lnTo>
                  <a:lnTo>
                    <a:pt x="1211943" y="1509485"/>
                  </a:lnTo>
                  <a:lnTo>
                    <a:pt x="1240971" y="1487714"/>
                  </a:lnTo>
                  <a:lnTo>
                    <a:pt x="1211943" y="1429657"/>
                  </a:lnTo>
                  <a:lnTo>
                    <a:pt x="1222828" y="1357085"/>
                  </a:lnTo>
                  <a:lnTo>
                    <a:pt x="1244600" y="1331685"/>
                  </a:lnTo>
                  <a:lnTo>
                    <a:pt x="1244600" y="1284514"/>
                  </a:lnTo>
                  <a:lnTo>
                    <a:pt x="1313543" y="1270000"/>
                  </a:lnTo>
                  <a:lnTo>
                    <a:pt x="1320800" y="1219200"/>
                  </a:lnTo>
                  <a:lnTo>
                    <a:pt x="1382486" y="1164771"/>
                  </a:lnTo>
                  <a:lnTo>
                    <a:pt x="1458686" y="1168400"/>
                  </a:lnTo>
                  <a:lnTo>
                    <a:pt x="1444171" y="1077685"/>
                  </a:lnTo>
                  <a:lnTo>
                    <a:pt x="1491343" y="1048657"/>
                  </a:lnTo>
                  <a:lnTo>
                    <a:pt x="1513114" y="1063171"/>
                  </a:lnTo>
                  <a:lnTo>
                    <a:pt x="1553028" y="979714"/>
                  </a:lnTo>
                  <a:lnTo>
                    <a:pt x="1553028" y="936171"/>
                  </a:lnTo>
                  <a:lnTo>
                    <a:pt x="1574800" y="892628"/>
                  </a:lnTo>
                  <a:lnTo>
                    <a:pt x="1574800" y="849085"/>
                  </a:lnTo>
                  <a:lnTo>
                    <a:pt x="1603828" y="805543"/>
                  </a:lnTo>
                  <a:lnTo>
                    <a:pt x="1603828" y="765628"/>
                  </a:lnTo>
                  <a:lnTo>
                    <a:pt x="1621971" y="711200"/>
                  </a:lnTo>
                  <a:lnTo>
                    <a:pt x="1600200" y="649514"/>
                  </a:lnTo>
                  <a:lnTo>
                    <a:pt x="1614714" y="595085"/>
                  </a:lnTo>
                  <a:lnTo>
                    <a:pt x="1592943" y="569685"/>
                  </a:lnTo>
                  <a:lnTo>
                    <a:pt x="1596571" y="493485"/>
                  </a:lnTo>
                  <a:lnTo>
                    <a:pt x="1661886" y="399143"/>
                  </a:lnTo>
                  <a:lnTo>
                    <a:pt x="1669143" y="297543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7" name="Freeform 81">
              <a:extLst>
                <a:ext uri="{FF2B5EF4-FFF2-40B4-BE49-F238E27FC236}">
                  <a16:creationId xmlns:a16="http://schemas.microsoft.com/office/drawing/2014/main" id="{BBC8F75E-4623-0E6B-589A-5A25A74A1E5A}"/>
                </a:ext>
              </a:extLst>
            </p:cNvPr>
            <p:cNvSpPr/>
            <p:nvPr/>
          </p:nvSpPr>
          <p:spPr>
            <a:xfrm>
              <a:off x="4511685" y="3708392"/>
              <a:ext cx="1062039" cy="1030287"/>
            </a:xfrm>
            <a:custGeom>
              <a:avLst/>
              <a:gdLst>
                <a:gd name="connsiteX0" fmla="*/ 94343 w 1063172"/>
                <a:gd name="connsiteY0" fmla="*/ 137886 h 1030514"/>
                <a:gd name="connsiteX1" fmla="*/ 3629 w 1063172"/>
                <a:gd name="connsiteY1" fmla="*/ 366486 h 1030514"/>
                <a:gd name="connsiteX2" fmla="*/ 39914 w 1063172"/>
                <a:gd name="connsiteY2" fmla="*/ 428171 h 1030514"/>
                <a:gd name="connsiteX3" fmla="*/ 0 w 1063172"/>
                <a:gd name="connsiteY3" fmla="*/ 471714 h 1030514"/>
                <a:gd name="connsiteX4" fmla="*/ 50800 w 1063172"/>
                <a:gd name="connsiteY4" fmla="*/ 551543 h 1030514"/>
                <a:gd name="connsiteX5" fmla="*/ 54429 w 1063172"/>
                <a:gd name="connsiteY5" fmla="*/ 573314 h 1030514"/>
                <a:gd name="connsiteX6" fmla="*/ 18143 w 1063172"/>
                <a:gd name="connsiteY6" fmla="*/ 718457 h 1030514"/>
                <a:gd name="connsiteX7" fmla="*/ 32657 w 1063172"/>
                <a:gd name="connsiteY7" fmla="*/ 743857 h 1030514"/>
                <a:gd name="connsiteX8" fmla="*/ 264886 w 1063172"/>
                <a:gd name="connsiteY8" fmla="*/ 743857 h 1030514"/>
                <a:gd name="connsiteX9" fmla="*/ 297543 w 1063172"/>
                <a:gd name="connsiteY9" fmla="*/ 754743 h 1030514"/>
                <a:gd name="connsiteX10" fmla="*/ 330200 w 1063172"/>
                <a:gd name="connsiteY10" fmla="*/ 740229 h 1030514"/>
                <a:gd name="connsiteX11" fmla="*/ 366486 w 1063172"/>
                <a:gd name="connsiteY11" fmla="*/ 780143 h 1030514"/>
                <a:gd name="connsiteX12" fmla="*/ 402772 w 1063172"/>
                <a:gd name="connsiteY12" fmla="*/ 1008743 h 1030514"/>
                <a:gd name="connsiteX13" fmla="*/ 435429 w 1063172"/>
                <a:gd name="connsiteY13" fmla="*/ 1019629 h 1030514"/>
                <a:gd name="connsiteX14" fmla="*/ 497114 w 1063172"/>
                <a:gd name="connsiteY14" fmla="*/ 983343 h 1030514"/>
                <a:gd name="connsiteX15" fmla="*/ 576943 w 1063172"/>
                <a:gd name="connsiteY15" fmla="*/ 1030514 h 1030514"/>
                <a:gd name="connsiteX16" fmla="*/ 627743 w 1063172"/>
                <a:gd name="connsiteY16" fmla="*/ 1023257 h 1030514"/>
                <a:gd name="connsiteX17" fmla="*/ 667657 w 1063172"/>
                <a:gd name="connsiteY17" fmla="*/ 903514 h 1030514"/>
                <a:gd name="connsiteX18" fmla="*/ 878114 w 1063172"/>
                <a:gd name="connsiteY18" fmla="*/ 703943 h 1030514"/>
                <a:gd name="connsiteX19" fmla="*/ 994229 w 1063172"/>
                <a:gd name="connsiteY19" fmla="*/ 504371 h 1030514"/>
                <a:gd name="connsiteX20" fmla="*/ 1045029 w 1063172"/>
                <a:gd name="connsiteY20" fmla="*/ 446314 h 1030514"/>
                <a:gd name="connsiteX21" fmla="*/ 1063172 w 1063172"/>
                <a:gd name="connsiteY21" fmla="*/ 341086 h 1030514"/>
                <a:gd name="connsiteX22" fmla="*/ 968829 w 1063172"/>
                <a:gd name="connsiteY22" fmla="*/ 330200 h 1030514"/>
                <a:gd name="connsiteX23" fmla="*/ 925286 w 1063172"/>
                <a:gd name="connsiteY23" fmla="*/ 272143 h 1030514"/>
                <a:gd name="connsiteX24" fmla="*/ 867229 w 1063172"/>
                <a:gd name="connsiteY24" fmla="*/ 279400 h 1030514"/>
                <a:gd name="connsiteX25" fmla="*/ 823686 w 1063172"/>
                <a:gd name="connsiteY25" fmla="*/ 243114 h 1030514"/>
                <a:gd name="connsiteX26" fmla="*/ 751114 w 1063172"/>
                <a:gd name="connsiteY26" fmla="*/ 232229 h 1030514"/>
                <a:gd name="connsiteX27" fmla="*/ 725714 w 1063172"/>
                <a:gd name="connsiteY27" fmla="*/ 170543 h 1030514"/>
                <a:gd name="connsiteX28" fmla="*/ 689429 w 1063172"/>
                <a:gd name="connsiteY28" fmla="*/ 170543 h 1030514"/>
                <a:gd name="connsiteX29" fmla="*/ 660400 w 1063172"/>
                <a:gd name="connsiteY29" fmla="*/ 112486 h 1030514"/>
                <a:gd name="connsiteX30" fmla="*/ 638629 w 1063172"/>
                <a:gd name="connsiteY30" fmla="*/ 83457 h 1030514"/>
                <a:gd name="connsiteX31" fmla="*/ 635000 w 1063172"/>
                <a:gd name="connsiteY31" fmla="*/ 18143 h 1030514"/>
                <a:gd name="connsiteX32" fmla="*/ 605972 w 1063172"/>
                <a:gd name="connsiteY32" fmla="*/ 14514 h 1030514"/>
                <a:gd name="connsiteX33" fmla="*/ 537029 w 1063172"/>
                <a:gd name="connsiteY33" fmla="*/ 54429 h 1030514"/>
                <a:gd name="connsiteX34" fmla="*/ 489857 w 1063172"/>
                <a:gd name="connsiteY34" fmla="*/ 29029 h 1030514"/>
                <a:gd name="connsiteX35" fmla="*/ 420914 w 1063172"/>
                <a:gd name="connsiteY35" fmla="*/ 72571 h 1030514"/>
                <a:gd name="connsiteX36" fmla="*/ 279400 w 1063172"/>
                <a:gd name="connsiteY36" fmla="*/ 0 h 1030514"/>
                <a:gd name="connsiteX37" fmla="*/ 203200 w 1063172"/>
                <a:gd name="connsiteY37" fmla="*/ 39914 h 1030514"/>
                <a:gd name="connsiteX38" fmla="*/ 156029 w 1063172"/>
                <a:gd name="connsiteY38" fmla="*/ 18143 h 1030514"/>
                <a:gd name="connsiteX39" fmla="*/ 94343 w 1063172"/>
                <a:gd name="connsiteY39" fmla="*/ 137886 h 1030514"/>
                <a:gd name="connsiteX0" fmla="*/ 94343 w 1063172"/>
                <a:gd name="connsiteY0" fmla="*/ 137886 h 1030514"/>
                <a:gd name="connsiteX1" fmla="*/ 3629 w 1063172"/>
                <a:gd name="connsiteY1" fmla="*/ 366486 h 1030514"/>
                <a:gd name="connsiteX2" fmla="*/ 39914 w 1063172"/>
                <a:gd name="connsiteY2" fmla="*/ 428171 h 1030514"/>
                <a:gd name="connsiteX3" fmla="*/ 0 w 1063172"/>
                <a:gd name="connsiteY3" fmla="*/ 471714 h 1030514"/>
                <a:gd name="connsiteX4" fmla="*/ 50800 w 1063172"/>
                <a:gd name="connsiteY4" fmla="*/ 551543 h 1030514"/>
                <a:gd name="connsiteX5" fmla="*/ 54429 w 1063172"/>
                <a:gd name="connsiteY5" fmla="*/ 573314 h 1030514"/>
                <a:gd name="connsiteX6" fmla="*/ 18143 w 1063172"/>
                <a:gd name="connsiteY6" fmla="*/ 718457 h 1030514"/>
                <a:gd name="connsiteX7" fmla="*/ 32657 w 1063172"/>
                <a:gd name="connsiteY7" fmla="*/ 743857 h 1030514"/>
                <a:gd name="connsiteX8" fmla="*/ 264886 w 1063172"/>
                <a:gd name="connsiteY8" fmla="*/ 743857 h 1030514"/>
                <a:gd name="connsiteX9" fmla="*/ 297543 w 1063172"/>
                <a:gd name="connsiteY9" fmla="*/ 754743 h 1030514"/>
                <a:gd name="connsiteX10" fmla="*/ 330200 w 1063172"/>
                <a:gd name="connsiteY10" fmla="*/ 740229 h 1030514"/>
                <a:gd name="connsiteX11" fmla="*/ 366486 w 1063172"/>
                <a:gd name="connsiteY11" fmla="*/ 780143 h 1030514"/>
                <a:gd name="connsiteX12" fmla="*/ 402772 w 1063172"/>
                <a:gd name="connsiteY12" fmla="*/ 1008743 h 1030514"/>
                <a:gd name="connsiteX13" fmla="*/ 435429 w 1063172"/>
                <a:gd name="connsiteY13" fmla="*/ 1019629 h 1030514"/>
                <a:gd name="connsiteX14" fmla="*/ 497114 w 1063172"/>
                <a:gd name="connsiteY14" fmla="*/ 983343 h 1030514"/>
                <a:gd name="connsiteX15" fmla="*/ 576943 w 1063172"/>
                <a:gd name="connsiteY15" fmla="*/ 1030514 h 1030514"/>
                <a:gd name="connsiteX16" fmla="*/ 627743 w 1063172"/>
                <a:gd name="connsiteY16" fmla="*/ 1023257 h 1030514"/>
                <a:gd name="connsiteX17" fmla="*/ 667657 w 1063172"/>
                <a:gd name="connsiteY17" fmla="*/ 903514 h 1030514"/>
                <a:gd name="connsiteX18" fmla="*/ 878114 w 1063172"/>
                <a:gd name="connsiteY18" fmla="*/ 703943 h 1030514"/>
                <a:gd name="connsiteX19" fmla="*/ 994229 w 1063172"/>
                <a:gd name="connsiteY19" fmla="*/ 504371 h 1030514"/>
                <a:gd name="connsiteX20" fmla="*/ 1045029 w 1063172"/>
                <a:gd name="connsiteY20" fmla="*/ 446314 h 1030514"/>
                <a:gd name="connsiteX21" fmla="*/ 1063172 w 1063172"/>
                <a:gd name="connsiteY21" fmla="*/ 341086 h 1030514"/>
                <a:gd name="connsiteX22" fmla="*/ 968829 w 1063172"/>
                <a:gd name="connsiteY22" fmla="*/ 330200 h 1030514"/>
                <a:gd name="connsiteX23" fmla="*/ 925286 w 1063172"/>
                <a:gd name="connsiteY23" fmla="*/ 272143 h 1030514"/>
                <a:gd name="connsiteX24" fmla="*/ 867229 w 1063172"/>
                <a:gd name="connsiteY24" fmla="*/ 279400 h 1030514"/>
                <a:gd name="connsiteX25" fmla="*/ 823686 w 1063172"/>
                <a:gd name="connsiteY25" fmla="*/ 243114 h 1030514"/>
                <a:gd name="connsiteX26" fmla="*/ 751114 w 1063172"/>
                <a:gd name="connsiteY26" fmla="*/ 232229 h 1030514"/>
                <a:gd name="connsiteX27" fmla="*/ 725714 w 1063172"/>
                <a:gd name="connsiteY27" fmla="*/ 170543 h 1030514"/>
                <a:gd name="connsiteX28" fmla="*/ 689429 w 1063172"/>
                <a:gd name="connsiteY28" fmla="*/ 170543 h 1030514"/>
                <a:gd name="connsiteX29" fmla="*/ 683260 w 1063172"/>
                <a:gd name="connsiteY29" fmla="*/ 123916 h 1030514"/>
                <a:gd name="connsiteX30" fmla="*/ 638629 w 1063172"/>
                <a:gd name="connsiteY30" fmla="*/ 83457 h 1030514"/>
                <a:gd name="connsiteX31" fmla="*/ 635000 w 1063172"/>
                <a:gd name="connsiteY31" fmla="*/ 18143 h 1030514"/>
                <a:gd name="connsiteX32" fmla="*/ 605972 w 1063172"/>
                <a:gd name="connsiteY32" fmla="*/ 14514 h 1030514"/>
                <a:gd name="connsiteX33" fmla="*/ 537029 w 1063172"/>
                <a:gd name="connsiteY33" fmla="*/ 54429 h 1030514"/>
                <a:gd name="connsiteX34" fmla="*/ 489857 w 1063172"/>
                <a:gd name="connsiteY34" fmla="*/ 29029 h 1030514"/>
                <a:gd name="connsiteX35" fmla="*/ 420914 w 1063172"/>
                <a:gd name="connsiteY35" fmla="*/ 72571 h 1030514"/>
                <a:gd name="connsiteX36" fmla="*/ 279400 w 1063172"/>
                <a:gd name="connsiteY36" fmla="*/ 0 h 1030514"/>
                <a:gd name="connsiteX37" fmla="*/ 203200 w 1063172"/>
                <a:gd name="connsiteY37" fmla="*/ 39914 h 1030514"/>
                <a:gd name="connsiteX38" fmla="*/ 156029 w 1063172"/>
                <a:gd name="connsiteY38" fmla="*/ 18143 h 1030514"/>
                <a:gd name="connsiteX39" fmla="*/ 94343 w 1063172"/>
                <a:gd name="connsiteY39" fmla="*/ 137886 h 103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063172" h="1030514">
                  <a:moveTo>
                    <a:pt x="94343" y="137886"/>
                  </a:moveTo>
                  <a:lnTo>
                    <a:pt x="3629" y="366486"/>
                  </a:lnTo>
                  <a:lnTo>
                    <a:pt x="39914" y="428171"/>
                  </a:lnTo>
                  <a:lnTo>
                    <a:pt x="0" y="471714"/>
                  </a:lnTo>
                  <a:lnTo>
                    <a:pt x="50800" y="551543"/>
                  </a:lnTo>
                  <a:lnTo>
                    <a:pt x="54429" y="573314"/>
                  </a:lnTo>
                  <a:lnTo>
                    <a:pt x="18143" y="718457"/>
                  </a:lnTo>
                  <a:lnTo>
                    <a:pt x="32657" y="743857"/>
                  </a:lnTo>
                  <a:lnTo>
                    <a:pt x="264886" y="743857"/>
                  </a:lnTo>
                  <a:lnTo>
                    <a:pt x="297543" y="754743"/>
                  </a:lnTo>
                  <a:lnTo>
                    <a:pt x="330200" y="740229"/>
                  </a:lnTo>
                  <a:lnTo>
                    <a:pt x="366486" y="780143"/>
                  </a:lnTo>
                  <a:lnTo>
                    <a:pt x="402772" y="1008743"/>
                  </a:lnTo>
                  <a:lnTo>
                    <a:pt x="435429" y="1019629"/>
                  </a:lnTo>
                  <a:lnTo>
                    <a:pt x="497114" y="983343"/>
                  </a:lnTo>
                  <a:lnTo>
                    <a:pt x="576943" y="1030514"/>
                  </a:lnTo>
                  <a:lnTo>
                    <a:pt x="627743" y="1023257"/>
                  </a:lnTo>
                  <a:lnTo>
                    <a:pt x="667657" y="903514"/>
                  </a:lnTo>
                  <a:lnTo>
                    <a:pt x="878114" y="703943"/>
                  </a:lnTo>
                  <a:lnTo>
                    <a:pt x="994229" y="504371"/>
                  </a:lnTo>
                  <a:lnTo>
                    <a:pt x="1045029" y="446314"/>
                  </a:lnTo>
                  <a:lnTo>
                    <a:pt x="1063172" y="341086"/>
                  </a:lnTo>
                  <a:lnTo>
                    <a:pt x="968829" y="330200"/>
                  </a:lnTo>
                  <a:lnTo>
                    <a:pt x="925286" y="272143"/>
                  </a:lnTo>
                  <a:lnTo>
                    <a:pt x="867229" y="279400"/>
                  </a:lnTo>
                  <a:lnTo>
                    <a:pt x="823686" y="243114"/>
                  </a:lnTo>
                  <a:lnTo>
                    <a:pt x="751114" y="232229"/>
                  </a:lnTo>
                  <a:lnTo>
                    <a:pt x="725714" y="170543"/>
                  </a:lnTo>
                  <a:lnTo>
                    <a:pt x="689429" y="170543"/>
                  </a:lnTo>
                  <a:lnTo>
                    <a:pt x="683260" y="123916"/>
                  </a:lnTo>
                  <a:lnTo>
                    <a:pt x="638629" y="83457"/>
                  </a:lnTo>
                  <a:lnTo>
                    <a:pt x="635000" y="18143"/>
                  </a:lnTo>
                  <a:lnTo>
                    <a:pt x="605972" y="14514"/>
                  </a:lnTo>
                  <a:lnTo>
                    <a:pt x="537029" y="54429"/>
                  </a:lnTo>
                  <a:lnTo>
                    <a:pt x="489857" y="29029"/>
                  </a:lnTo>
                  <a:lnTo>
                    <a:pt x="420914" y="72571"/>
                  </a:lnTo>
                  <a:lnTo>
                    <a:pt x="279400" y="0"/>
                  </a:lnTo>
                  <a:lnTo>
                    <a:pt x="203200" y="39914"/>
                  </a:lnTo>
                  <a:lnTo>
                    <a:pt x="156029" y="18143"/>
                  </a:lnTo>
                  <a:lnTo>
                    <a:pt x="94343" y="137886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8" name="Freeform 82">
              <a:extLst>
                <a:ext uri="{FF2B5EF4-FFF2-40B4-BE49-F238E27FC236}">
                  <a16:creationId xmlns:a16="http://schemas.microsoft.com/office/drawing/2014/main" id="{D6EC4060-96B4-DD3E-6626-BEBE56DB2C5A}"/>
                </a:ext>
              </a:extLst>
            </p:cNvPr>
            <p:cNvSpPr/>
            <p:nvPr/>
          </p:nvSpPr>
          <p:spPr>
            <a:xfrm>
              <a:off x="5045084" y="4543416"/>
              <a:ext cx="923925" cy="655636"/>
            </a:xfrm>
            <a:custGeom>
              <a:avLst/>
              <a:gdLst>
                <a:gd name="connsiteX0" fmla="*/ 54429 w 925286"/>
                <a:gd name="connsiteY0" fmla="*/ 206829 h 656772"/>
                <a:gd name="connsiteX1" fmla="*/ 0 w 925286"/>
                <a:gd name="connsiteY1" fmla="*/ 439058 h 656772"/>
                <a:gd name="connsiteX2" fmla="*/ 76200 w 925286"/>
                <a:gd name="connsiteY2" fmla="*/ 464458 h 656772"/>
                <a:gd name="connsiteX3" fmla="*/ 116114 w 925286"/>
                <a:gd name="connsiteY3" fmla="*/ 580572 h 656772"/>
                <a:gd name="connsiteX4" fmla="*/ 188686 w 925286"/>
                <a:gd name="connsiteY4" fmla="*/ 602343 h 656772"/>
                <a:gd name="connsiteX5" fmla="*/ 221343 w 925286"/>
                <a:gd name="connsiteY5" fmla="*/ 584200 h 656772"/>
                <a:gd name="connsiteX6" fmla="*/ 257629 w 925286"/>
                <a:gd name="connsiteY6" fmla="*/ 616858 h 656772"/>
                <a:gd name="connsiteX7" fmla="*/ 449943 w 925286"/>
                <a:gd name="connsiteY7" fmla="*/ 656772 h 656772"/>
                <a:gd name="connsiteX8" fmla="*/ 460829 w 925286"/>
                <a:gd name="connsiteY8" fmla="*/ 591458 h 656772"/>
                <a:gd name="connsiteX9" fmla="*/ 558800 w 925286"/>
                <a:gd name="connsiteY9" fmla="*/ 533400 h 656772"/>
                <a:gd name="connsiteX10" fmla="*/ 689429 w 925286"/>
                <a:gd name="connsiteY10" fmla="*/ 566058 h 656772"/>
                <a:gd name="connsiteX11" fmla="*/ 758372 w 925286"/>
                <a:gd name="connsiteY11" fmla="*/ 526143 h 656772"/>
                <a:gd name="connsiteX12" fmla="*/ 849086 w 925286"/>
                <a:gd name="connsiteY12" fmla="*/ 569686 h 656772"/>
                <a:gd name="connsiteX13" fmla="*/ 849086 w 925286"/>
                <a:gd name="connsiteY13" fmla="*/ 518886 h 656772"/>
                <a:gd name="connsiteX14" fmla="*/ 838200 w 925286"/>
                <a:gd name="connsiteY14" fmla="*/ 497115 h 656772"/>
                <a:gd name="connsiteX15" fmla="*/ 870857 w 925286"/>
                <a:gd name="connsiteY15" fmla="*/ 460829 h 656772"/>
                <a:gd name="connsiteX16" fmla="*/ 830943 w 925286"/>
                <a:gd name="connsiteY16" fmla="*/ 442686 h 656772"/>
                <a:gd name="connsiteX17" fmla="*/ 863600 w 925286"/>
                <a:gd name="connsiteY17" fmla="*/ 417286 h 656772"/>
                <a:gd name="connsiteX18" fmla="*/ 885372 w 925286"/>
                <a:gd name="connsiteY18" fmla="*/ 413658 h 656772"/>
                <a:gd name="connsiteX19" fmla="*/ 903514 w 925286"/>
                <a:gd name="connsiteY19" fmla="*/ 457200 h 656772"/>
                <a:gd name="connsiteX20" fmla="*/ 925286 w 925286"/>
                <a:gd name="connsiteY20" fmla="*/ 417286 h 656772"/>
                <a:gd name="connsiteX21" fmla="*/ 921657 w 925286"/>
                <a:gd name="connsiteY21" fmla="*/ 355600 h 656772"/>
                <a:gd name="connsiteX22" fmla="*/ 881743 w 925286"/>
                <a:gd name="connsiteY22" fmla="*/ 366486 h 656772"/>
                <a:gd name="connsiteX23" fmla="*/ 827314 w 925286"/>
                <a:gd name="connsiteY23" fmla="*/ 333829 h 656772"/>
                <a:gd name="connsiteX24" fmla="*/ 801914 w 925286"/>
                <a:gd name="connsiteY24" fmla="*/ 261258 h 656772"/>
                <a:gd name="connsiteX25" fmla="*/ 714829 w 925286"/>
                <a:gd name="connsiteY25" fmla="*/ 261258 h 656772"/>
                <a:gd name="connsiteX26" fmla="*/ 678543 w 925286"/>
                <a:gd name="connsiteY26" fmla="*/ 177800 h 656772"/>
                <a:gd name="connsiteX27" fmla="*/ 689429 w 925286"/>
                <a:gd name="connsiteY27" fmla="*/ 79829 h 656772"/>
                <a:gd name="connsiteX28" fmla="*/ 642257 w 925286"/>
                <a:gd name="connsiteY28" fmla="*/ 43543 h 656772"/>
                <a:gd name="connsiteX29" fmla="*/ 547914 w 925286"/>
                <a:gd name="connsiteY29" fmla="*/ 72572 h 656772"/>
                <a:gd name="connsiteX30" fmla="*/ 453572 w 925286"/>
                <a:gd name="connsiteY30" fmla="*/ 21772 h 656772"/>
                <a:gd name="connsiteX31" fmla="*/ 373743 w 925286"/>
                <a:gd name="connsiteY31" fmla="*/ 21772 h 656772"/>
                <a:gd name="connsiteX32" fmla="*/ 370114 w 925286"/>
                <a:gd name="connsiteY32" fmla="*/ 0 h 656772"/>
                <a:gd name="connsiteX33" fmla="*/ 221343 w 925286"/>
                <a:gd name="connsiteY33" fmla="*/ 7258 h 656772"/>
                <a:gd name="connsiteX34" fmla="*/ 123372 w 925286"/>
                <a:gd name="connsiteY34" fmla="*/ 68943 h 656772"/>
                <a:gd name="connsiteX35" fmla="*/ 54429 w 925286"/>
                <a:gd name="connsiteY35" fmla="*/ 206829 h 65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25286" h="656772">
                  <a:moveTo>
                    <a:pt x="54429" y="206829"/>
                  </a:moveTo>
                  <a:lnTo>
                    <a:pt x="0" y="439058"/>
                  </a:lnTo>
                  <a:lnTo>
                    <a:pt x="76200" y="464458"/>
                  </a:lnTo>
                  <a:lnTo>
                    <a:pt x="116114" y="580572"/>
                  </a:lnTo>
                  <a:lnTo>
                    <a:pt x="188686" y="602343"/>
                  </a:lnTo>
                  <a:lnTo>
                    <a:pt x="221343" y="584200"/>
                  </a:lnTo>
                  <a:lnTo>
                    <a:pt x="257629" y="616858"/>
                  </a:lnTo>
                  <a:lnTo>
                    <a:pt x="449943" y="656772"/>
                  </a:lnTo>
                  <a:lnTo>
                    <a:pt x="460829" y="591458"/>
                  </a:lnTo>
                  <a:lnTo>
                    <a:pt x="558800" y="533400"/>
                  </a:lnTo>
                  <a:lnTo>
                    <a:pt x="689429" y="566058"/>
                  </a:lnTo>
                  <a:lnTo>
                    <a:pt x="758372" y="526143"/>
                  </a:lnTo>
                  <a:lnTo>
                    <a:pt x="849086" y="569686"/>
                  </a:lnTo>
                  <a:lnTo>
                    <a:pt x="849086" y="518886"/>
                  </a:lnTo>
                  <a:lnTo>
                    <a:pt x="838200" y="497115"/>
                  </a:lnTo>
                  <a:lnTo>
                    <a:pt x="870857" y="460829"/>
                  </a:lnTo>
                  <a:lnTo>
                    <a:pt x="830943" y="442686"/>
                  </a:lnTo>
                  <a:lnTo>
                    <a:pt x="863600" y="417286"/>
                  </a:lnTo>
                  <a:lnTo>
                    <a:pt x="885372" y="413658"/>
                  </a:lnTo>
                  <a:lnTo>
                    <a:pt x="903514" y="457200"/>
                  </a:lnTo>
                  <a:lnTo>
                    <a:pt x="925286" y="417286"/>
                  </a:lnTo>
                  <a:lnTo>
                    <a:pt x="921657" y="355600"/>
                  </a:lnTo>
                  <a:lnTo>
                    <a:pt x="881743" y="366486"/>
                  </a:lnTo>
                  <a:lnTo>
                    <a:pt x="827314" y="333829"/>
                  </a:lnTo>
                  <a:lnTo>
                    <a:pt x="801914" y="261258"/>
                  </a:lnTo>
                  <a:lnTo>
                    <a:pt x="714829" y="261258"/>
                  </a:lnTo>
                  <a:lnTo>
                    <a:pt x="678543" y="177800"/>
                  </a:lnTo>
                  <a:lnTo>
                    <a:pt x="689429" y="79829"/>
                  </a:lnTo>
                  <a:lnTo>
                    <a:pt x="642257" y="43543"/>
                  </a:lnTo>
                  <a:lnTo>
                    <a:pt x="547914" y="72572"/>
                  </a:lnTo>
                  <a:lnTo>
                    <a:pt x="453572" y="21772"/>
                  </a:lnTo>
                  <a:lnTo>
                    <a:pt x="373743" y="21772"/>
                  </a:lnTo>
                  <a:lnTo>
                    <a:pt x="370114" y="0"/>
                  </a:lnTo>
                  <a:lnTo>
                    <a:pt x="221343" y="7258"/>
                  </a:lnTo>
                  <a:lnTo>
                    <a:pt x="123372" y="68943"/>
                  </a:lnTo>
                  <a:lnTo>
                    <a:pt x="54429" y="206829"/>
                  </a:lnTo>
                  <a:close/>
                </a:path>
              </a:pathLst>
            </a:custGeom>
            <a:solidFill>
              <a:schemeClr val="tx2">
                <a:alpha val="69804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29" name="Freeform 83">
              <a:extLst>
                <a:ext uri="{FF2B5EF4-FFF2-40B4-BE49-F238E27FC236}">
                  <a16:creationId xmlns:a16="http://schemas.microsoft.com/office/drawing/2014/main" id="{26B91603-4AB0-43D0-5B0B-1257693C91A5}"/>
                </a:ext>
              </a:extLst>
            </p:cNvPr>
            <p:cNvSpPr/>
            <p:nvPr/>
          </p:nvSpPr>
          <p:spPr>
            <a:xfrm>
              <a:off x="5146686" y="5072054"/>
              <a:ext cx="787402" cy="563561"/>
            </a:xfrm>
            <a:custGeom>
              <a:avLst/>
              <a:gdLst>
                <a:gd name="connsiteX0" fmla="*/ 10886 w 787400"/>
                <a:gd name="connsiteY0" fmla="*/ 50800 h 562428"/>
                <a:gd name="connsiteX1" fmla="*/ 29029 w 787400"/>
                <a:gd name="connsiteY1" fmla="*/ 145143 h 562428"/>
                <a:gd name="connsiteX2" fmla="*/ 0 w 787400"/>
                <a:gd name="connsiteY2" fmla="*/ 203200 h 562428"/>
                <a:gd name="connsiteX3" fmla="*/ 181429 w 787400"/>
                <a:gd name="connsiteY3" fmla="*/ 203200 h 562428"/>
                <a:gd name="connsiteX4" fmla="*/ 250372 w 787400"/>
                <a:gd name="connsiteY4" fmla="*/ 239486 h 562428"/>
                <a:gd name="connsiteX5" fmla="*/ 384629 w 787400"/>
                <a:gd name="connsiteY5" fmla="*/ 290286 h 562428"/>
                <a:gd name="connsiteX6" fmla="*/ 460829 w 787400"/>
                <a:gd name="connsiteY6" fmla="*/ 424543 h 562428"/>
                <a:gd name="connsiteX7" fmla="*/ 533400 w 787400"/>
                <a:gd name="connsiteY7" fmla="*/ 410028 h 562428"/>
                <a:gd name="connsiteX8" fmla="*/ 573314 w 787400"/>
                <a:gd name="connsiteY8" fmla="*/ 413657 h 562428"/>
                <a:gd name="connsiteX9" fmla="*/ 573314 w 787400"/>
                <a:gd name="connsiteY9" fmla="*/ 449943 h 562428"/>
                <a:gd name="connsiteX10" fmla="*/ 497114 w 787400"/>
                <a:gd name="connsiteY10" fmla="*/ 529771 h 562428"/>
                <a:gd name="connsiteX11" fmla="*/ 533400 w 787400"/>
                <a:gd name="connsiteY11" fmla="*/ 562428 h 562428"/>
                <a:gd name="connsiteX12" fmla="*/ 689429 w 787400"/>
                <a:gd name="connsiteY12" fmla="*/ 428171 h 562428"/>
                <a:gd name="connsiteX13" fmla="*/ 707572 w 787400"/>
                <a:gd name="connsiteY13" fmla="*/ 428171 h 562428"/>
                <a:gd name="connsiteX14" fmla="*/ 707572 w 787400"/>
                <a:gd name="connsiteY14" fmla="*/ 377371 h 562428"/>
                <a:gd name="connsiteX15" fmla="*/ 740229 w 787400"/>
                <a:gd name="connsiteY15" fmla="*/ 381000 h 562428"/>
                <a:gd name="connsiteX16" fmla="*/ 743857 w 787400"/>
                <a:gd name="connsiteY16" fmla="*/ 293914 h 562428"/>
                <a:gd name="connsiteX17" fmla="*/ 747486 w 787400"/>
                <a:gd name="connsiteY17" fmla="*/ 228600 h 562428"/>
                <a:gd name="connsiteX18" fmla="*/ 787400 w 787400"/>
                <a:gd name="connsiteY18" fmla="*/ 185057 h 562428"/>
                <a:gd name="connsiteX19" fmla="*/ 747486 w 787400"/>
                <a:gd name="connsiteY19" fmla="*/ 166914 h 562428"/>
                <a:gd name="connsiteX20" fmla="*/ 722086 w 787400"/>
                <a:gd name="connsiteY20" fmla="*/ 43543 h 562428"/>
                <a:gd name="connsiteX21" fmla="*/ 631372 w 787400"/>
                <a:gd name="connsiteY21" fmla="*/ 0 h 562428"/>
                <a:gd name="connsiteX22" fmla="*/ 573314 w 787400"/>
                <a:gd name="connsiteY22" fmla="*/ 39914 h 562428"/>
                <a:gd name="connsiteX23" fmla="*/ 457200 w 787400"/>
                <a:gd name="connsiteY23" fmla="*/ 0 h 562428"/>
                <a:gd name="connsiteX24" fmla="*/ 362857 w 787400"/>
                <a:gd name="connsiteY24" fmla="*/ 65314 h 562428"/>
                <a:gd name="connsiteX25" fmla="*/ 348343 w 787400"/>
                <a:gd name="connsiteY25" fmla="*/ 134257 h 562428"/>
                <a:gd name="connsiteX26" fmla="*/ 141514 w 787400"/>
                <a:gd name="connsiteY26" fmla="*/ 83457 h 562428"/>
                <a:gd name="connsiteX27" fmla="*/ 116114 w 787400"/>
                <a:gd name="connsiteY27" fmla="*/ 58057 h 562428"/>
                <a:gd name="connsiteX28" fmla="*/ 76200 w 787400"/>
                <a:gd name="connsiteY28" fmla="*/ 79828 h 562428"/>
                <a:gd name="connsiteX29" fmla="*/ 10886 w 787400"/>
                <a:gd name="connsiteY29" fmla="*/ 50800 h 562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87400" h="562428">
                  <a:moveTo>
                    <a:pt x="10886" y="50800"/>
                  </a:moveTo>
                  <a:lnTo>
                    <a:pt x="29029" y="145143"/>
                  </a:lnTo>
                  <a:lnTo>
                    <a:pt x="0" y="203200"/>
                  </a:lnTo>
                  <a:lnTo>
                    <a:pt x="181429" y="203200"/>
                  </a:lnTo>
                  <a:lnTo>
                    <a:pt x="250372" y="239486"/>
                  </a:lnTo>
                  <a:lnTo>
                    <a:pt x="384629" y="290286"/>
                  </a:lnTo>
                  <a:lnTo>
                    <a:pt x="460829" y="424543"/>
                  </a:lnTo>
                  <a:lnTo>
                    <a:pt x="533400" y="410028"/>
                  </a:lnTo>
                  <a:lnTo>
                    <a:pt x="573314" y="413657"/>
                  </a:lnTo>
                  <a:lnTo>
                    <a:pt x="573314" y="449943"/>
                  </a:lnTo>
                  <a:lnTo>
                    <a:pt x="497114" y="529771"/>
                  </a:lnTo>
                  <a:lnTo>
                    <a:pt x="533400" y="562428"/>
                  </a:lnTo>
                  <a:lnTo>
                    <a:pt x="689429" y="428171"/>
                  </a:lnTo>
                  <a:lnTo>
                    <a:pt x="707572" y="428171"/>
                  </a:lnTo>
                  <a:lnTo>
                    <a:pt x="707572" y="377371"/>
                  </a:lnTo>
                  <a:lnTo>
                    <a:pt x="740229" y="381000"/>
                  </a:lnTo>
                  <a:lnTo>
                    <a:pt x="743857" y="293914"/>
                  </a:lnTo>
                  <a:lnTo>
                    <a:pt x="747486" y="228600"/>
                  </a:lnTo>
                  <a:lnTo>
                    <a:pt x="787400" y="185057"/>
                  </a:lnTo>
                  <a:lnTo>
                    <a:pt x="747486" y="166914"/>
                  </a:lnTo>
                  <a:lnTo>
                    <a:pt x="722086" y="43543"/>
                  </a:lnTo>
                  <a:lnTo>
                    <a:pt x="631372" y="0"/>
                  </a:lnTo>
                  <a:lnTo>
                    <a:pt x="573314" y="39914"/>
                  </a:lnTo>
                  <a:lnTo>
                    <a:pt x="457200" y="0"/>
                  </a:lnTo>
                  <a:lnTo>
                    <a:pt x="362857" y="65314"/>
                  </a:lnTo>
                  <a:lnTo>
                    <a:pt x="348343" y="134257"/>
                  </a:lnTo>
                  <a:lnTo>
                    <a:pt x="141514" y="83457"/>
                  </a:lnTo>
                  <a:lnTo>
                    <a:pt x="116114" y="58057"/>
                  </a:lnTo>
                  <a:lnTo>
                    <a:pt x="76200" y="79828"/>
                  </a:lnTo>
                  <a:lnTo>
                    <a:pt x="10886" y="5080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30" name="Freeform 84">
              <a:extLst>
                <a:ext uri="{FF2B5EF4-FFF2-40B4-BE49-F238E27FC236}">
                  <a16:creationId xmlns:a16="http://schemas.microsoft.com/office/drawing/2014/main" id="{ECF53075-1CEA-9A11-55A0-4A5557E21F50}"/>
                </a:ext>
              </a:extLst>
            </p:cNvPr>
            <p:cNvSpPr/>
            <p:nvPr/>
          </p:nvSpPr>
          <p:spPr>
            <a:xfrm>
              <a:off x="4613283" y="5275253"/>
              <a:ext cx="1098551" cy="1066799"/>
            </a:xfrm>
            <a:custGeom>
              <a:avLst/>
              <a:gdLst>
                <a:gd name="connsiteX0" fmla="*/ 529772 w 1099457"/>
                <a:gd name="connsiteY0" fmla="*/ 0 h 1066800"/>
                <a:gd name="connsiteX1" fmla="*/ 322943 w 1099457"/>
                <a:gd name="connsiteY1" fmla="*/ 94343 h 1066800"/>
                <a:gd name="connsiteX2" fmla="*/ 214086 w 1099457"/>
                <a:gd name="connsiteY2" fmla="*/ 181428 h 1066800"/>
                <a:gd name="connsiteX3" fmla="*/ 123372 w 1099457"/>
                <a:gd name="connsiteY3" fmla="*/ 348343 h 1066800"/>
                <a:gd name="connsiteX4" fmla="*/ 0 w 1099457"/>
                <a:gd name="connsiteY4" fmla="*/ 460828 h 1066800"/>
                <a:gd name="connsiteX5" fmla="*/ 83457 w 1099457"/>
                <a:gd name="connsiteY5" fmla="*/ 482600 h 1066800"/>
                <a:gd name="connsiteX6" fmla="*/ 119743 w 1099457"/>
                <a:gd name="connsiteY6" fmla="*/ 533400 h 1066800"/>
                <a:gd name="connsiteX7" fmla="*/ 166914 w 1099457"/>
                <a:gd name="connsiteY7" fmla="*/ 526143 h 1066800"/>
                <a:gd name="connsiteX8" fmla="*/ 221343 w 1099457"/>
                <a:gd name="connsiteY8" fmla="*/ 616857 h 1066800"/>
                <a:gd name="connsiteX9" fmla="*/ 254000 w 1099457"/>
                <a:gd name="connsiteY9" fmla="*/ 584200 h 1066800"/>
                <a:gd name="connsiteX10" fmla="*/ 283029 w 1099457"/>
                <a:gd name="connsiteY10" fmla="*/ 587828 h 1066800"/>
                <a:gd name="connsiteX11" fmla="*/ 478972 w 1099457"/>
                <a:gd name="connsiteY11" fmla="*/ 769257 h 1066800"/>
                <a:gd name="connsiteX12" fmla="*/ 522514 w 1099457"/>
                <a:gd name="connsiteY12" fmla="*/ 776514 h 1066800"/>
                <a:gd name="connsiteX13" fmla="*/ 613229 w 1099457"/>
                <a:gd name="connsiteY13" fmla="*/ 903514 h 1066800"/>
                <a:gd name="connsiteX14" fmla="*/ 667657 w 1099457"/>
                <a:gd name="connsiteY14" fmla="*/ 881743 h 1066800"/>
                <a:gd name="connsiteX15" fmla="*/ 711200 w 1099457"/>
                <a:gd name="connsiteY15" fmla="*/ 812800 h 1066800"/>
                <a:gd name="connsiteX16" fmla="*/ 685800 w 1099457"/>
                <a:gd name="connsiteY16" fmla="*/ 932543 h 1066800"/>
                <a:gd name="connsiteX17" fmla="*/ 660400 w 1099457"/>
                <a:gd name="connsiteY17" fmla="*/ 925286 h 1066800"/>
                <a:gd name="connsiteX18" fmla="*/ 595086 w 1099457"/>
                <a:gd name="connsiteY18" fmla="*/ 961571 h 1066800"/>
                <a:gd name="connsiteX19" fmla="*/ 595086 w 1099457"/>
                <a:gd name="connsiteY19" fmla="*/ 1066800 h 1066800"/>
                <a:gd name="connsiteX20" fmla="*/ 627743 w 1099457"/>
                <a:gd name="connsiteY20" fmla="*/ 1023257 h 1066800"/>
                <a:gd name="connsiteX21" fmla="*/ 645886 w 1099457"/>
                <a:gd name="connsiteY21" fmla="*/ 979714 h 1066800"/>
                <a:gd name="connsiteX22" fmla="*/ 678543 w 1099457"/>
                <a:gd name="connsiteY22" fmla="*/ 943428 h 1066800"/>
                <a:gd name="connsiteX23" fmla="*/ 689429 w 1099457"/>
                <a:gd name="connsiteY23" fmla="*/ 979714 h 1066800"/>
                <a:gd name="connsiteX24" fmla="*/ 758372 w 1099457"/>
                <a:gd name="connsiteY24" fmla="*/ 812800 h 1066800"/>
                <a:gd name="connsiteX25" fmla="*/ 754743 w 1099457"/>
                <a:gd name="connsiteY25" fmla="*/ 762000 h 1066800"/>
                <a:gd name="connsiteX26" fmla="*/ 791029 w 1099457"/>
                <a:gd name="connsiteY26" fmla="*/ 696686 h 1066800"/>
                <a:gd name="connsiteX27" fmla="*/ 830943 w 1099457"/>
                <a:gd name="connsiteY27" fmla="*/ 689428 h 1066800"/>
                <a:gd name="connsiteX28" fmla="*/ 852714 w 1099457"/>
                <a:gd name="connsiteY28" fmla="*/ 631371 h 1066800"/>
                <a:gd name="connsiteX29" fmla="*/ 892629 w 1099457"/>
                <a:gd name="connsiteY29" fmla="*/ 584200 h 1066800"/>
                <a:gd name="connsiteX30" fmla="*/ 867229 w 1099457"/>
                <a:gd name="connsiteY30" fmla="*/ 540657 h 1066800"/>
                <a:gd name="connsiteX31" fmla="*/ 914400 w 1099457"/>
                <a:gd name="connsiteY31" fmla="*/ 562428 h 1066800"/>
                <a:gd name="connsiteX32" fmla="*/ 983343 w 1099457"/>
                <a:gd name="connsiteY32" fmla="*/ 540657 h 1066800"/>
                <a:gd name="connsiteX33" fmla="*/ 961572 w 1099457"/>
                <a:gd name="connsiteY33" fmla="*/ 587828 h 1066800"/>
                <a:gd name="connsiteX34" fmla="*/ 914400 w 1099457"/>
                <a:gd name="connsiteY34" fmla="*/ 664028 h 1066800"/>
                <a:gd name="connsiteX35" fmla="*/ 910772 w 1099457"/>
                <a:gd name="connsiteY35" fmla="*/ 696686 h 1066800"/>
                <a:gd name="connsiteX36" fmla="*/ 856343 w 1099457"/>
                <a:gd name="connsiteY36" fmla="*/ 714828 h 1066800"/>
                <a:gd name="connsiteX37" fmla="*/ 783772 w 1099457"/>
                <a:gd name="connsiteY37" fmla="*/ 776514 h 1066800"/>
                <a:gd name="connsiteX38" fmla="*/ 783772 w 1099457"/>
                <a:gd name="connsiteY38" fmla="*/ 816428 h 1066800"/>
                <a:gd name="connsiteX39" fmla="*/ 976086 w 1099457"/>
                <a:gd name="connsiteY39" fmla="*/ 645886 h 1066800"/>
                <a:gd name="connsiteX40" fmla="*/ 1081314 w 1099457"/>
                <a:gd name="connsiteY40" fmla="*/ 359228 h 1066800"/>
                <a:gd name="connsiteX41" fmla="*/ 1041400 w 1099457"/>
                <a:gd name="connsiteY41" fmla="*/ 330200 h 1066800"/>
                <a:gd name="connsiteX42" fmla="*/ 1099457 w 1099457"/>
                <a:gd name="connsiteY42" fmla="*/ 232228 h 1066800"/>
                <a:gd name="connsiteX43" fmla="*/ 1088572 w 1099457"/>
                <a:gd name="connsiteY43" fmla="*/ 199571 h 1066800"/>
                <a:gd name="connsiteX44" fmla="*/ 994229 w 1099457"/>
                <a:gd name="connsiteY44" fmla="*/ 221343 h 1066800"/>
                <a:gd name="connsiteX45" fmla="*/ 921657 w 1099457"/>
                <a:gd name="connsiteY45" fmla="*/ 79828 h 1066800"/>
                <a:gd name="connsiteX46" fmla="*/ 700314 w 1099457"/>
                <a:gd name="connsiteY46" fmla="*/ 3628 h 1066800"/>
                <a:gd name="connsiteX47" fmla="*/ 529772 w 1099457"/>
                <a:gd name="connsiteY47" fmla="*/ 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99457" h="1066800">
                  <a:moveTo>
                    <a:pt x="529772" y="0"/>
                  </a:moveTo>
                  <a:lnTo>
                    <a:pt x="322943" y="94343"/>
                  </a:lnTo>
                  <a:lnTo>
                    <a:pt x="214086" y="181428"/>
                  </a:lnTo>
                  <a:lnTo>
                    <a:pt x="123372" y="348343"/>
                  </a:lnTo>
                  <a:lnTo>
                    <a:pt x="0" y="460828"/>
                  </a:lnTo>
                  <a:lnTo>
                    <a:pt x="83457" y="482600"/>
                  </a:lnTo>
                  <a:lnTo>
                    <a:pt x="119743" y="533400"/>
                  </a:lnTo>
                  <a:lnTo>
                    <a:pt x="166914" y="526143"/>
                  </a:lnTo>
                  <a:lnTo>
                    <a:pt x="221343" y="616857"/>
                  </a:lnTo>
                  <a:lnTo>
                    <a:pt x="254000" y="584200"/>
                  </a:lnTo>
                  <a:lnTo>
                    <a:pt x="283029" y="587828"/>
                  </a:lnTo>
                  <a:lnTo>
                    <a:pt x="478972" y="769257"/>
                  </a:lnTo>
                  <a:lnTo>
                    <a:pt x="522514" y="776514"/>
                  </a:lnTo>
                  <a:lnTo>
                    <a:pt x="613229" y="903514"/>
                  </a:lnTo>
                  <a:lnTo>
                    <a:pt x="667657" y="881743"/>
                  </a:lnTo>
                  <a:lnTo>
                    <a:pt x="711200" y="812800"/>
                  </a:lnTo>
                  <a:lnTo>
                    <a:pt x="685800" y="932543"/>
                  </a:lnTo>
                  <a:lnTo>
                    <a:pt x="660400" y="925286"/>
                  </a:lnTo>
                  <a:lnTo>
                    <a:pt x="595086" y="961571"/>
                  </a:lnTo>
                  <a:lnTo>
                    <a:pt x="595086" y="1066800"/>
                  </a:lnTo>
                  <a:lnTo>
                    <a:pt x="627743" y="1023257"/>
                  </a:lnTo>
                  <a:lnTo>
                    <a:pt x="645886" y="979714"/>
                  </a:lnTo>
                  <a:lnTo>
                    <a:pt x="678543" y="943428"/>
                  </a:lnTo>
                  <a:lnTo>
                    <a:pt x="689429" y="979714"/>
                  </a:lnTo>
                  <a:lnTo>
                    <a:pt x="758372" y="812800"/>
                  </a:lnTo>
                  <a:lnTo>
                    <a:pt x="754743" y="762000"/>
                  </a:lnTo>
                  <a:lnTo>
                    <a:pt x="791029" y="696686"/>
                  </a:lnTo>
                  <a:lnTo>
                    <a:pt x="830943" y="689428"/>
                  </a:lnTo>
                  <a:lnTo>
                    <a:pt x="852714" y="631371"/>
                  </a:lnTo>
                  <a:lnTo>
                    <a:pt x="892629" y="584200"/>
                  </a:lnTo>
                  <a:lnTo>
                    <a:pt x="867229" y="540657"/>
                  </a:lnTo>
                  <a:lnTo>
                    <a:pt x="914400" y="562428"/>
                  </a:lnTo>
                  <a:lnTo>
                    <a:pt x="983343" y="540657"/>
                  </a:lnTo>
                  <a:lnTo>
                    <a:pt x="961572" y="587828"/>
                  </a:lnTo>
                  <a:lnTo>
                    <a:pt x="914400" y="664028"/>
                  </a:lnTo>
                  <a:lnTo>
                    <a:pt x="910772" y="696686"/>
                  </a:lnTo>
                  <a:lnTo>
                    <a:pt x="856343" y="714828"/>
                  </a:lnTo>
                  <a:lnTo>
                    <a:pt x="783772" y="776514"/>
                  </a:lnTo>
                  <a:lnTo>
                    <a:pt x="783772" y="816428"/>
                  </a:lnTo>
                  <a:lnTo>
                    <a:pt x="976086" y="645886"/>
                  </a:lnTo>
                  <a:lnTo>
                    <a:pt x="1081314" y="359228"/>
                  </a:lnTo>
                  <a:lnTo>
                    <a:pt x="1041400" y="330200"/>
                  </a:lnTo>
                  <a:lnTo>
                    <a:pt x="1099457" y="232228"/>
                  </a:lnTo>
                  <a:lnTo>
                    <a:pt x="1088572" y="199571"/>
                  </a:lnTo>
                  <a:lnTo>
                    <a:pt x="994229" y="221343"/>
                  </a:lnTo>
                  <a:lnTo>
                    <a:pt x="921657" y="79828"/>
                  </a:lnTo>
                  <a:lnTo>
                    <a:pt x="700314" y="3628"/>
                  </a:lnTo>
                  <a:lnTo>
                    <a:pt x="529772" y="0"/>
                  </a:lnTo>
                  <a:close/>
                </a:path>
              </a:pathLst>
            </a:custGeom>
            <a:solidFill>
              <a:schemeClr val="tx2">
                <a:alpha val="69804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 dirty="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31" name="Freeform 85">
              <a:extLst>
                <a:ext uri="{FF2B5EF4-FFF2-40B4-BE49-F238E27FC236}">
                  <a16:creationId xmlns:a16="http://schemas.microsoft.com/office/drawing/2014/main" id="{318B2228-92A7-044E-EA75-2ED9BB0D3AA0}"/>
                </a:ext>
              </a:extLst>
            </p:cNvPr>
            <p:cNvSpPr/>
            <p:nvPr/>
          </p:nvSpPr>
          <p:spPr>
            <a:xfrm>
              <a:off x="5237171" y="4143366"/>
              <a:ext cx="1230313" cy="776287"/>
            </a:xfrm>
            <a:custGeom>
              <a:avLst/>
              <a:gdLst>
                <a:gd name="connsiteX0" fmla="*/ 732972 w 1230086"/>
                <a:gd name="connsiteY0" fmla="*/ 776514 h 776514"/>
                <a:gd name="connsiteX1" fmla="*/ 914400 w 1230086"/>
                <a:gd name="connsiteY1" fmla="*/ 609600 h 776514"/>
                <a:gd name="connsiteX2" fmla="*/ 979715 w 1230086"/>
                <a:gd name="connsiteY2" fmla="*/ 595085 h 776514"/>
                <a:gd name="connsiteX3" fmla="*/ 979715 w 1230086"/>
                <a:gd name="connsiteY3" fmla="*/ 595085 h 776514"/>
                <a:gd name="connsiteX4" fmla="*/ 1063172 w 1230086"/>
                <a:gd name="connsiteY4" fmla="*/ 569685 h 776514"/>
                <a:gd name="connsiteX5" fmla="*/ 1124858 w 1230086"/>
                <a:gd name="connsiteY5" fmla="*/ 569685 h 776514"/>
                <a:gd name="connsiteX6" fmla="*/ 1197429 w 1230086"/>
                <a:gd name="connsiteY6" fmla="*/ 497114 h 776514"/>
                <a:gd name="connsiteX7" fmla="*/ 1168400 w 1230086"/>
                <a:gd name="connsiteY7" fmla="*/ 464457 h 776514"/>
                <a:gd name="connsiteX8" fmla="*/ 1230086 w 1230086"/>
                <a:gd name="connsiteY8" fmla="*/ 377371 h 776514"/>
                <a:gd name="connsiteX9" fmla="*/ 1215572 w 1230086"/>
                <a:gd name="connsiteY9" fmla="*/ 330200 h 776514"/>
                <a:gd name="connsiteX10" fmla="*/ 1037772 w 1230086"/>
                <a:gd name="connsiteY10" fmla="*/ 344714 h 776514"/>
                <a:gd name="connsiteX11" fmla="*/ 1052286 w 1230086"/>
                <a:gd name="connsiteY11" fmla="*/ 381000 h 776514"/>
                <a:gd name="connsiteX12" fmla="*/ 925286 w 1230086"/>
                <a:gd name="connsiteY12" fmla="*/ 406400 h 776514"/>
                <a:gd name="connsiteX13" fmla="*/ 928915 w 1230086"/>
                <a:gd name="connsiteY13" fmla="*/ 326571 h 776514"/>
                <a:gd name="connsiteX14" fmla="*/ 936172 w 1230086"/>
                <a:gd name="connsiteY14" fmla="*/ 261257 h 776514"/>
                <a:gd name="connsiteX15" fmla="*/ 928915 w 1230086"/>
                <a:gd name="connsiteY15" fmla="*/ 192314 h 776514"/>
                <a:gd name="connsiteX16" fmla="*/ 845458 w 1230086"/>
                <a:gd name="connsiteY16" fmla="*/ 148771 h 776514"/>
                <a:gd name="connsiteX17" fmla="*/ 841829 w 1230086"/>
                <a:gd name="connsiteY17" fmla="*/ 112485 h 776514"/>
                <a:gd name="connsiteX18" fmla="*/ 805543 w 1230086"/>
                <a:gd name="connsiteY18" fmla="*/ 32657 h 776514"/>
                <a:gd name="connsiteX19" fmla="*/ 635000 w 1230086"/>
                <a:gd name="connsiteY19" fmla="*/ 61685 h 776514"/>
                <a:gd name="connsiteX20" fmla="*/ 515258 w 1230086"/>
                <a:gd name="connsiteY20" fmla="*/ 50800 h 776514"/>
                <a:gd name="connsiteX21" fmla="*/ 457200 w 1230086"/>
                <a:gd name="connsiteY21" fmla="*/ 0 h 776514"/>
                <a:gd name="connsiteX22" fmla="*/ 315686 w 1230086"/>
                <a:gd name="connsiteY22" fmla="*/ 3628 h 776514"/>
                <a:gd name="connsiteX23" fmla="*/ 152400 w 1230086"/>
                <a:gd name="connsiteY23" fmla="*/ 257628 h 776514"/>
                <a:gd name="connsiteX24" fmla="*/ 0 w 1230086"/>
                <a:gd name="connsiteY24" fmla="*/ 406400 h 776514"/>
                <a:gd name="connsiteX25" fmla="*/ 174172 w 1230086"/>
                <a:gd name="connsiteY25" fmla="*/ 402771 h 776514"/>
                <a:gd name="connsiteX26" fmla="*/ 185058 w 1230086"/>
                <a:gd name="connsiteY26" fmla="*/ 424542 h 776514"/>
                <a:gd name="connsiteX27" fmla="*/ 268515 w 1230086"/>
                <a:gd name="connsiteY27" fmla="*/ 424542 h 776514"/>
                <a:gd name="connsiteX28" fmla="*/ 351972 w 1230086"/>
                <a:gd name="connsiteY28" fmla="*/ 468085 h 776514"/>
                <a:gd name="connsiteX29" fmla="*/ 453572 w 1230086"/>
                <a:gd name="connsiteY29" fmla="*/ 453571 h 776514"/>
                <a:gd name="connsiteX30" fmla="*/ 486229 w 1230086"/>
                <a:gd name="connsiteY30" fmla="*/ 489857 h 776514"/>
                <a:gd name="connsiteX31" fmla="*/ 486229 w 1230086"/>
                <a:gd name="connsiteY31" fmla="*/ 587828 h 776514"/>
                <a:gd name="connsiteX32" fmla="*/ 522515 w 1230086"/>
                <a:gd name="connsiteY32" fmla="*/ 656771 h 776514"/>
                <a:gd name="connsiteX33" fmla="*/ 602343 w 1230086"/>
                <a:gd name="connsiteY33" fmla="*/ 664028 h 776514"/>
                <a:gd name="connsiteX34" fmla="*/ 638629 w 1230086"/>
                <a:gd name="connsiteY34" fmla="*/ 736600 h 776514"/>
                <a:gd name="connsiteX35" fmla="*/ 732972 w 1230086"/>
                <a:gd name="connsiteY35" fmla="*/ 776514 h 776514"/>
                <a:gd name="connsiteX0" fmla="*/ 732972 w 1230086"/>
                <a:gd name="connsiteY0" fmla="*/ 776514 h 776514"/>
                <a:gd name="connsiteX1" fmla="*/ 914400 w 1230086"/>
                <a:gd name="connsiteY1" fmla="*/ 609600 h 776514"/>
                <a:gd name="connsiteX2" fmla="*/ 979715 w 1230086"/>
                <a:gd name="connsiteY2" fmla="*/ 595085 h 776514"/>
                <a:gd name="connsiteX3" fmla="*/ 979715 w 1230086"/>
                <a:gd name="connsiteY3" fmla="*/ 595085 h 776514"/>
                <a:gd name="connsiteX4" fmla="*/ 1063172 w 1230086"/>
                <a:gd name="connsiteY4" fmla="*/ 569685 h 776514"/>
                <a:gd name="connsiteX5" fmla="*/ 1124858 w 1230086"/>
                <a:gd name="connsiteY5" fmla="*/ 569685 h 776514"/>
                <a:gd name="connsiteX6" fmla="*/ 1197429 w 1230086"/>
                <a:gd name="connsiteY6" fmla="*/ 497114 h 776514"/>
                <a:gd name="connsiteX7" fmla="*/ 1168400 w 1230086"/>
                <a:gd name="connsiteY7" fmla="*/ 464457 h 776514"/>
                <a:gd name="connsiteX8" fmla="*/ 1230086 w 1230086"/>
                <a:gd name="connsiteY8" fmla="*/ 377371 h 776514"/>
                <a:gd name="connsiteX9" fmla="*/ 1215572 w 1230086"/>
                <a:gd name="connsiteY9" fmla="*/ 330200 h 776514"/>
                <a:gd name="connsiteX10" fmla="*/ 1056822 w 1230086"/>
                <a:gd name="connsiteY10" fmla="*/ 329474 h 776514"/>
                <a:gd name="connsiteX11" fmla="*/ 1052286 w 1230086"/>
                <a:gd name="connsiteY11" fmla="*/ 381000 h 776514"/>
                <a:gd name="connsiteX12" fmla="*/ 925286 w 1230086"/>
                <a:gd name="connsiteY12" fmla="*/ 406400 h 776514"/>
                <a:gd name="connsiteX13" fmla="*/ 928915 w 1230086"/>
                <a:gd name="connsiteY13" fmla="*/ 326571 h 776514"/>
                <a:gd name="connsiteX14" fmla="*/ 936172 w 1230086"/>
                <a:gd name="connsiteY14" fmla="*/ 261257 h 776514"/>
                <a:gd name="connsiteX15" fmla="*/ 928915 w 1230086"/>
                <a:gd name="connsiteY15" fmla="*/ 192314 h 776514"/>
                <a:gd name="connsiteX16" fmla="*/ 845458 w 1230086"/>
                <a:gd name="connsiteY16" fmla="*/ 148771 h 776514"/>
                <a:gd name="connsiteX17" fmla="*/ 841829 w 1230086"/>
                <a:gd name="connsiteY17" fmla="*/ 112485 h 776514"/>
                <a:gd name="connsiteX18" fmla="*/ 805543 w 1230086"/>
                <a:gd name="connsiteY18" fmla="*/ 32657 h 776514"/>
                <a:gd name="connsiteX19" fmla="*/ 635000 w 1230086"/>
                <a:gd name="connsiteY19" fmla="*/ 61685 h 776514"/>
                <a:gd name="connsiteX20" fmla="*/ 515258 w 1230086"/>
                <a:gd name="connsiteY20" fmla="*/ 50800 h 776514"/>
                <a:gd name="connsiteX21" fmla="*/ 457200 w 1230086"/>
                <a:gd name="connsiteY21" fmla="*/ 0 h 776514"/>
                <a:gd name="connsiteX22" fmla="*/ 315686 w 1230086"/>
                <a:gd name="connsiteY22" fmla="*/ 3628 h 776514"/>
                <a:gd name="connsiteX23" fmla="*/ 152400 w 1230086"/>
                <a:gd name="connsiteY23" fmla="*/ 257628 h 776514"/>
                <a:gd name="connsiteX24" fmla="*/ 0 w 1230086"/>
                <a:gd name="connsiteY24" fmla="*/ 406400 h 776514"/>
                <a:gd name="connsiteX25" fmla="*/ 174172 w 1230086"/>
                <a:gd name="connsiteY25" fmla="*/ 402771 h 776514"/>
                <a:gd name="connsiteX26" fmla="*/ 185058 w 1230086"/>
                <a:gd name="connsiteY26" fmla="*/ 424542 h 776514"/>
                <a:gd name="connsiteX27" fmla="*/ 268515 w 1230086"/>
                <a:gd name="connsiteY27" fmla="*/ 424542 h 776514"/>
                <a:gd name="connsiteX28" fmla="*/ 351972 w 1230086"/>
                <a:gd name="connsiteY28" fmla="*/ 468085 h 776514"/>
                <a:gd name="connsiteX29" fmla="*/ 453572 w 1230086"/>
                <a:gd name="connsiteY29" fmla="*/ 453571 h 776514"/>
                <a:gd name="connsiteX30" fmla="*/ 486229 w 1230086"/>
                <a:gd name="connsiteY30" fmla="*/ 489857 h 776514"/>
                <a:gd name="connsiteX31" fmla="*/ 486229 w 1230086"/>
                <a:gd name="connsiteY31" fmla="*/ 587828 h 776514"/>
                <a:gd name="connsiteX32" fmla="*/ 522515 w 1230086"/>
                <a:gd name="connsiteY32" fmla="*/ 656771 h 776514"/>
                <a:gd name="connsiteX33" fmla="*/ 602343 w 1230086"/>
                <a:gd name="connsiteY33" fmla="*/ 664028 h 776514"/>
                <a:gd name="connsiteX34" fmla="*/ 638629 w 1230086"/>
                <a:gd name="connsiteY34" fmla="*/ 736600 h 776514"/>
                <a:gd name="connsiteX35" fmla="*/ 732972 w 1230086"/>
                <a:gd name="connsiteY35" fmla="*/ 776514 h 776514"/>
                <a:gd name="connsiteX0" fmla="*/ 732972 w 1230086"/>
                <a:gd name="connsiteY0" fmla="*/ 776514 h 776514"/>
                <a:gd name="connsiteX1" fmla="*/ 914400 w 1230086"/>
                <a:gd name="connsiteY1" fmla="*/ 609600 h 776514"/>
                <a:gd name="connsiteX2" fmla="*/ 979715 w 1230086"/>
                <a:gd name="connsiteY2" fmla="*/ 595085 h 776514"/>
                <a:gd name="connsiteX3" fmla="*/ 979715 w 1230086"/>
                <a:gd name="connsiteY3" fmla="*/ 595085 h 776514"/>
                <a:gd name="connsiteX4" fmla="*/ 1063172 w 1230086"/>
                <a:gd name="connsiteY4" fmla="*/ 569685 h 776514"/>
                <a:gd name="connsiteX5" fmla="*/ 1124858 w 1230086"/>
                <a:gd name="connsiteY5" fmla="*/ 569685 h 776514"/>
                <a:gd name="connsiteX6" fmla="*/ 1197429 w 1230086"/>
                <a:gd name="connsiteY6" fmla="*/ 497114 h 776514"/>
                <a:gd name="connsiteX7" fmla="*/ 1191260 w 1230086"/>
                <a:gd name="connsiteY7" fmla="*/ 464457 h 776514"/>
                <a:gd name="connsiteX8" fmla="*/ 1230086 w 1230086"/>
                <a:gd name="connsiteY8" fmla="*/ 377371 h 776514"/>
                <a:gd name="connsiteX9" fmla="*/ 1215572 w 1230086"/>
                <a:gd name="connsiteY9" fmla="*/ 330200 h 776514"/>
                <a:gd name="connsiteX10" fmla="*/ 1056822 w 1230086"/>
                <a:gd name="connsiteY10" fmla="*/ 329474 h 776514"/>
                <a:gd name="connsiteX11" fmla="*/ 1052286 w 1230086"/>
                <a:gd name="connsiteY11" fmla="*/ 381000 h 776514"/>
                <a:gd name="connsiteX12" fmla="*/ 925286 w 1230086"/>
                <a:gd name="connsiteY12" fmla="*/ 406400 h 776514"/>
                <a:gd name="connsiteX13" fmla="*/ 928915 w 1230086"/>
                <a:gd name="connsiteY13" fmla="*/ 326571 h 776514"/>
                <a:gd name="connsiteX14" fmla="*/ 936172 w 1230086"/>
                <a:gd name="connsiteY14" fmla="*/ 261257 h 776514"/>
                <a:gd name="connsiteX15" fmla="*/ 928915 w 1230086"/>
                <a:gd name="connsiteY15" fmla="*/ 192314 h 776514"/>
                <a:gd name="connsiteX16" fmla="*/ 845458 w 1230086"/>
                <a:gd name="connsiteY16" fmla="*/ 148771 h 776514"/>
                <a:gd name="connsiteX17" fmla="*/ 841829 w 1230086"/>
                <a:gd name="connsiteY17" fmla="*/ 112485 h 776514"/>
                <a:gd name="connsiteX18" fmla="*/ 805543 w 1230086"/>
                <a:gd name="connsiteY18" fmla="*/ 32657 h 776514"/>
                <a:gd name="connsiteX19" fmla="*/ 635000 w 1230086"/>
                <a:gd name="connsiteY19" fmla="*/ 61685 h 776514"/>
                <a:gd name="connsiteX20" fmla="*/ 515258 w 1230086"/>
                <a:gd name="connsiteY20" fmla="*/ 50800 h 776514"/>
                <a:gd name="connsiteX21" fmla="*/ 457200 w 1230086"/>
                <a:gd name="connsiteY21" fmla="*/ 0 h 776514"/>
                <a:gd name="connsiteX22" fmla="*/ 315686 w 1230086"/>
                <a:gd name="connsiteY22" fmla="*/ 3628 h 776514"/>
                <a:gd name="connsiteX23" fmla="*/ 152400 w 1230086"/>
                <a:gd name="connsiteY23" fmla="*/ 257628 h 776514"/>
                <a:gd name="connsiteX24" fmla="*/ 0 w 1230086"/>
                <a:gd name="connsiteY24" fmla="*/ 406400 h 776514"/>
                <a:gd name="connsiteX25" fmla="*/ 174172 w 1230086"/>
                <a:gd name="connsiteY25" fmla="*/ 402771 h 776514"/>
                <a:gd name="connsiteX26" fmla="*/ 185058 w 1230086"/>
                <a:gd name="connsiteY26" fmla="*/ 424542 h 776514"/>
                <a:gd name="connsiteX27" fmla="*/ 268515 w 1230086"/>
                <a:gd name="connsiteY27" fmla="*/ 424542 h 776514"/>
                <a:gd name="connsiteX28" fmla="*/ 351972 w 1230086"/>
                <a:gd name="connsiteY28" fmla="*/ 468085 h 776514"/>
                <a:gd name="connsiteX29" fmla="*/ 453572 w 1230086"/>
                <a:gd name="connsiteY29" fmla="*/ 453571 h 776514"/>
                <a:gd name="connsiteX30" fmla="*/ 486229 w 1230086"/>
                <a:gd name="connsiteY30" fmla="*/ 489857 h 776514"/>
                <a:gd name="connsiteX31" fmla="*/ 486229 w 1230086"/>
                <a:gd name="connsiteY31" fmla="*/ 587828 h 776514"/>
                <a:gd name="connsiteX32" fmla="*/ 522515 w 1230086"/>
                <a:gd name="connsiteY32" fmla="*/ 656771 h 776514"/>
                <a:gd name="connsiteX33" fmla="*/ 602343 w 1230086"/>
                <a:gd name="connsiteY33" fmla="*/ 664028 h 776514"/>
                <a:gd name="connsiteX34" fmla="*/ 638629 w 1230086"/>
                <a:gd name="connsiteY34" fmla="*/ 736600 h 776514"/>
                <a:gd name="connsiteX35" fmla="*/ 732972 w 1230086"/>
                <a:gd name="connsiteY35" fmla="*/ 776514 h 776514"/>
                <a:gd name="connsiteX0" fmla="*/ 732972 w 1230086"/>
                <a:gd name="connsiteY0" fmla="*/ 776514 h 776514"/>
                <a:gd name="connsiteX1" fmla="*/ 914400 w 1230086"/>
                <a:gd name="connsiteY1" fmla="*/ 609600 h 776514"/>
                <a:gd name="connsiteX2" fmla="*/ 979715 w 1230086"/>
                <a:gd name="connsiteY2" fmla="*/ 595085 h 776514"/>
                <a:gd name="connsiteX3" fmla="*/ 979715 w 1230086"/>
                <a:gd name="connsiteY3" fmla="*/ 595085 h 776514"/>
                <a:gd name="connsiteX4" fmla="*/ 1063172 w 1230086"/>
                <a:gd name="connsiteY4" fmla="*/ 569685 h 776514"/>
                <a:gd name="connsiteX5" fmla="*/ 1124858 w 1230086"/>
                <a:gd name="connsiteY5" fmla="*/ 569685 h 776514"/>
                <a:gd name="connsiteX6" fmla="*/ 1197429 w 1230086"/>
                <a:gd name="connsiteY6" fmla="*/ 497114 h 776514"/>
                <a:gd name="connsiteX7" fmla="*/ 1191260 w 1230086"/>
                <a:gd name="connsiteY7" fmla="*/ 464457 h 776514"/>
                <a:gd name="connsiteX8" fmla="*/ 1230086 w 1230086"/>
                <a:gd name="connsiteY8" fmla="*/ 377371 h 776514"/>
                <a:gd name="connsiteX9" fmla="*/ 1215572 w 1230086"/>
                <a:gd name="connsiteY9" fmla="*/ 330200 h 776514"/>
                <a:gd name="connsiteX10" fmla="*/ 1056822 w 1230086"/>
                <a:gd name="connsiteY10" fmla="*/ 329474 h 776514"/>
                <a:gd name="connsiteX11" fmla="*/ 1052286 w 1230086"/>
                <a:gd name="connsiteY11" fmla="*/ 381000 h 776514"/>
                <a:gd name="connsiteX12" fmla="*/ 925286 w 1230086"/>
                <a:gd name="connsiteY12" fmla="*/ 406400 h 776514"/>
                <a:gd name="connsiteX13" fmla="*/ 928915 w 1230086"/>
                <a:gd name="connsiteY13" fmla="*/ 326571 h 776514"/>
                <a:gd name="connsiteX14" fmla="*/ 936172 w 1230086"/>
                <a:gd name="connsiteY14" fmla="*/ 261257 h 776514"/>
                <a:gd name="connsiteX15" fmla="*/ 928915 w 1230086"/>
                <a:gd name="connsiteY15" fmla="*/ 192314 h 776514"/>
                <a:gd name="connsiteX16" fmla="*/ 845458 w 1230086"/>
                <a:gd name="connsiteY16" fmla="*/ 148771 h 776514"/>
                <a:gd name="connsiteX17" fmla="*/ 841829 w 1230086"/>
                <a:gd name="connsiteY17" fmla="*/ 112485 h 776514"/>
                <a:gd name="connsiteX18" fmla="*/ 805543 w 1230086"/>
                <a:gd name="connsiteY18" fmla="*/ 32657 h 776514"/>
                <a:gd name="connsiteX19" fmla="*/ 635000 w 1230086"/>
                <a:gd name="connsiteY19" fmla="*/ 61685 h 776514"/>
                <a:gd name="connsiteX20" fmla="*/ 515258 w 1230086"/>
                <a:gd name="connsiteY20" fmla="*/ 50800 h 776514"/>
                <a:gd name="connsiteX21" fmla="*/ 457200 w 1230086"/>
                <a:gd name="connsiteY21" fmla="*/ 0 h 776514"/>
                <a:gd name="connsiteX22" fmla="*/ 315686 w 1230086"/>
                <a:gd name="connsiteY22" fmla="*/ 3628 h 776514"/>
                <a:gd name="connsiteX23" fmla="*/ 152400 w 1230086"/>
                <a:gd name="connsiteY23" fmla="*/ 257628 h 776514"/>
                <a:gd name="connsiteX24" fmla="*/ 0 w 1230086"/>
                <a:gd name="connsiteY24" fmla="*/ 406400 h 776514"/>
                <a:gd name="connsiteX25" fmla="*/ 174172 w 1230086"/>
                <a:gd name="connsiteY25" fmla="*/ 402771 h 776514"/>
                <a:gd name="connsiteX26" fmla="*/ 185058 w 1230086"/>
                <a:gd name="connsiteY26" fmla="*/ 424542 h 776514"/>
                <a:gd name="connsiteX27" fmla="*/ 268515 w 1230086"/>
                <a:gd name="connsiteY27" fmla="*/ 424542 h 776514"/>
                <a:gd name="connsiteX28" fmla="*/ 351972 w 1230086"/>
                <a:gd name="connsiteY28" fmla="*/ 468085 h 776514"/>
                <a:gd name="connsiteX29" fmla="*/ 453572 w 1230086"/>
                <a:gd name="connsiteY29" fmla="*/ 453571 h 776514"/>
                <a:gd name="connsiteX30" fmla="*/ 486229 w 1230086"/>
                <a:gd name="connsiteY30" fmla="*/ 489857 h 776514"/>
                <a:gd name="connsiteX31" fmla="*/ 486229 w 1230086"/>
                <a:gd name="connsiteY31" fmla="*/ 587828 h 776514"/>
                <a:gd name="connsiteX32" fmla="*/ 522515 w 1230086"/>
                <a:gd name="connsiteY32" fmla="*/ 656771 h 776514"/>
                <a:gd name="connsiteX33" fmla="*/ 602343 w 1230086"/>
                <a:gd name="connsiteY33" fmla="*/ 664028 h 776514"/>
                <a:gd name="connsiteX34" fmla="*/ 638629 w 1230086"/>
                <a:gd name="connsiteY34" fmla="*/ 736600 h 776514"/>
                <a:gd name="connsiteX35" fmla="*/ 732972 w 1230086"/>
                <a:gd name="connsiteY35" fmla="*/ 776514 h 776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30086" h="776514">
                  <a:moveTo>
                    <a:pt x="732972" y="776514"/>
                  </a:moveTo>
                  <a:lnTo>
                    <a:pt x="914400" y="609600"/>
                  </a:lnTo>
                  <a:lnTo>
                    <a:pt x="979715" y="595085"/>
                  </a:lnTo>
                  <a:lnTo>
                    <a:pt x="979715" y="595085"/>
                  </a:lnTo>
                  <a:lnTo>
                    <a:pt x="1063172" y="569685"/>
                  </a:lnTo>
                  <a:lnTo>
                    <a:pt x="1124858" y="569685"/>
                  </a:lnTo>
                  <a:lnTo>
                    <a:pt x="1197429" y="497114"/>
                  </a:lnTo>
                  <a:cubicBezTo>
                    <a:pt x="1195373" y="486228"/>
                    <a:pt x="1204746" y="475343"/>
                    <a:pt x="1191260" y="464457"/>
                  </a:cubicBezTo>
                  <a:lnTo>
                    <a:pt x="1230086" y="377371"/>
                  </a:lnTo>
                  <a:lnTo>
                    <a:pt x="1215572" y="330200"/>
                  </a:lnTo>
                  <a:lnTo>
                    <a:pt x="1056822" y="329474"/>
                  </a:lnTo>
                  <a:lnTo>
                    <a:pt x="1052286" y="381000"/>
                  </a:lnTo>
                  <a:lnTo>
                    <a:pt x="925286" y="406400"/>
                  </a:lnTo>
                  <a:lnTo>
                    <a:pt x="928915" y="326571"/>
                  </a:lnTo>
                  <a:lnTo>
                    <a:pt x="936172" y="261257"/>
                  </a:lnTo>
                  <a:lnTo>
                    <a:pt x="928915" y="192314"/>
                  </a:lnTo>
                  <a:lnTo>
                    <a:pt x="845458" y="148771"/>
                  </a:lnTo>
                  <a:lnTo>
                    <a:pt x="841829" y="112485"/>
                  </a:lnTo>
                  <a:lnTo>
                    <a:pt x="805543" y="32657"/>
                  </a:lnTo>
                  <a:lnTo>
                    <a:pt x="635000" y="61685"/>
                  </a:lnTo>
                  <a:lnTo>
                    <a:pt x="515258" y="50800"/>
                  </a:lnTo>
                  <a:lnTo>
                    <a:pt x="457200" y="0"/>
                  </a:lnTo>
                  <a:lnTo>
                    <a:pt x="315686" y="3628"/>
                  </a:lnTo>
                  <a:lnTo>
                    <a:pt x="152400" y="257628"/>
                  </a:lnTo>
                  <a:lnTo>
                    <a:pt x="0" y="406400"/>
                  </a:lnTo>
                  <a:lnTo>
                    <a:pt x="174172" y="402771"/>
                  </a:lnTo>
                  <a:lnTo>
                    <a:pt x="185058" y="424542"/>
                  </a:lnTo>
                  <a:lnTo>
                    <a:pt x="268515" y="424542"/>
                  </a:lnTo>
                  <a:lnTo>
                    <a:pt x="351972" y="468085"/>
                  </a:lnTo>
                  <a:lnTo>
                    <a:pt x="453572" y="453571"/>
                  </a:lnTo>
                  <a:lnTo>
                    <a:pt x="486229" y="489857"/>
                  </a:lnTo>
                  <a:lnTo>
                    <a:pt x="486229" y="587828"/>
                  </a:lnTo>
                  <a:lnTo>
                    <a:pt x="522515" y="656771"/>
                  </a:lnTo>
                  <a:lnTo>
                    <a:pt x="602343" y="664028"/>
                  </a:lnTo>
                  <a:lnTo>
                    <a:pt x="638629" y="736600"/>
                  </a:lnTo>
                  <a:lnTo>
                    <a:pt x="732972" y="776514"/>
                  </a:lnTo>
                  <a:close/>
                </a:path>
              </a:pathLst>
            </a:custGeom>
            <a:solidFill>
              <a:schemeClr val="tx2">
                <a:alpha val="69804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64" name="Freeform 86">
              <a:extLst>
                <a:ext uri="{FF2B5EF4-FFF2-40B4-BE49-F238E27FC236}">
                  <a16:creationId xmlns:a16="http://schemas.microsoft.com/office/drawing/2014/main" id="{EA63E193-5C54-177D-3504-D708D20B8F59}"/>
                </a:ext>
              </a:extLst>
            </p:cNvPr>
            <p:cNvSpPr/>
            <p:nvPr/>
          </p:nvSpPr>
          <p:spPr>
            <a:xfrm>
              <a:off x="6423034" y="4264017"/>
              <a:ext cx="569913" cy="384175"/>
            </a:xfrm>
            <a:custGeom>
              <a:avLst/>
              <a:gdLst>
                <a:gd name="connsiteX0" fmla="*/ 0 w 569686"/>
                <a:gd name="connsiteY0" fmla="*/ 384629 h 384629"/>
                <a:gd name="connsiteX1" fmla="*/ 90715 w 569686"/>
                <a:gd name="connsiteY1" fmla="*/ 377372 h 384629"/>
                <a:gd name="connsiteX2" fmla="*/ 39915 w 569686"/>
                <a:gd name="connsiteY2" fmla="*/ 333829 h 384629"/>
                <a:gd name="connsiteX3" fmla="*/ 65315 w 569686"/>
                <a:gd name="connsiteY3" fmla="*/ 308429 h 384629"/>
                <a:gd name="connsiteX4" fmla="*/ 97972 w 569686"/>
                <a:gd name="connsiteY4" fmla="*/ 322943 h 384629"/>
                <a:gd name="connsiteX5" fmla="*/ 199572 w 569686"/>
                <a:gd name="connsiteY5" fmla="*/ 322943 h 384629"/>
                <a:gd name="connsiteX6" fmla="*/ 275772 w 569686"/>
                <a:gd name="connsiteY6" fmla="*/ 279400 h 384629"/>
                <a:gd name="connsiteX7" fmla="*/ 275772 w 569686"/>
                <a:gd name="connsiteY7" fmla="*/ 330200 h 384629"/>
                <a:gd name="connsiteX8" fmla="*/ 468086 w 569686"/>
                <a:gd name="connsiteY8" fmla="*/ 322943 h 384629"/>
                <a:gd name="connsiteX9" fmla="*/ 446315 w 569686"/>
                <a:gd name="connsiteY9" fmla="*/ 235858 h 384629"/>
                <a:gd name="connsiteX10" fmla="*/ 569686 w 569686"/>
                <a:gd name="connsiteY10" fmla="*/ 177800 h 384629"/>
                <a:gd name="connsiteX11" fmla="*/ 569686 w 569686"/>
                <a:gd name="connsiteY11" fmla="*/ 72572 h 384629"/>
                <a:gd name="connsiteX12" fmla="*/ 482600 w 569686"/>
                <a:gd name="connsiteY12" fmla="*/ 61686 h 384629"/>
                <a:gd name="connsiteX13" fmla="*/ 442686 w 569686"/>
                <a:gd name="connsiteY13" fmla="*/ 0 h 384629"/>
                <a:gd name="connsiteX14" fmla="*/ 373743 w 569686"/>
                <a:gd name="connsiteY14" fmla="*/ 25400 h 384629"/>
                <a:gd name="connsiteX15" fmla="*/ 410029 w 569686"/>
                <a:gd name="connsiteY15" fmla="*/ 65315 h 384629"/>
                <a:gd name="connsiteX16" fmla="*/ 370115 w 569686"/>
                <a:gd name="connsiteY16" fmla="*/ 79829 h 384629"/>
                <a:gd name="connsiteX17" fmla="*/ 370115 w 569686"/>
                <a:gd name="connsiteY17" fmla="*/ 137886 h 384629"/>
                <a:gd name="connsiteX18" fmla="*/ 330200 w 569686"/>
                <a:gd name="connsiteY18" fmla="*/ 166915 h 384629"/>
                <a:gd name="connsiteX19" fmla="*/ 290286 w 569686"/>
                <a:gd name="connsiteY19" fmla="*/ 141515 h 384629"/>
                <a:gd name="connsiteX20" fmla="*/ 224972 w 569686"/>
                <a:gd name="connsiteY20" fmla="*/ 170543 h 384629"/>
                <a:gd name="connsiteX21" fmla="*/ 25400 w 569686"/>
                <a:gd name="connsiteY21" fmla="*/ 221343 h 384629"/>
                <a:gd name="connsiteX22" fmla="*/ 32657 w 569686"/>
                <a:gd name="connsiteY22" fmla="*/ 264886 h 384629"/>
                <a:gd name="connsiteX23" fmla="*/ 0 w 569686"/>
                <a:gd name="connsiteY23" fmla="*/ 384629 h 384629"/>
                <a:gd name="connsiteX0" fmla="*/ 0 w 569686"/>
                <a:gd name="connsiteY0" fmla="*/ 384629 h 384629"/>
                <a:gd name="connsiteX1" fmla="*/ 90715 w 569686"/>
                <a:gd name="connsiteY1" fmla="*/ 377372 h 384629"/>
                <a:gd name="connsiteX2" fmla="*/ 39915 w 569686"/>
                <a:gd name="connsiteY2" fmla="*/ 333829 h 384629"/>
                <a:gd name="connsiteX3" fmla="*/ 65315 w 569686"/>
                <a:gd name="connsiteY3" fmla="*/ 308429 h 384629"/>
                <a:gd name="connsiteX4" fmla="*/ 97972 w 569686"/>
                <a:gd name="connsiteY4" fmla="*/ 322943 h 384629"/>
                <a:gd name="connsiteX5" fmla="*/ 199572 w 569686"/>
                <a:gd name="connsiteY5" fmla="*/ 322943 h 384629"/>
                <a:gd name="connsiteX6" fmla="*/ 275772 w 569686"/>
                <a:gd name="connsiteY6" fmla="*/ 279400 h 384629"/>
                <a:gd name="connsiteX7" fmla="*/ 275772 w 569686"/>
                <a:gd name="connsiteY7" fmla="*/ 330200 h 384629"/>
                <a:gd name="connsiteX8" fmla="*/ 468086 w 569686"/>
                <a:gd name="connsiteY8" fmla="*/ 322943 h 384629"/>
                <a:gd name="connsiteX9" fmla="*/ 446315 w 569686"/>
                <a:gd name="connsiteY9" fmla="*/ 235858 h 384629"/>
                <a:gd name="connsiteX10" fmla="*/ 569686 w 569686"/>
                <a:gd name="connsiteY10" fmla="*/ 177800 h 384629"/>
                <a:gd name="connsiteX11" fmla="*/ 569686 w 569686"/>
                <a:gd name="connsiteY11" fmla="*/ 57332 h 384629"/>
                <a:gd name="connsiteX12" fmla="*/ 482600 w 569686"/>
                <a:gd name="connsiteY12" fmla="*/ 61686 h 384629"/>
                <a:gd name="connsiteX13" fmla="*/ 442686 w 569686"/>
                <a:gd name="connsiteY13" fmla="*/ 0 h 384629"/>
                <a:gd name="connsiteX14" fmla="*/ 373743 w 569686"/>
                <a:gd name="connsiteY14" fmla="*/ 25400 h 384629"/>
                <a:gd name="connsiteX15" fmla="*/ 410029 w 569686"/>
                <a:gd name="connsiteY15" fmla="*/ 65315 h 384629"/>
                <a:gd name="connsiteX16" fmla="*/ 370115 w 569686"/>
                <a:gd name="connsiteY16" fmla="*/ 79829 h 384629"/>
                <a:gd name="connsiteX17" fmla="*/ 370115 w 569686"/>
                <a:gd name="connsiteY17" fmla="*/ 137886 h 384629"/>
                <a:gd name="connsiteX18" fmla="*/ 330200 w 569686"/>
                <a:gd name="connsiteY18" fmla="*/ 166915 h 384629"/>
                <a:gd name="connsiteX19" fmla="*/ 290286 w 569686"/>
                <a:gd name="connsiteY19" fmla="*/ 141515 h 384629"/>
                <a:gd name="connsiteX20" fmla="*/ 224972 w 569686"/>
                <a:gd name="connsiteY20" fmla="*/ 170543 h 384629"/>
                <a:gd name="connsiteX21" fmla="*/ 25400 w 569686"/>
                <a:gd name="connsiteY21" fmla="*/ 221343 h 384629"/>
                <a:gd name="connsiteX22" fmla="*/ 32657 w 569686"/>
                <a:gd name="connsiteY22" fmla="*/ 264886 h 384629"/>
                <a:gd name="connsiteX23" fmla="*/ 0 w 569686"/>
                <a:gd name="connsiteY23" fmla="*/ 384629 h 38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9686" h="384629">
                  <a:moveTo>
                    <a:pt x="0" y="384629"/>
                  </a:moveTo>
                  <a:lnTo>
                    <a:pt x="90715" y="377372"/>
                  </a:lnTo>
                  <a:lnTo>
                    <a:pt x="39915" y="333829"/>
                  </a:lnTo>
                  <a:lnTo>
                    <a:pt x="65315" y="308429"/>
                  </a:lnTo>
                  <a:lnTo>
                    <a:pt x="97972" y="322943"/>
                  </a:lnTo>
                  <a:lnTo>
                    <a:pt x="199572" y="322943"/>
                  </a:lnTo>
                  <a:lnTo>
                    <a:pt x="275772" y="279400"/>
                  </a:lnTo>
                  <a:lnTo>
                    <a:pt x="275772" y="330200"/>
                  </a:lnTo>
                  <a:lnTo>
                    <a:pt x="468086" y="322943"/>
                  </a:lnTo>
                  <a:lnTo>
                    <a:pt x="446315" y="235858"/>
                  </a:lnTo>
                  <a:lnTo>
                    <a:pt x="569686" y="177800"/>
                  </a:lnTo>
                  <a:lnTo>
                    <a:pt x="569686" y="57332"/>
                  </a:lnTo>
                  <a:lnTo>
                    <a:pt x="482600" y="61686"/>
                  </a:lnTo>
                  <a:lnTo>
                    <a:pt x="442686" y="0"/>
                  </a:lnTo>
                  <a:lnTo>
                    <a:pt x="373743" y="25400"/>
                  </a:lnTo>
                  <a:lnTo>
                    <a:pt x="410029" y="65315"/>
                  </a:lnTo>
                  <a:lnTo>
                    <a:pt x="370115" y="79829"/>
                  </a:lnTo>
                  <a:lnTo>
                    <a:pt x="370115" y="137886"/>
                  </a:lnTo>
                  <a:lnTo>
                    <a:pt x="330200" y="166915"/>
                  </a:lnTo>
                  <a:lnTo>
                    <a:pt x="290286" y="141515"/>
                  </a:lnTo>
                  <a:lnTo>
                    <a:pt x="224972" y="170543"/>
                  </a:lnTo>
                  <a:lnTo>
                    <a:pt x="25400" y="221343"/>
                  </a:lnTo>
                  <a:lnTo>
                    <a:pt x="32657" y="264886"/>
                  </a:lnTo>
                  <a:lnTo>
                    <a:pt x="0" y="384629"/>
                  </a:lnTo>
                  <a:close/>
                </a:path>
              </a:pathLst>
            </a:custGeom>
            <a:solidFill>
              <a:schemeClr val="tx2">
                <a:alpha val="69804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65" name="Freeform 87">
              <a:extLst>
                <a:ext uri="{FF2B5EF4-FFF2-40B4-BE49-F238E27FC236}">
                  <a16:creationId xmlns:a16="http://schemas.microsoft.com/office/drawing/2014/main" id="{4DAC4CB0-9BB6-11DF-610B-66F049804D4A}"/>
                </a:ext>
              </a:extLst>
            </p:cNvPr>
            <p:cNvSpPr/>
            <p:nvPr/>
          </p:nvSpPr>
          <p:spPr>
            <a:xfrm>
              <a:off x="6854835" y="3798881"/>
              <a:ext cx="333375" cy="522287"/>
            </a:xfrm>
            <a:custGeom>
              <a:avLst/>
              <a:gdLst>
                <a:gd name="connsiteX0" fmla="*/ 148772 w 333829"/>
                <a:gd name="connsiteY0" fmla="*/ 522515 h 522515"/>
                <a:gd name="connsiteX1" fmla="*/ 235857 w 333829"/>
                <a:gd name="connsiteY1" fmla="*/ 442686 h 522515"/>
                <a:gd name="connsiteX2" fmla="*/ 250372 w 333829"/>
                <a:gd name="connsiteY2" fmla="*/ 326572 h 522515"/>
                <a:gd name="connsiteX3" fmla="*/ 333829 w 333829"/>
                <a:gd name="connsiteY3" fmla="*/ 217715 h 522515"/>
                <a:gd name="connsiteX4" fmla="*/ 326572 w 333829"/>
                <a:gd name="connsiteY4" fmla="*/ 79829 h 522515"/>
                <a:gd name="connsiteX5" fmla="*/ 177800 w 333829"/>
                <a:gd name="connsiteY5" fmla="*/ 0 h 522515"/>
                <a:gd name="connsiteX6" fmla="*/ 188686 w 333829"/>
                <a:gd name="connsiteY6" fmla="*/ 65315 h 522515"/>
                <a:gd name="connsiteX7" fmla="*/ 123372 w 333829"/>
                <a:gd name="connsiteY7" fmla="*/ 61686 h 522515"/>
                <a:gd name="connsiteX8" fmla="*/ 119743 w 333829"/>
                <a:gd name="connsiteY8" fmla="*/ 134257 h 522515"/>
                <a:gd name="connsiteX9" fmla="*/ 79829 w 333829"/>
                <a:gd name="connsiteY9" fmla="*/ 152400 h 522515"/>
                <a:gd name="connsiteX10" fmla="*/ 145143 w 333829"/>
                <a:gd name="connsiteY10" fmla="*/ 221343 h 522515"/>
                <a:gd name="connsiteX11" fmla="*/ 134257 w 333829"/>
                <a:gd name="connsiteY11" fmla="*/ 279400 h 522515"/>
                <a:gd name="connsiteX12" fmla="*/ 101600 w 333829"/>
                <a:gd name="connsiteY12" fmla="*/ 279400 h 522515"/>
                <a:gd name="connsiteX13" fmla="*/ 72572 w 333829"/>
                <a:gd name="connsiteY13" fmla="*/ 370115 h 522515"/>
                <a:gd name="connsiteX14" fmla="*/ 3629 w 333829"/>
                <a:gd name="connsiteY14" fmla="*/ 370115 h 522515"/>
                <a:gd name="connsiteX15" fmla="*/ 0 w 333829"/>
                <a:gd name="connsiteY15" fmla="*/ 471715 h 522515"/>
                <a:gd name="connsiteX16" fmla="*/ 47172 w 333829"/>
                <a:gd name="connsiteY16" fmla="*/ 518886 h 522515"/>
                <a:gd name="connsiteX17" fmla="*/ 148772 w 333829"/>
                <a:gd name="connsiteY17" fmla="*/ 522515 h 52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829" h="522515">
                  <a:moveTo>
                    <a:pt x="148772" y="522515"/>
                  </a:moveTo>
                  <a:lnTo>
                    <a:pt x="235857" y="442686"/>
                  </a:lnTo>
                  <a:lnTo>
                    <a:pt x="250372" y="326572"/>
                  </a:lnTo>
                  <a:lnTo>
                    <a:pt x="333829" y="217715"/>
                  </a:lnTo>
                  <a:lnTo>
                    <a:pt x="326572" y="79829"/>
                  </a:lnTo>
                  <a:lnTo>
                    <a:pt x="177800" y="0"/>
                  </a:lnTo>
                  <a:lnTo>
                    <a:pt x="188686" y="65315"/>
                  </a:lnTo>
                  <a:lnTo>
                    <a:pt x="123372" y="61686"/>
                  </a:lnTo>
                  <a:lnTo>
                    <a:pt x="119743" y="134257"/>
                  </a:lnTo>
                  <a:lnTo>
                    <a:pt x="79829" y="152400"/>
                  </a:lnTo>
                  <a:lnTo>
                    <a:pt x="145143" y="221343"/>
                  </a:lnTo>
                  <a:lnTo>
                    <a:pt x="134257" y="279400"/>
                  </a:lnTo>
                  <a:lnTo>
                    <a:pt x="101600" y="279400"/>
                  </a:lnTo>
                  <a:lnTo>
                    <a:pt x="72572" y="370115"/>
                  </a:lnTo>
                  <a:lnTo>
                    <a:pt x="3629" y="370115"/>
                  </a:lnTo>
                  <a:lnTo>
                    <a:pt x="0" y="471715"/>
                  </a:lnTo>
                  <a:lnTo>
                    <a:pt x="47172" y="518886"/>
                  </a:lnTo>
                  <a:lnTo>
                    <a:pt x="148772" y="522515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66" name="Freeform 88">
              <a:extLst>
                <a:ext uri="{FF2B5EF4-FFF2-40B4-BE49-F238E27FC236}">
                  <a16:creationId xmlns:a16="http://schemas.microsoft.com/office/drawing/2014/main" id="{FCBBA77F-FA7D-229F-A9C8-92C8B04DB25E}"/>
                </a:ext>
              </a:extLst>
            </p:cNvPr>
            <p:cNvSpPr/>
            <p:nvPr/>
          </p:nvSpPr>
          <p:spPr>
            <a:xfrm>
              <a:off x="5562608" y="3268656"/>
              <a:ext cx="1568452" cy="1274760"/>
            </a:xfrm>
            <a:custGeom>
              <a:avLst/>
              <a:gdLst>
                <a:gd name="connsiteX0" fmla="*/ 1542143 w 1567543"/>
                <a:gd name="connsiteY0" fmla="*/ 551543 h 1273628"/>
                <a:gd name="connsiteX1" fmla="*/ 1527628 w 1567543"/>
                <a:gd name="connsiteY1" fmla="*/ 497114 h 1273628"/>
                <a:gd name="connsiteX2" fmla="*/ 1527628 w 1567543"/>
                <a:gd name="connsiteY2" fmla="*/ 497114 h 1273628"/>
                <a:gd name="connsiteX3" fmla="*/ 1498600 w 1567543"/>
                <a:gd name="connsiteY3" fmla="*/ 497114 h 1273628"/>
                <a:gd name="connsiteX4" fmla="*/ 1498600 w 1567543"/>
                <a:gd name="connsiteY4" fmla="*/ 428171 h 1273628"/>
                <a:gd name="connsiteX5" fmla="*/ 1527628 w 1567543"/>
                <a:gd name="connsiteY5" fmla="*/ 373743 h 1273628"/>
                <a:gd name="connsiteX6" fmla="*/ 1549400 w 1567543"/>
                <a:gd name="connsiteY6" fmla="*/ 330200 h 1273628"/>
                <a:gd name="connsiteX7" fmla="*/ 1567543 w 1567543"/>
                <a:gd name="connsiteY7" fmla="*/ 275771 h 1273628"/>
                <a:gd name="connsiteX8" fmla="*/ 1513114 w 1567543"/>
                <a:gd name="connsiteY8" fmla="*/ 206828 h 1273628"/>
                <a:gd name="connsiteX9" fmla="*/ 1418771 w 1567543"/>
                <a:gd name="connsiteY9" fmla="*/ 195943 h 1273628"/>
                <a:gd name="connsiteX10" fmla="*/ 1386114 w 1567543"/>
                <a:gd name="connsiteY10" fmla="*/ 217714 h 1273628"/>
                <a:gd name="connsiteX11" fmla="*/ 1357086 w 1567543"/>
                <a:gd name="connsiteY11" fmla="*/ 181428 h 1273628"/>
                <a:gd name="connsiteX12" fmla="*/ 1270000 w 1567543"/>
                <a:gd name="connsiteY12" fmla="*/ 116114 h 1273628"/>
                <a:gd name="connsiteX13" fmla="*/ 1219200 w 1567543"/>
                <a:gd name="connsiteY13" fmla="*/ 134257 h 1273628"/>
                <a:gd name="connsiteX14" fmla="*/ 1182914 w 1567543"/>
                <a:gd name="connsiteY14" fmla="*/ 87086 h 1273628"/>
                <a:gd name="connsiteX15" fmla="*/ 1146628 w 1567543"/>
                <a:gd name="connsiteY15" fmla="*/ 72571 h 1273628"/>
                <a:gd name="connsiteX16" fmla="*/ 1124857 w 1567543"/>
                <a:gd name="connsiteY16" fmla="*/ 29028 h 1273628"/>
                <a:gd name="connsiteX17" fmla="*/ 1070428 w 1567543"/>
                <a:gd name="connsiteY17" fmla="*/ 29028 h 1273628"/>
                <a:gd name="connsiteX18" fmla="*/ 1045028 w 1567543"/>
                <a:gd name="connsiteY18" fmla="*/ 58057 h 1273628"/>
                <a:gd name="connsiteX19" fmla="*/ 990600 w 1567543"/>
                <a:gd name="connsiteY19" fmla="*/ 0 h 1273628"/>
                <a:gd name="connsiteX20" fmla="*/ 870857 w 1567543"/>
                <a:gd name="connsiteY20" fmla="*/ 25400 h 1273628"/>
                <a:gd name="connsiteX21" fmla="*/ 867228 w 1567543"/>
                <a:gd name="connsiteY21" fmla="*/ 58057 h 1273628"/>
                <a:gd name="connsiteX22" fmla="*/ 762000 w 1567543"/>
                <a:gd name="connsiteY22" fmla="*/ 108857 h 1273628"/>
                <a:gd name="connsiteX23" fmla="*/ 722086 w 1567543"/>
                <a:gd name="connsiteY23" fmla="*/ 123371 h 1273628"/>
                <a:gd name="connsiteX24" fmla="*/ 667657 w 1567543"/>
                <a:gd name="connsiteY24" fmla="*/ 148771 h 1273628"/>
                <a:gd name="connsiteX25" fmla="*/ 667657 w 1567543"/>
                <a:gd name="connsiteY25" fmla="*/ 94343 h 1273628"/>
                <a:gd name="connsiteX26" fmla="*/ 620486 w 1567543"/>
                <a:gd name="connsiteY26" fmla="*/ 54428 h 1273628"/>
                <a:gd name="connsiteX27" fmla="*/ 605971 w 1567543"/>
                <a:gd name="connsiteY27" fmla="*/ 76200 h 1273628"/>
                <a:gd name="connsiteX28" fmla="*/ 620486 w 1567543"/>
                <a:gd name="connsiteY28" fmla="*/ 108857 h 1273628"/>
                <a:gd name="connsiteX29" fmla="*/ 598714 w 1567543"/>
                <a:gd name="connsiteY29" fmla="*/ 119743 h 1273628"/>
                <a:gd name="connsiteX30" fmla="*/ 580571 w 1567543"/>
                <a:gd name="connsiteY30" fmla="*/ 97971 h 1273628"/>
                <a:gd name="connsiteX31" fmla="*/ 566057 w 1567543"/>
                <a:gd name="connsiteY31" fmla="*/ 127000 h 1273628"/>
                <a:gd name="connsiteX32" fmla="*/ 584200 w 1567543"/>
                <a:gd name="connsiteY32" fmla="*/ 174171 h 1273628"/>
                <a:gd name="connsiteX33" fmla="*/ 555171 w 1567543"/>
                <a:gd name="connsiteY33" fmla="*/ 177800 h 1273628"/>
                <a:gd name="connsiteX34" fmla="*/ 573314 w 1567543"/>
                <a:gd name="connsiteY34" fmla="*/ 228600 h 1273628"/>
                <a:gd name="connsiteX35" fmla="*/ 482600 w 1567543"/>
                <a:gd name="connsiteY35" fmla="*/ 330200 h 1273628"/>
                <a:gd name="connsiteX36" fmla="*/ 518886 w 1567543"/>
                <a:gd name="connsiteY36" fmla="*/ 399143 h 1273628"/>
                <a:gd name="connsiteX37" fmla="*/ 475343 w 1567543"/>
                <a:gd name="connsiteY37" fmla="*/ 457200 h 1273628"/>
                <a:gd name="connsiteX38" fmla="*/ 508000 w 1567543"/>
                <a:gd name="connsiteY38" fmla="*/ 475343 h 1273628"/>
                <a:gd name="connsiteX39" fmla="*/ 511628 w 1567543"/>
                <a:gd name="connsiteY39" fmla="*/ 504371 h 1273628"/>
                <a:gd name="connsiteX40" fmla="*/ 478971 w 1567543"/>
                <a:gd name="connsiteY40" fmla="*/ 529771 h 1273628"/>
                <a:gd name="connsiteX41" fmla="*/ 482600 w 1567543"/>
                <a:gd name="connsiteY41" fmla="*/ 576943 h 1273628"/>
                <a:gd name="connsiteX42" fmla="*/ 478971 w 1567543"/>
                <a:gd name="connsiteY42" fmla="*/ 587828 h 1273628"/>
                <a:gd name="connsiteX43" fmla="*/ 399143 w 1567543"/>
                <a:gd name="connsiteY43" fmla="*/ 638628 h 1273628"/>
                <a:gd name="connsiteX44" fmla="*/ 304800 w 1567543"/>
                <a:gd name="connsiteY44" fmla="*/ 616857 h 1273628"/>
                <a:gd name="connsiteX45" fmla="*/ 232228 w 1567543"/>
                <a:gd name="connsiteY45" fmla="*/ 674914 h 1273628"/>
                <a:gd name="connsiteX46" fmla="*/ 83457 w 1567543"/>
                <a:gd name="connsiteY46" fmla="*/ 711200 h 1273628"/>
                <a:gd name="connsiteX47" fmla="*/ 7257 w 1567543"/>
                <a:gd name="connsiteY47" fmla="*/ 791028 h 1273628"/>
                <a:gd name="connsiteX48" fmla="*/ 0 w 1567543"/>
                <a:gd name="connsiteY48" fmla="*/ 881743 h 1273628"/>
                <a:gd name="connsiteX49" fmla="*/ 116114 w 1567543"/>
                <a:gd name="connsiteY49" fmla="*/ 867228 h 1273628"/>
                <a:gd name="connsiteX50" fmla="*/ 188686 w 1567543"/>
                <a:gd name="connsiteY50" fmla="*/ 932543 h 1273628"/>
                <a:gd name="connsiteX51" fmla="*/ 319314 w 1567543"/>
                <a:gd name="connsiteY51" fmla="*/ 939800 h 1273628"/>
                <a:gd name="connsiteX52" fmla="*/ 453571 w 1567543"/>
                <a:gd name="connsiteY52" fmla="*/ 914400 h 1273628"/>
                <a:gd name="connsiteX53" fmla="*/ 508000 w 1567543"/>
                <a:gd name="connsiteY53" fmla="*/ 961571 h 1273628"/>
                <a:gd name="connsiteX54" fmla="*/ 518886 w 1567543"/>
                <a:gd name="connsiteY54" fmla="*/ 1037771 h 1273628"/>
                <a:gd name="connsiteX55" fmla="*/ 605971 w 1567543"/>
                <a:gd name="connsiteY55" fmla="*/ 1081314 h 1273628"/>
                <a:gd name="connsiteX56" fmla="*/ 613228 w 1567543"/>
                <a:gd name="connsiteY56" fmla="*/ 1273628 h 1273628"/>
                <a:gd name="connsiteX57" fmla="*/ 725714 w 1567543"/>
                <a:gd name="connsiteY57" fmla="*/ 1251857 h 1273628"/>
                <a:gd name="connsiteX58" fmla="*/ 725714 w 1567543"/>
                <a:gd name="connsiteY58" fmla="*/ 1251857 h 1273628"/>
                <a:gd name="connsiteX59" fmla="*/ 722086 w 1567543"/>
                <a:gd name="connsiteY59" fmla="*/ 1208314 h 1273628"/>
                <a:gd name="connsiteX60" fmla="*/ 885371 w 1567543"/>
                <a:gd name="connsiteY60" fmla="*/ 1197428 h 1273628"/>
                <a:gd name="connsiteX61" fmla="*/ 925286 w 1567543"/>
                <a:gd name="connsiteY61" fmla="*/ 1208314 h 1273628"/>
                <a:gd name="connsiteX62" fmla="*/ 1161143 w 1567543"/>
                <a:gd name="connsiteY62" fmla="*/ 1143000 h 1273628"/>
                <a:gd name="connsiteX63" fmla="*/ 1204686 w 1567543"/>
                <a:gd name="connsiteY63" fmla="*/ 1164771 h 1273628"/>
                <a:gd name="connsiteX64" fmla="*/ 1240971 w 1567543"/>
                <a:gd name="connsiteY64" fmla="*/ 1135743 h 1273628"/>
                <a:gd name="connsiteX65" fmla="*/ 1226457 w 1567543"/>
                <a:gd name="connsiteY65" fmla="*/ 1066800 h 1273628"/>
                <a:gd name="connsiteX66" fmla="*/ 1262743 w 1567543"/>
                <a:gd name="connsiteY66" fmla="*/ 1052286 h 1273628"/>
                <a:gd name="connsiteX67" fmla="*/ 1248228 w 1567543"/>
                <a:gd name="connsiteY67" fmla="*/ 1019628 h 1273628"/>
                <a:gd name="connsiteX68" fmla="*/ 1295400 w 1567543"/>
                <a:gd name="connsiteY68" fmla="*/ 990600 h 1273628"/>
                <a:gd name="connsiteX69" fmla="*/ 1302657 w 1567543"/>
                <a:gd name="connsiteY69" fmla="*/ 896257 h 1273628"/>
                <a:gd name="connsiteX70" fmla="*/ 1367971 w 1567543"/>
                <a:gd name="connsiteY70" fmla="*/ 892628 h 1273628"/>
                <a:gd name="connsiteX71" fmla="*/ 1397000 w 1567543"/>
                <a:gd name="connsiteY71" fmla="*/ 816428 h 1273628"/>
                <a:gd name="connsiteX72" fmla="*/ 1426028 w 1567543"/>
                <a:gd name="connsiteY72" fmla="*/ 805543 h 1273628"/>
                <a:gd name="connsiteX73" fmla="*/ 1433286 w 1567543"/>
                <a:gd name="connsiteY73" fmla="*/ 743857 h 1273628"/>
                <a:gd name="connsiteX74" fmla="*/ 1367971 w 1567543"/>
                <a:gd name="connsiteY74" fmla="*/ 674914 h 1273628"/>
                <a:gd name="connsiteX75" fmla="*/ 1415143 w 1567543"/>
                <a:gd name="connsiteY75" fmla="*/ 653143 h 1273628"/>
                <a:gd name="connsiteX76" fmla="*/ 1407886 w 1567543"/>
                <a:gd name="connsiteY76" fmla="*/ 598714 h 1273628"/>
                <a:gd name="connsiteX77" fmla="*/ 1473200 w 1567543"/>
                <a:gd name="connsiteY77" fmla="*/ 598714 h 1273628"/>
                <a:gd name="connsiteX78" fmla="*/ 1469571 w 1567543"/>
                <a:gd name="connsiteY78" fmla="*/ 537028 h 1273628"/>
                <a:gd name="connsiteX79" fmla="*/ 1542143 w 1567543"/>
                <a:gd name="connsiteY79" fmla="*/ 551543 h 1273628"/>
                <a:gd name="connsiteX0" fmla="*/ 1542143 w 1567543"/>
                <a:gd name="connsiteY0" fmla="*/ 551543 h 1273628"/>
                <a:gd name="connsiteX1" fmla="*/ 1527628 w 1567543"/>
                <a:gd name="connsiteY1" fmla="*/ 497114 h 1273628"/>
                <a:gd name="connsiteX2" fmla="*/ 1527628 w 1567543"/>
                <a:gd name="connsiteY2" fmla="*/ 497114 h 1273628"/>
                <a:gd name="connsiteX3" fmla="*/ 1498600 w 1567543"/>
                <a:gd name="connsiteY3" fmla="*/ 497114 h 1273628"/>
                <a:gd name="connsiteX4" fmla="*/ 1521460 w 1567543"/>
                <a:gd name="connsiteY4" fmla="*/ 424361 h 1273628"/>
                <a:gd name="connsiteX5" fmla="*/ 1527628 w 1567543"/>
                <a:gd name="connsiteY5" fmla="*/ 373743 h 1273628"/>
                <a:gd name="connsiteX6" fmla="*/ 1549400 w 1567543"/>
                <a:gd name="connsiteY6" fmla="*/ 330200 h 1273628"/>
                <a:gd name="connsiteX7" fmla="*/ 1567543 w 1567543"/>
                <a:gd name="connsiteY7" fmla="*/ 275771 h 1273628"/>
                <a:gd name="connsiteX8" fmla="*/ 1513114 w 1567543"/>
                <a:gd name="connsiteY8" fmla="*/ 206828 h 1273628"/>
                <a:gd name="connsiteX9" fmla="*/ 1418771 w 1567543"/>
                <a:gd name="connsiteY9" fmla="*/ 195943 h 1273628"/>
                <a:gd name="connsiteX10" fmla="*/ 1386114 w 1567543"/>
                <a:gd name="connsiteY10" fmla="*/ 217714 h 1273628"/>
                <a:gd name="connsiteX11" fmla="*/ 1357086 w 1567543"/>
                <a:gd name="connsiteY11" fmla="*/ 181428 h 1273628"/>
                <a:gd name="connsiteX12" fmla="*/ 1270000 w 1567543"/>
                <a:gd name="connsiteY12" fmla="*/ 116114 h 1273628"/>
                <a:gd name="connsiteX13" fmla="*/ 1219200 w 1567543"/>
                <a:gd name="connsiteY13" fmla="*/ 134257 h 1273628"/>
                <a:gd name="connsiteX14" fmla="*/ 1182914 w 1567543"/>
                <a:gd name="connsiteY14" fmla="*/ 87086 h 1273628"/>
                <a:gd name="connsiteX15" fmla="*/ 1146628 w 1567543"/>
                <a:gd name="connsiteY15" fmla="*/ 72571 h 1273628"/>
                <a:gd name="connsiteX16" fmla="*/ 1124857 w 1567543"/>
                <a:gd name="connsiteY16" fmla="*/ 29028 h 1273628"/>
                <a:gd name="connsiteX17" fmla="*/ 1070428 w 1567543"/>
                <a:gd name="connsiteY17" fmla="*/ 29028 h 1273628"/>
                <a:gd name="connsiteX18" fmla="*/ 1045028 w 1567543"/>
                <a:gd name="connsiteY18" fmla="*/ 58057 h 1273628"/>
                <a:gd name="connsiteX19" fmla="*/ 990600 w 1567543"/>
                <a:gd name="connsiteY19" fmla="*/ 0 h 1273628"/>
                <a:gd name="connsiteX20" fmla="*/ 870857 w 1567543"/>
                <a:gd name="connsiteY20" fmla="*/ 25400 h 1273628"/>
                <a:gd name="connsiteX21" fmla="*/ 867228 w 1567543"/>
                <a:gd name="connsiteY21" fmla="*/ 58057 h 1273628"/>
                <a:gd name="connsiteX22" fmla="*/ 762000 w 1567543"/>
                <a:gd name="connsiteY22" fmla="*/ 108857 h 1273628"/>
                <a:gd name="connsiteX23" fmla="*/ 722086 w 1567543"/>
                <a:gd name="connsiteY23" fmla="*/ 123371 h 1273628"/>
                <a:gd name="connsiteX24" fmla="*/ 667657 w 1567543"/>
                <a:gd name="connsiteY24" fmla="*/ 148771 h 1273628"/>
                <a:gd name="connsiteX25" fmla="*/ 667657 w 1567543"/>
                <a:gd name="connsiteY25" fmla="*/ 94343 h 1273628"/>
                <a:gd name="connsiteX26" fmla="*/ 620486 w 1567543"/>
                <a:gd name="connsiteY26" fmla="*/ 54428 h 1273628"/>
                <a:gd name="connsiteX27" fmla="*/ 605971 w 1567543"/>
                <a:gd name="connsiteY27" fmla="*/ 76200 h 1273628"/>
                <a:gd name="connsiteX28" fmla="*/ 620486 w 1567543"/>
                <a:gd name="connsiteY28" fmla="*/ 108857 h 1273628"/>
                <a:gd name="connsiteX29" fmla="*/ 598714 w 1567543"/>
                <a:gd name="connsiteY29" fmla="*/ 119743 h 1273628"/>
                <a:gd name="connsiteX30" fmla="*/ 580571 w 1567543"/>
                <a:gd name="connsiteY30" fmla="*/ 97971 h 1273628"/>
                <a:gd name="connsiteX31" fmla="*/ 566057 w 1567543"/>
                <a:gd name="connsiteY31" fmla="*/ 127000 h 1273628"/>
                <a:gd name="connsiteX32" fmla="*/ 584200 w 1567543"/>
                <a:gd name="connsiteY32" fmla="*/ 174171 h 1273628"/>
                <a:gd name="connsiteX33" fmla="*/ 555171 w 1567543"/>
                <a:gd name="connsiteY33" fmla="*/ 177800 h 1273628"/>
                <a:gd name="connsiteX34" fmla="*/ 573314 w 1567543"/>
                <a:gd name="connsiteY34" fmla="*/ 228600 h 1273628"/>
                <a:gd name="connsiteX35" fmla="*/ 482600 w 1567543"/>
                <a:gd name="connsiteY35" fmla="*/ 330200 h 1273628"/>
                <a:gd name="connsiteX36" fmla="*/ 518886 w 1567543"/>
                <a:gd name="connsiteY36" fmla="*/ 399143 h 1273628"/>
                <a:gd name="connsiteX37" fmla="*/ 475343 w 1567543"/>
                <a:gd name="connsiteY37" fmla="*/ 457200 h 1273628"/>
                <a:gd name="connsiteX38" fmla="*/ 508000 w 1567543"/>
                <a:gd name="connsiteY38" fmla="*/ 475343 h 1273628"/>
                <a:gd name="connsiteX39" fmla="*/ 511628 w 1567543"/>
                <a:gd name="connsiteY39" fmla="*/ 504371 h 1273628"/>
                <a:gd name="connsiteX40" fmla="*/ 478971 w 1567543"/>
                <a:gd name="connsiteY40" fmla="*/ 529771 h 1273628"/>
                <a:gd name="connsiteX41" fmla="*/ 482600 w 1567543"/>
                <a:gd name="connsiteY41" fmla="*/ 576943 h 1273628"/>
                <a:gd name="connsiteX42" fmla="*/ 478971 w 1567543"/>
                <a:gd name="connsiteY42" fmla="*/ 587828 h 1273628"/>
                <a:gd name="connsiteX43" fmla="*/ 399143 w 1567543"/>
                <a:gd name="connsiteY43" fmla="*/ 638628 h 1273628"/>
                <a:gd name="connsiteX44" fmla="*/ 304800 w 1567543"/>
                <a:gd name="connsiteY44" fmla="*/ 616857 h 1273628"/>
                <a:gd name="connsiteX45" fmla="*/ 232228 w 1567543"/>
                <a:gd name="connsiteY45" fmla="*/ 674914 h 1273628"/>
                <a:gd name="connsiteX46" fmla="*/ 83457 w 1567543"/>
                <a:gd name="connsiteY46" fmla="*/ 711200 h 1273628"/>
                <a:gd name="connsiteX47" fmla="*/ 7257 w 1567543"/>
                <a:gd name="connsiteY47" fmla="*/ 791028 h 1273628"/>
                <a:gd name="connsiteX48" fmla="*/ 0 w 1567543"/>
                <a:gd name="connsiteY48" fmla="*/ 881743 h 1273628"/>
                <a:gd name="connsiteX49" fmla="*/ 116114 w 1567543"/>
                <a:gd name="connsiteY49" fmla="*/ 867228 h 1273628"/>
                <a:gd name="connsiteX50" fmla="*/ 188686 w 1567543"/>
                <a:gd name="connsiteY50" fmla="*/ 932543 h 1273628"/>
                <a:gd name="connsiteX51" fmla="*/ 319314 w 1567543"/>
                <a:gd name="connsiteY51" fmla="*/ 939800 h 1273628"/>
                <a:gd name="connsiteX52" fmla="*/ 453571 w 1567543"/>
                <a:gd name="connsiteY52" fmla="*/ 914400 h 1273628"/>
                <a:gd name="connsiteX53" fmla="*/ 508000 w 1567543"/>
                <a:gd name="connsiteY53" fmla="*/ 961571 h 1273628"/>
                <a:gd name="connsiteX54" fmla="*/ 518886 w 1567543"/>
                <a:gd name="connsiteY54" fmla="*/ 1037771 h 1273628"/>
                <a:gd name="connsiteX55" fmla="*/ 605971 w 1567543"/>
                <a:gd name="connsiteY55" fmla="*/ 1081314 h 1273628"/>
                <a:gd name="connsiteX56" fmla="*/ 613228 w 1567543"/>
                <a:gd name="connsiteY56" fmla="*/ 1273628 h 1273628"/>
                <a:gd name="connsiteX57" fmla="*/ 725714 w 1567543"/>
                <a:gd name="connsiteY57" fmla="*/ 1251857 h 1273628"/>
                <a:gd name="connsiteX58" fmla="*/ 725714 w 1567543"/>
                <a:gd name="connsiteY58" fmla="*/ 1251857 h 1273628"/>
                <a:gd name="connsiteX59" fmla="*/ 722086 w 1567543"/>
                <a:gd name="connsiteY59" fmla="*/ 1208314 h 1273628"/>
                <a:gd name="connsiteX60" fmla="*/ 885371 w 1567543"/>
                <a:gd name="connsiteY60" fmla="*/ 1197428 h 1273628"/>
                <a:gd name="connsiteX61" fmla="*/ 925286 w 1567543"/>
                <a:gd name="connsiteY61" fmla="*/ 1208314 h 1273628"/>
                <a:gd name="connsiteX62" fmla="*/ 1161143 w 1567543"/>
                <a:gd name="connsiteY62" fmla="*/ 1143000 h 1273628"/>
                <a:gd name="connsiteX63" fmla="*/ 1204686 w 1567543"/>
                <a:gd name="connsiteY63" fmla="*/ 1164771 h 1273628"/>
                <a:gd name="connsiteX64" fmla="*/ 1240971 w 1567543"/>
                <a:gd name="connsiteY64" fmla="*/ 1135743 h 1273628"/>
                <a:gd name="connsiteX65" fmla="*/ 1226457 w 1567543"/>
                <a:gd name="connsiteY65" fmla="*/ 1066800 h 1273628"/>
                <a:gd name="connsiteX66" fmla="*/ 1262743 w 1567543"/>
                <a:gd name="connsiteY66" fmla="*/ 1052286 h 1273628"/>
                <a:gd name="connsiteX67" fmla="*/ 1248228 w 1567543"/>
                <a:gd name="connsiteY67" fmla="*/ 1019628 h 1273628"/>
                <a:gd name="connsiteX68" fmla="*/ 1295400 w 1567543"/>
                <a:gd name="connsiteY68" fmla="*/ 990600 h 1273628"/>
                <a:gd name="connsiteX69" fmla="*/ 1302657 w 1567543"/>
                <a:gd name="connsiteY69" fmla="*/ 896257 h 1273628"/>
                <a:gd name="connsiteX70" fmla="*/ 1367971 w 1567543"/>
                <a:gd name="connsiteY70" fmla="*/ 892628 h 1273628"/>
                <a:gd name="connsiteX71" fmla="*/ 1397000 w 1567543"/>
                <a:gd name="connsiteY71" fmla="*/ 816428 h 1273628"/>
                <a:gd name="connsiteX72" fmla="*/ 1426028 w 1567543"/>
                <a:gd name="connsiteY72" fmla="*/ 805543 h 1273628"/>
                <a:gd name="connsiteX73" fmla="*/ 1433286 w 1567543"/>
                <a:gd name="connsiteY73" fmla="*/ 743857 h 1273628"/>
                <a:gd name="connsiteX74" fmla="*/ 1367971 w 1567543"/>
                <a:gd name="connsiteY74" fmla="*/ 674914 h 1273628"/>
                <a:gd name="connsiteX75" fmla="*/ 1415143 w 1567543"/>
                <a:gd name="connsiteY75" fmla="*/ 653143 h 1273628"/>
                <a:gd name="connsiteX76" fmla="*/ 1407886 w 1567543"/>
                <a:gd name="connsiteY76" fmla="*/ 598714 h 1273628"/>
                <a:gd name="connsiteX77" fmla="*/ 1473200 w 1567543"/>
                <a:gd name="connsiteY77" fmla="*/ 598714 h 1273628"/>
                <a:gd name="connsiteX78" fmla="*/ 1469571 w 1567543"/>
                <a:gd name="connsiteY78" fmla="*/ 537028 h 1273628"/>
                <a:gd name="connsiteX79" fmla="*/ 1542143 w 1567543"/>
                <a:gd name="connsiteY79" fmla="*/ 551543 h 1273628"/>
                <a:gd name="connsiteX0" fmla="*/ 1542143 w 1567543"/>
                <a:gd name="connsiteY0" fmla="*/ 551543 h 1273628"/>
                <a:gd name="connsiteX1" fmla="*/ 1527628 w 1567543"/>
                <a:gd name="connsiteY1" fmla="*/ 497114 h 1273628"/>
                <a:gd name="connsiteX2" fmla="*/ 1527628 w 1567543"/>
                <a:gd name="connsiteY2" fmla="*/ 497114 h 1273628"/>
                <a:gd name="connsiteX3" fmla="*/ 1498600 w 1567543"/>
                <a:gd name="connsiteY3" fmla="*/ 497114 h 1273628"/>
                <a:gd name="connsiteX4" fmla="*/ 1521460 w 1567543"/>
                <a:gd name="connsiteY4" fmla="*/ 424361 h 1273628"/>
                <a:gd name="connsiteX5" fmla="*/ 1539058 w 1567543"/>
                <a:gd name="connsiteY5" fmla="*/ 377553 h 1273628"/>
                <a:gd name="connsiteX6" fmla="*/ 1549400 w 1567543"/>
                <a:gd name="connsiteY6" fmla="*/ 330200 h 1273628"/>
                <a:gd name="connsiteX7" fmla="*/ 1567543 w 1567543"/>
                <a:gd name="connsiteY7" fmla="*/ 275771 h 1273628"/>
                <a:gd name="connsiteX8" fmla="*/ 1513114 w 1567543"/>
                <a:gd name="connsiteY8" fmla="*/ 206828 h 1273628"/>
                <a:gd name="connsiteX9" fmla="*/ 1418771 w 1567543"/>
                <a:gd name="connsiteY9" fmla="*/ 195943 h 1273628"/>
                <a:gd name="connsiteX10" fmla="*/ 1386114 w 1567543"/>
                <a:gd name="connsiteY10" fmla="*/ 217714 h 1273628"/>
                <a:gd name="connsiteX11" fmla="*/ 1357086 w 1567543"/>
                <a:gd name="connsiteY11" fmla="*/ 181428 h 1273628"/>
                <a:gd name="connsiteX12" fmla="*/ 1270000 w 1567543"/>
                <a:gd name="connsiteY12" fmla="*/ 116114 h 1273628"/>
                <a:gd name="connsiteX13" fmla="*/ 1219200 w 1567543"/>
                <a:gd name="connsiteY13" fmla="*/ 134257 h 1273628"/>
                <a:gd name="connsiteX14" fmla="*/ 1182914 w 1567543"/>
                <a:gd name="connsiteY14" fmla="*/ 87086 h 1273628"/>
                <a:gd name="connsiteX15" fmla="*/ 1146628 w 1567543"/>
                <a:gd name="connsiteY15" fmla="*/ 72571 h 1273628"/>
                <a:gd name="connsiteX16" fmla="*/ 1124857 w 1567543"/>
                <a:gd name="connsiteY16" fmla="*/ 29028 h 1273628"/>
                <a:gd name="connsiteX17" fmla="*/ 1070428 w 1567543"/>
                <a:gd name="connsiteY17" fmla="*/ 29028 h 1273628"/>
                <a:gd name="connsiteX18" fmla="*/ 1045028 w 1567543"/>
                <a:gd name="connsiteY18" fmla="*/ 58057 h 1273628"/>
                <a:gd name="connsiteX19" fmla="*/ 990600 w 1567543"/>
                <a:gd name="connsiteY19" fmla="*/ 0 h 1273628"/>
                <a:gd name="connsiteX20" fmla="*/ 870857 w 1567543"/>
                <a:gd name="connsiteY20" fmla="*/ 25400 h 1273628"/>
                <a:gd name="connsiteX21" fmla="*/ 867228 w 1567543"/>
                <a:gd name="connsiteY21" fmla="*/ 58057 h 1273628"/>
                <a:gd name="connsiteX22" fmla="*/ 762000 w 1567543"/>
                <a:gd name="connsiteY22" fmla="*/ 108857 h 1273628"/>
                <a:gd name="connsiteX23" fmla="*/ 722086 w 1567543"/>
                <a:gd name="connsiteY23" fmla="*/ 123371 h 1273628"/>
                <a:gd name="connsiteX24" fmla="*/ 667657 w 1567543"/>
                <a:gd name="connsiteY24" fmla="*/ 148771 h 1273628"/>
                <a:gd name="connsiteX25" fmla="*/ 667657 w 1567543"/>
                <a:gd name="connsiteY25" fmla="*/ 94343 h 1273628"/>
                <a:gd name="connsiteX26" fmla="*/ 620486 w 1567543"/>
                <a:gd name="connsiteY26" fmla="*/ 54428 h 1273628"/>
                <a:gd name="connsiteX27" fmla="*/ 605971 w 1567543"/>
                <a:gd name="connsiteY27" fmla="*/ 76200 h 1273628"/>
                <a:gd name="connsiteX28" fmla="*/ 620486 w 1567543"/>
                <a:gd name="connsiteY28" fmla="*/ 108857 h 1273628"/>
                <a:gd name="connsiteX29" fmla="*/ 598714 w 1567543"/>
                <a:gd name="connsiteY29" fmla="*/ 119743 h 1273628"/>
                <a:gd name="connsiteX30" fmla="*/ 580571 w 1567543"/>
                <a:gd name="connsiteY30" fmla="*/ 97971 h 1273628"/>
                <a:gd name="connsiteX31" fmla="*/ 566057 w 1567543"/>
                <a:gd name="connsiteY31" fmla="*/ 127000 h 1273628"/>
                <a:gd name="connsiteX32" fmla="*/ 584200 w 1567543"/>
                <a:gd name="connsiteY32" fmla="*/ 174171 h 1273628"/>
                <a:gd name="connsiteX33" fmla="*/ 555171 w 1567543"/>
                <a:gd name="connsiteY33" fmla="*/ 177800 h 1273628"/>
                <a:gd name="connsiteX34" fmla="*/ 573314 w 1567543"/>
                <a:gd name="connsiteY34" fmla="*/ 228600 h 1273628"/>
                <a:gd name="connsiteX35" fmla="*/ 482600 w 1567543"/>
                <a:gd name="connsiteY35" fmla="*/ 330200 h 1273628"/>
                <a:gd name="connsiteX36" fmla="*/ 518886 w 1567543"/>
                <a:gd name="connsiteY36" fmla="*/ 399143 h 1273628"/>
                <a:gd name="connsiteX37" fmla="*/ 475343 w 1567543"/>
                <a:gd name="connsiteY37" fmla="*/ 457200 h 1273628"/>
                <a:gd name="connsiteX38" fmla="*/ 508000 w 1567543"/>
                <a:gd name="connsiteY38" fmla="*/ 475343 h 1273628"/>
                <a:gd name="connsiteX39" fmla="*/ 511628 w 1567543"/>
                <a:gd name="connsiteY39" fmla="*/ 504371 h 1273628"/>
                <a:gd name="connsiteX40" fmla="*/ 478971 w 1567543"/>
                <a:gd name="connsiteY40" fmla="*/ 529771 h 1273628"/>
                <a:gd name="connsiteX41" fmla="*/ 482600 w 1567543"/>
                <a:gd name="connsiteY41" fmla="*/ 576943 h 1273628"/>
                <a:gd name="connsiteX42" fmla="*/ 478971 w 1567543"/>
                <a:gd name="connsiteY42" fmla="*/ 587828 h 1273628"/>
                <a:gd name="connsiteX43" fmla="*/ 399143 w 1567543"/>
                <a:gd name="connsiteY43" fmla="*/ 638628 h 1273628"/>
                <a:gd name="connsiteX44" fmla="*/ 304800 w 1567543"/>
                <a:gd name="connsiteY44" fmla="*/ 616857 h 1273628"/>
                <a:gd name="connsiteX45" fmla="*/ 232228 w 1567543"/>
                <a:gd name="connsiteY45" fmla="*/ 674914 h 1273628"/>
                <a:gd name="connsiteX46" fmla="*/ 83457 w 1567543"/>
                <a:gd name="connsiteY46" fmla="*/ 711200 h 1273628"/>
                <a:gd name="connsiteX47" fmla="*/ 7257 w 1567543"/>
                <a:gd name="connsiteY47" fmla="*/ 791028 h 1273628"/>
                <a:gd name="connsiteX48" fmla="*/ 0 w 1567543"/>
                <a:gd name="connsiteY48" fmla="*/ 881743 h 1273628"/>
                <a:gd name="connsiteX49" fmla="*/ 116114 w 1567543"/>
                <a:gd name="connsiteY49" fmla="*/ 867228 h 1273628"/>
                <a:gd name="connsiteX50" fmla="*/ 188686 w 1567543"/>
                <a:gd name="connsiteY50" fmla="*/ 932543 h 1273628"/>
                <a:gd name="connsiteX51" fmla="*/ 319314 w 1567543"/>
                <a:gd name="connsiteY51" fmla="*/ 939800 h 1273628"/>
                <a:gd name="connsiteX52" fmla="*/ 453571 w 1567543"/>
                <a:gd name="connsiteY52" fmla="*/ 914400 h 1273628"/>
                <a:gd name="connsiteX53" fmla="*/ 508000 w 1567543"/>
                <a:gd name="connsiteY53" fmla="*/ 961571 h 1273628"/>
                <a:gd name="connsiteX54" fmla="*/ 518886 w 1567543"/>
                <a:gd name="connsiteY54" fmla="*/ 1037771 h 1273628"/>
                <a:gd name="connsiteX55" fmla="*/ 605971 w 1567543"/>
                <a:gd name="connsiteY55" fmla="*/ 1081314 h 1273628"/>
                <a:gd name="connsiteX56" fmla="*/ 613228 w 1567543"/>
                <a:gd name="connsiteY56" fmla="*/ 1273628 h 1273628"/>
                <a:gd name="connsiteX57" fmla="*/ 725714 w 1567543"/>
                <a:gd name="connsiteY57" fmla="*/ 1251857 h 1273628"/>
                <a:gd name="connsiteX58" fmla="*/ 725714 w 1567543"/>
                <a:gd name="connsiteY58" fmla="*/ 1251857 h 1273628"/>
                <a:gd name="connsiteX59" fmla="*/ 722086 w 1567543"/>
                <a:gd name="connsiteY59" fmla="*/ 1208314 h 1273628"/>
                <a:gd name="connsiteX60" fmla="*/ 885371 w 1567543"/>
                <a:gd name="connsiteY60" fmla="*/ 1197428 h 1273628"/>
                <a:gd name="connsiteX61" fmla="*/ 925286 w 1567543"/>
                <a:gd name="connsiteY61" fmla="*/ 1208314 h 1273628"/>
                <a:gd name="connsiteX62" fmla="*/ 1161143 w 1567543"/>
                <a:gd name="connsiteY62" fmla="*/ 1143000 h 1273628"/>
                <a:gd name="connsiteX63" fmla="*/ 1204686 w 1567543"/>
                <a:gd name="connsiteY63" fmla="*/ 1164771 h 1273628"/>
                <a:gd name="connsiteX64" fmla="*/ 1240971 w 1567543"/>
                <a:gd name="connsiteY64" fmla="*/ 1135743 h 1273628"/>
                <a:gd name="connsiteX65" fmla="*/ 1226457 w 1567543"/>
                <a:gd name="connsiteY65" fmla="*/ 1066800 h 1273628"/>
                <a:gd name="connsiteX66" fmla="*/ 1262743 w 1567543"/>
                <a:gd name="connsiteY66" fmla="*/ 1052286 h 1273628"/>
                <a:gd name="connsiteX67" fmla="*/ 1248228 w 1567543"/>
                <a:gd name="connsiteY67" fmla="*/ 1019628 h 1273628"/>
                <a:gd name="connsiteX68" fmla="*/ 1295400 w 1567543"/>
                <a:gd name="connsiteY68" fmla="*/ 990600 h 1273628"/>
                <a:gd name="connsiteX69" fmla="*/ 1302657 w 1567543"/>
                <a:gd name="connsiteY69" fmla="*/ 896257 h 1273628"/>
                <a:gd name="connsiteX70" fmla="*/ 1367971 w 1567543"/>
                <a:gd name="connsiteY70" fmla="*/ 892628 h 1273628"/>
                <a:gd name="connsiteX71" fmla="*/ 1397000 w 1567543"/>
                <a:gd name="connsiteY71" fmla="*/ 816428 h 1273628"/>
                <a:gd name="connsiteX72" fmla="*/ 1426028 w 1567543"/>
                <a:gd name="connsiteY72" fmla="*/ 805543 h 1273628"/>
                <a:gd name="connsiteX73" fmla="*/ 1433286 w 1567543"/>
                <a:gd name="connsiteY73" fmla="*/ 743857 h 1273628"/>
                <a:gd name="connsiteX74" fmla="*/ 1367971 w 1567543"/>
                <a:gd name="connsiteY74" fmla="*/ 674914 h 1273628"/>
                <a:gd name="connsiteX75" fmla="*/ 1415143 w 1567543"/>
                <a:gd name="connsiteY75" fmla="*/ 653143 h 1273628"/>
                <a:gd name="connsiteX76" fmla="*/ 1407886 w 1567543"/>
                <a:gd name="connsiteY76" fmla="*/ 598714 h 1273628"/>
                <a:gd name="connsiteX77" fmla="*/ 1473200 w 1567543"/>
                <a:gd name="connsiteY77" fmla="*/ 598714 h 1273628"/>
                <a:gd name="connsiteX78" fmla="*/ 1469571 w 1567543"/>
                <a:gd name="connsiteY78" fmla="*/ 537028 h 1273628"/>
                <a:gd name="connsiteX79" fmla="*/ 1542143 w 1567543"/>
                <a:gd name="connsiteY79" fmla="*/ 551543 h 1273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567543" h="1273628">
                  <a:moveTo>
                    <a:pt x="1542143" y="551543"/>
                  </a:moveTo>
                  <a:lnTo>
                    <a:pt x="1527628" y="497114"/>
                  </a:lnTo>
                  <a:lnTo>
                    <a:pt x="1527628" y="497114"/>
                  </a:lnTo>
                  <a:lnTo>
                    <a:pt x="1498600" y="497114"/>
                  </a:lnTo>
                  <a:lnTo>
                    <a:pt x="1521460" y="424361"/>
                  </a:lnTo>
                  <a:lnTo>
                    <a:pt x="1539058" y="377553"/>
                  </a:lnTo>
                  <a:lnTo>
                    <a:pt x="1549400" y="330200"/>
                  </a:lnTo>
                  <a:lnTo>
                    <a:pt x="1567543" y="275771"/>
                  </a:lnTo>
                  <a:lnTo>
                    <a:pt x="1513114" y="206828"/>
                  </a:lnTo>
                  <a:lnTo>
                    <a:pt x="1418771" y="195943"/>
                  </a:lnTo>
                  <a:lnTo>
                    <a:pt x="1386114" y="217714"/>
                  </a:lnTo>
                  <a:lnTo>
                    <a:pt x="1357086" y="181428"/>
                  </a:lnTo>
                  <a:lnTo>
                    <a:pt x="1270000" y="116114"/>
                  </a:lnTo>
                  <a:lnTo>
                    <a:pt x="1219200" y="134257"/>
                  </a:lnTo>
                  <a:lnTo>
                    <a:pt x="1182914" y="87086"/>
                  </a:lnTo>
                  <a:lnTo>
                    <a:pt x="1146628" y="72571"/>
                  </a:lnTo>
                  <a:lnTo>
                    <a:pt x="1124857" y="29028"/>
                  </a:lnTo>
                  <a:lnTo>
                    <a:pt x="1070428" y="29028"/>
                  </a:lnTo>
                  <a:lnTo>
                    <a:pt x="1045028" y="58057"/>
                  </a:lnTo>
                  <a:lnTo>
                    <a:pt x="990600" y="0"/>
                  </a:lnTo>
                  <a:lnTo>
                    <a:pt x="870857" y="25400"/>
                  </a:lnTo>
                  <a:lnTo>
                    <a:pt x="867228" y="58057"/>
                  </a:lnTo>
                  <a:lnTo>
                    <a:pt x="762000" y="108857"/>
                  </a:lnTo>
                  <a:lnTo>
                    <a:pt x="722086" y="123371"/>
                  </a:lnTo>
                  <a:lnTo>
                    <a:pt x="667657" y="148771"/>
                  </a:lnTo>
                  <a:lnTo>
                    <a:pt x="667657" y="94343"/>
                  </a:lnTo>
                  <a:lnTo>
                    <a:pt x="620486" y="54428"/>
                  </a:lnTo>
                  <a:lnTo>
                    <a:pt x="605971" y="76200"/>
                  </a:lnTo>
                  <a:lnTo>
                    <a:pt x="620486" y="108857"/>
                  </a:lnTo>
                  <a:lnTo>
                    <a:pt x="598714" y="119743"/>
                  </a:lnTo>
                  <a:lnTo>
                    <a:pt x="580571" y="97971"/>
                  </a:lnTo>
                  <a:lnTo>
                    <a:pt x="566057" y="127000"/>
                  </a:lnTo>
                  <a:lnTo>
                    <a:pt x="584200" y="174171"/>
                  </a:lnTo>
                  <a:lnTo>
                    <a:pt x="555171" y="177800"/>
                  </a:lnTo>
                  <a:lnTo>
                    <a:pt x="573314" y="228600"/>
                  </a:lnTo>
                  <a:lnTo>
                    <a:pt x="482600" y="330200"/>
                  </a:lnTo>
                  <a:lnTo>
                    <a:pt x="518886" y="399143"/>
                  </a:lnTo>
                  <a:lnTo>
                    <a:pt x="475343" y="457200"/>
                  </a:lnTo>
                  <a:lnTo>
                    <a:pt x="508000" y="475343"/>
                  </a:lnTo>
                  <a:lnTo>
                    <a:pt x="511628" y="504371"/>
                  </a:lnTo>
                  <a:lnTo>
                    <a:pt x="478971" y="529771"/>
                  </a:lnTo>
                  <a:lnTo>
                    <a:pt x="482600" y="576943"/>
                  </a:lnTo>
                  <a:lnTo>
                    <a:pt x="478971" y="587828"/>
                  </a:lnTo>
                  <a:lnTo>
                    <a:pt x="399143" y="638628"/>
                  </a:lnTo>
                  <a:lnTo>
                    <a:pt x="304800" y="616857"/>
                  </a:lnTo>
                  <a:lnTo>
                    <a:pt x="232228" y="674914"/>
                  </a:lnTo>
                  <a:lnTo>
                    <a:pt x="83457" y="711200"/>
                  </a:lnTo>
                  <a:lnTo>
                    <a:pt x="7257" y="791028"/>
                  </a:lnTo>
                  <a:lnTo>
                    <a:pt x="0" y="881743"/>
                  </a:lnTo>
                  <a:lnTo>
                    <a:pt x="116114" y="867228"/>
                  </a:lnTo>
                  <a:lnTo>
                    <a:pt x="188686" y="932543"/>
                  </a:lnTo>
                  <a:lnTo>
                    <a:pt x="319314" y="939800"/>
                  </a:lnTo>
                  <a:lnTo>
                    <a:pt x="453571" y="914400"/>
                  </a:lnTo>
                  <a:lnTo>
                    <a:pt x="508000" y="961571"/>
                  </a:lnTo>
                  <a:lnTo>
                    <a:pt x="518886" y="1037771"/>
                  </a:lnTo>
                  <a:lnTo>
                    <a:pt x="605971" y="1081314"/>
                  </a:lnTo>
                  <a:lnTo>
                    <a:pt x="613228" y="1273628"/>
                  </a:lnTo>
                  <a:lnTo>
                    <a:pt x="725714" y="1251857"/>
                  </a:lnTo>
                  <a:lnTo>
                    <a:pt x="725714" y="1251857"/>
                  </a:lnTo>
                  <a:lnTo>
                    <a:pt x="722086" y="1208314"/>
                  </a:lnTo>
                  <a:lnTo>
                    <a:pt x="885371" y="1197428"/>
                  </a:lnTo>
                  <a:lnTo>
                    <a:pt x="925286" y="1208314"/>
                  </a:lnTo>
                  <a:lnTo>
                    <a:pt x="1161143" y="1143000"/>
                  </a:lnTo>
                  <a:lnTo>
                    <a:pt x="1204686" y="1164771"/>
                  </a:lnTo>
                  <a:lnTo>
                    <a:pt x="1240971" y="1135743"/>
                  </a:lnTo>
                  <a:lnTo>
                    <a:pt x="1226457" y="1066800"/>
                  </a:lnTo>
                  <a:lnTo>
                    <a:pt x="1262743" y="1052286"/>
                  </a:lnTo>
                  <a:lnTo>
                    <a:pt x="1248228" y="1019628"/>
                  </a:lnTo>
                  <a:lnTo>
                    <a:pt x="1295400" y="990600"/>
                  </a:lnTo>
                  <a:lnTo>
                    <a:pt x="1302657" y="896257"/>
                  </a:lnTo>
                  <a:lnTo>
                    <a:pt x="1367971" y="892628"/>
                  </a:lnTo>
                  <a:lnTo>
                    <a:pt x="1397000" y="816428"/>
                  </a:lnTo>
                  <a:lnTo>
                    <a:pt x="1426028" y="805543"/>
                  </a:lnTo>
                  <a:lnTo>
                    <a:pt x="1433286" y="743857"/>
                  </a:lnTo>
                  <a:lnTo>
                    <a:pt x="1367971" y="674914"/>
                  </a:lnTo>
                  <a:lnTo>
                    <a:pt x="1415143" y="653143"/>
                  </a:lnTo>
                  <a:lnTo>
                    <a:pt x="1407886" y="598714"/>
                  </a:lnTo>
                  <a:lnTo>
                    <a:pt x="1473200" y="598714"/>
                  </a:lnTo>
                  <a:lnTo>
                    <a:pt x="1469571" y="537028"/>
                  </a:lnTo>
                  <a:lnTo>
                    <a:pt x="1542143" y="551543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1" name="Freeform 89">
              <a:extLst>
                <a:ext uri="{FF2B5EF4-FFF2-40B4-BE49-F238E27FC236}">
                  <a16:creationId xmlns:a16="http://schemas.microsoft.com/office/drawing/2014/main" id="{4A9DC9E6-C877-A298-4062-B2BAA2BC45DF}"/>
                </a:ext>
              </a:extLst>
            </p:cNvPr>
            <p:cNvSpPr/>
            <p:nvPr/>
          </p:nvSpPr>
          <p:spPr>
            <a:xfrm>
              <a:off x="5192719" y="2986082"/>
              <a:ext cx="1074738" cy="1069973"/>
            </a:xfrm>
            <a:custGeom>
              <a:avLst/>
              <a:gdLst>
                <a:gd name="connsiteX0" fmla="*/ 1055914 w 1074057"/>
                <a:gd name="connsiteY0" fmla="*/ 388257 h 1070429"/>
                <a:gd name="connsiteX1" fmla="*/ 1074057 w 1074057"/>
                <a:gd name="connsiteY1" fmla="*/ 283029 h 1070429"/>
                <a:gd name="connsiteX2" fmla="*/ 1037771 w 1074057"/>
                <a:gd name="connsiteY2" fmla="*/ 264886 h 1070429"/>
                <a:gd name="connsiteX3" fmla="*/ 1012371 w 1074057"/>
                <a:gd name="connsiteY3" fmla="*/ 206829 h 1070429"/>
                <a:gd name="connsiteX4" fmla="*/ 1045028 w 1074057"/>
                <a:gd name="connsiteY4" fmla="*/ 141515 h 1070429"/>
                <a:gd name="connsiteX5" fmla="*/ 1023257 w 1074057"/>
                <a:gd name="connsiteY5" fmla="*/ 97972 h 1070429"/>
                <a:gd name="connsiteX6" fmla="*/ 1063171 w 1074057"/>
                <a:gd name="connsiteY6" fmla="*/ 90715 h 1070429"/>
                <a:gd name="connsiteX7" fmla="*/ 1048657 w 1074057"/>
                <a:gd name="connsiteY7" fmla="*/ 61686 h 1070429"/>
                <a:gd name="connsiteX8" fmla="*/ 794657 w 1074057"/>
                <a:gd name="connsiteY8" fmla="*/ 134257 h 1070429"/>
                <a:gd name="connsiteX9" fmla="*/ 751114 w 1074057"/>
                <a:gd name="connsiteY9" fmla="*/ 101600 h 1070429"/>
                <a:gd name="connsiteX10" fmla="*/ 664028 w 1074057"/>
                <a:gd name="connsiteY10" fmla="*/ 119743 h 1070429"/>
                <a:gd name="connsiteX11" fmla="*/ 653142 w 1074057"/>
                <a:gd name="connsiteY11" fmla="*/ 54429 h 1070429"/>
                <a:gd name="connsiteX12" fmla="*/ 584200 w 1074057"/>
                <a:gd name="connsiteY12" fmla="*/ 47172 h 1070429"/>
                <a:gd name="connsiteX13" fmla="*/ 540657 w 1074057"/>
                <a:gd name="connsiteY13" fmla="*/ 116115 h 1070429"/>
                <a:gd name="connsiteX14" fmla="*/ 453571 w 1074057"/>
                <a:gd name="connsiteY14" fmla="*/ 76200 h 1070429"/>
                <a:gd name="connsiteX15" fmla="*/ 457200 w 1074057"/>
                <a:gd name="connsiteY15" fmla="*/ 0 h 1070429"/>
                <a:gd name="connsiteX16" fmla="*/ 399142 w 1074057"/>
                <a:gd name="connsiteY16" fmla="*/ 58057 h 1070429"/>
                <a:gd name="connsiteX17" fmla="*/ 406400 w 1074057"/>
                <a:gd name="connsiteY17" fmla="*/ 141515 h 1070429"/>
                <a:gd name="connsiteX18" fmla="*/ 362857 w 1074057"/>
                <a:gd name="connsiteY18" fmla="*/ 181429 h 1070429"/>
                <a:gd name="connsiteX19" fmla="*/ 370114 w 1074057"/>
                <a:gd name="connsiteY19" fmla="*/ 235857 h 1070429"/>
                <a:gd name="connsiteX20" fmla="*/ 348342 w 1074057"/>
                <a:gd name="connsiteY20" fmla="*/ 261257 h 1070429"/>
                <a:gd name="connsiteX21" fmla="*/ 344714 w 1074057"/>
                <a:gd name="connsiteY21" fmla="*/ 326572 h 1070429"/>
                <a:gd name="connsiteX22" fmla="*/ 308428 w 1074057"/>
                <a:gd name="connsiteY22" fmla="*/ 402772 h 1070429"/>
                <a:gd name="connsiteX23" fmla="*/ 279400 w 1074057"/>
                <a:gd name="connsiteY23" fmla="*/ 384629 h 1070429"/>
                <a:gd name="connsiteX24" fmla="*/ 228600 w 1074057"/>
                <a:gd name="connsiteY24" fmla="*/ 413657 h 1070429"/>
                <a:gd name="connsiteX25" fmla="*/ 250371 w 1074057"/>
                <a:gd name="connsiteY25" fmla="*/ 497115 h 1070429"/>
                <a:gd name="connsiteX26" fmla="*/ 177800 w 1074057"/>
                <a:gd name="connsiteY26" fmla="*/ 508000 h 1070429"/>
                <a:gd name="connsiteX27" fmla="*/ 119742 w 1074057"/>
                <a:gd name="connsiteY27" fmla="*/ 551543 h 1070429"/>
                <a:gd name="connsiteX28" fmla="*/ 112485 w 1074057"/>
                <a:gd name="connsiteY28" fmla="*/ 613229 h 1070429"/>
                <a:gd name="connsiteX29" fmla="*/ 32657 w 1074057"/>
                <a:gd name="connsiteY29" fmla="*/ 624115 h 1070429"/>
                <a:gd name="connsiteX30" fmla="*/ 32657 w 1074057"/>
                <a:gd name="connsiteY30" fmla="*/ 660400 h 1070429"/>
                <a:gd name="connsiteX31" fmla="*/ 7257 w 1074057"/>
                <a:gd name="connsiteY31" fmla="*/ 769257 h 1070429"/>
                <a:gd name="connsiteX32" fmla="*/ 25400 w 1074057"/>
                <a:gd name="connsiteY32" fmla="*/ 823686 h 1070429"/>
                <a:gd name="connsiteX33" fmla="*/ 0 w 1074057"/>
                <a:gd name="connsiteY33" fmla="*/ 852715 h 1070429"/>
                <a:gd name="connsiteX34" fmla="*/ 7257 w 1074057"/>
                <a:gd name="connsiteY34" fmla="*/ 881743 h 1070429"/>
                <a:gd name="connsiteX35" fmla="*/ 47171 w 1074057"/>
                <a:gd name="connsiteY35" fmla="*/ 896257 h 1070429"/>
                <a:gd name="connsiteX36" fmla="*/ 68942 w 1074057"/>
                <a:gd name="connsiteY36" fmla="*/ 950686 h 1070429"/>
                <a:gd name="connsiteX37" fmla="*/ 137885 w 1074057"/>
                <a:gd name="connsiteY37" fmla="*/ 968829 h 1070429"/>
                <a:gd name="connsiteX38" fmla="*/ 210457 w 1074057"/>
                <a:gd name="connsiteY38" fmla="*/ 1005115 h 1070429"/>
                <a:gd name="connsiteX39" fmla="*/ 250371 w 1074057"/>
                <a:gd name="connsiteY39" fmla="*/ 994229 h 1070429"/>
                <a:gd name="connsiteX40" fmla="*/ 290285 w 1074057"/>
                <a:gd name="connsiteY40" fmla="*/ 1052286 h 1070429"/>
                <a:gd name="connsiteX41" fmla="*/ 381000 w 1074057"/>
                <a:gd name="connsiteY41" fmla="*/ 1070429 h 1070429"/>
                <a:gd name="connsiteX42" fmla="*/ 449942 w 1074057"/>
                <a:gd name="connsiteY42" fmla="*/ 997857 h 1070429"/>
                <a:gd name="connsiteX43" fmla="*/ 609600 w 1074057"/>
                <a:gd name="connsiteY43" fmla="*/ 947057 h 1070429"/>
                <a:gd name="connsiteX44" fmla="*/ 678542 w 1074057"/>
                <a:gd name="connsiteY44" fmla="*/ 896257 h 1070429"/>
                <a:gd name="connsiteX45" fmla="*/ 765628 w 1074057"/>
                <a:gd name="connsiteY45" fmla="*/ 918029 h 1070429"/>
                <a:gd name="connsiteX46" fmla="*/ 856342 w 1074057"/>
                <a:gd name="connsiteY46" fmla="*/ 859972 h 1070429"/>
                <a:gd name="connsiteX47" fmla="*/ 845457 w 1074057"/>
                <a:gd name="connsiteY47" fmla="*/ 816429 h 1070429"/>
                <a:gd name="connsiteX48" fmla="*/ 885371 w 1074057"/>
                <a:gd name="connsiteY48" fmla="*/ 780143 h 1070429"/>
                <a:gd name="connsiteX49" fmla="*/ 852714 w 1074057"/>
                <a:gd name="connsiteY49" fmla="*/ 740229 h 1070429"/>
                <a:gd name="connsiteX50" fmla="*/ 878114 w 1074057"/>
                <a:gd name="connsiteY50" fmla="*/ 682172 h 1070429"/>
                <a:gd name="connsiteX51" fmla="*/ 867228 w 1074057"/>
                <a:gd name="connsiteY51" fmla="*/ 609600 h 1070429"/>
                <a:gd name="connsiteX52" fmla="*/ 943428 w 1074057"/>
                <a:gd name="connsiteY52" fmla="*/ 500743 h 1070429"/>
                <a:gd name="connsiteX53" fmla="*/ 925285 w 1074057"/>
                <a:gd name="connsiteY53" fmla="*/ 453572 h 1070429"/>
                <a:gd name="connsiteX54" fmla="*/ 961571 w 1074057"/>
                <a:gd name="connsiteY54" fmla="*/ 457200 h 1070429"/>
                <a:gd name="connsiteX55" fmla="*/ 947057 w 1074057"/>
                <a:gd name="connsiteY55" fmla="*/ 381000 h 1070429"/>
                <a:gd name="connsiteX56" fmla="*/ 972457 w 1074057"/>
                <a:gd name="connsiteY56" fmla="*/ 402772 h 1070429"/>
                <a:gd name="connsiteX57" fmla="*/ 986971 w 1074057"/>
                <a:gd name="connsiteY57" fmla="*/ 391886 h 1070429"/>
                <a:gd name="connsiteX58" fmla="*/ 979714 w 1074057"/>
                <a:gd name="connsiteY58" fmla="*/ 351972 h 1070429"/>
                <a:gd name="connsiteX59" fmla="*/ 1005114 w 1074057"/>
                <a:gd name="connsiteY59" fmla="*/ 351972 h 1070429"/>
                <a:gd name="connsiteX60" fmla="*/ 1055914 w 1074057"/>
                <a:gd name="connsiteY60" fmla="*/ 388257 h 107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74057" h="1070429">
                  <a:moveTo>
                    <a:pt x="1055914" y="388257"/>
                  </a:moveTo>
                  <a:lnTo>
                    <a:pt x="1074057" y="283029"/>
                  </a:lnTo>
                  <a:lnTo>
                    <a:pt x="1037771" y="264886"/>
                  </a:lnTo>
                  <a:lnTo>
                    <a:pt x="1012371" y="206829"/>
                  </a:lnTo>
                  <a:lnTo>
                    <a:pt x="1045028" y="141515"/>
                  </a:lnTo>
                  <a:lnTo>
                    <a:pt x="1023257" y="97972"/>
                  </a:lnTo>
                  <a:lnTo>
                    <a:pt x="1063171" y="90715"/>
                  </a:lnTo>
                  <a:lnTo>
                    <a:pt x="1048657" y="61686"/>
                  </a:lnTo>
                  <a:lnTo>
                    <a:pt x="794657" y="134257"/>
                  </a:lnTo>
                  <a:lnTo>
                    <a:pt x="751114" y="101600"/>
                  </a:lnTo>
                  <a:lnTo>
                    <a:pt x="664028" y="119743"/>
                  </a:lnTo>
                  <a:lnTo>
                    <a:pt x="653142" y="54429"/>
                  </a:lnTo>
                  <a:lnTo>
                    <a:pt x="584200" y="47172"/>
                  </a:lnTo>
                  <a:lnTo>
                    <a:pt x="540657" y="116115"/>
                  </a:lnTo>
                  <a:lnTo>
                    <a:pt x="453571" y="76200"/>
                  </a:lnTo>
                  <a:lnTo>
                    <a:pt x="457200" y="0"/>
                  </a:lnTo>
                  <a:lnTo>
                    <a:pt x="399142" y="58057"/>
                  </a:lnTo>
                  <a:lnTo>
                    <a:pt x="406400" y="141515"/>
                  </a:lnTo>
                  <a:lnTo>
                    <a:pt x="362857" y="181429"/>
                  </a:lnTo>
                  <a:lnTo>
                    <a:pt x="370114" y="235857"/>
                  </a:lnTo>
                  <a:lnTo>
                    <a:pt x="348342" y="261257"/>
                  </a:lnTo>
                  <a:lnTo>
                    <a:pt x="344714" y="326572"/>
                  </a:lnTo>
                  <a:lnTo>
                    <a:pt x="308428" y="402772"/>
                  </a:lnTo>
                  <a:lnTo>
                    <a:pt x="279400" y="384629"/>
                  </a:lnTo>
                  <a:lnTo>
                    <a:pt x="228600" y="413657"/>
                  </a:lnTo>
                  <a:lnTo>
                    <a:pt x="250371" y="497115"/>
                  </a:lnTo>
                  <a:lnTo>
                    <a:pt x="177800" y="508000"/>
                  </a:lnTo>
                  <a:lnTo>
                    <a:pt x="119742" y="551543"/>
                  </a:lnTo>
                  <a:lnTo>
                    <a:pt x="112485" y="613229"/>
                  </a:lnTo>
                  <a:lnTo>
                    <a:pt x="32657" y="624115"/>
                  </a:lnTo>
                  <a:lnTo>
                    <a:pt x="32657" y="660400"/>
                  </a:lnTo>
                  <a:lnTo>
                    <a:pt x="7257" y="769257"/>
                  </a:lnTo>
                  <a:lnTo>
                    <a:pt x="25400" y="823686"/>
                  </a:lnTo>
                  <a:lnTo>
                    <a:pt x="0" y="852715"/>
                  </a:lnTo>
                  <a:lnTo>
                    <a:pt x="7257" y="881743"/>
                  </a:lnTo>
                  <a:lnTo>
                    <a:pt x="47171" y="896257"/>
                  </a:lnTo>
                  <a:lnTo>
                    <a:pt x="68942" y="950686"/>
                  </a:lnTo>
                  <a:lnTo>
                    <a:pt x="137885" y="968829"/>
                  </a:lnTo>
                  <a:lnTo>
                    <a:pt x="210457" y="1005115"/>
                  </a:lnTo>
                  <a:lnTo>
                    <a:pt x="250371" y="994229"/>
                  </a:lnTo>
                  <a:lnTo>
                    <a:pt x="290285" y="1052286"/>
                  </a:lnTo>
                  <a:lnTo>
                    <a:pt x="381000" y="1070429"/>
                  </a:lnTo>
                  <a:lnTo>
                    <a:pt x="449942" y="997857"/>
                  </a:lnTo>
                  <a:lnTo>
                    <a:pt x="609600" y="947057"/>
                  </a:lnTo>
                  <a:lnTo>
                    <a:pt x="678542" y="896257"/>
                  </a:lnTo>
                  <a:lnTo>
                    <a:pt x="765628" y="918029"/>
                  </a:lnTo>
                  <a:lnTo>
                    <a:pt x="856342" y="859972"/>
                  </a:lnTo>
                  <a:lnTo>
                    <a:pt x="845457" y="816429"/>
                  </a:lnTo>
                  <a:lnTo>
                    <a:pt x="885371" y="780143"/>
                  </a:lnTo>
                  <a:lnTo>
                    <a:pt x="852714" y="740229"/>
                  </a:lnTo>
                  <a:lnTo>
                    <a:pt x="878114" y="682172"/>
                  </a:lnTo>
                  <a:lnTo>
                    <a:pt x="867228" y="609600"/>
                  </a:lnTo>
                  <a:lnTo>
                    <a:pt x="943428" y="500743"/>
                  </a:lnTo>
                  <a:lnTo>
                    <a:pt x="925285" y="453572"/>
                  </a:lnTo>
                  <a:lnTo>
                    <a:pt x="961571" y="457200"/>
                  </a:lnTo>
                  <a:lnTo>
                    <a:pt x="947057" y="381000"/>
                  </a:lnTo>
                  <a:lnTo>
                    <a:pt x="972457" y="402772"/>
                  </a:lnTo>
                  <a:lnTo>
                    <a:pt x="986971" y="391886"/>
                  </a:lnTo>
                  <a:lnTo>
                    <a:pt x="979714" y="351972"/>
                  </a:lnTo>
                  <a:lnTo>
                    <a:pt x="1005114" y="351972"/>
                  </a:lnTo>
                  <a:lnTo>
                    <a:pt x="1055914" y="388257"/>
                  </a:lnTo>
                  <a:close/>
                </a:path>
              </a:pathLst>
            </a:custGeom>
            <a:solidFill>
              <a:schemeClr val="tx2">
                <a:alpha val="69804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4" name="Freeform 90">
              <a:extLst>
                <a:ext uri="{FF2B5EF4-FFF2-40B4-BE49-F238E27FC236}">
                  <a16:creationId xmlns:a16="http://schemas.microsoft.com/office/drawing/2014/main" id="{55E53491-14D3-AFCD-7B09-952F88DE96CD}"/>
                </a:ext>
              </a:extLst>
            </p:cNvPr>
            <p:cNvSpPr/>
            <p:nvPr/>
          </p:nvSpPr>
          <p:spPr>
            <a:xfrm>
              <a:off x="6165857" y="2433631"/>
              <a:ext cx="1357314" cy="1444624"/>
            </a:xfrm>
            <a:custGeom>
              <a:avLst/>
              <a:gdLst>
                <a:gd name="connsiteX0" fmla="*/ 1030514 w 1357085"/>
                <a:gd name="connsiteY0" fmla="*/ 1433286 h 1433286"/>
                <a:gd name="connsiteX1" fmla="*/ 1099457 w 1357085"/>
                <a:gd name="connsiteY1" fmla="*/ 1338943 h 1433286"/>
                <a:gd name="connsiteX2" fmla="*/ 1081314 w 1357085"/>
                <a:gd name="connsiteY2" fmla="*/ 1273629 h 1433286"/>
                <a:gd name="connsiteX3" fmla="*/ 1121228 w 1357085"/>
                <a:gd name="connsiteY3" fmla="*/ 1034143 h 1433286"/>
                <a:gd name="connsiteX4" fmla="*/ 1099457 w 1357085"/>
                <a:gd name="connsiteY4" fmla="*/ 997857 h 1433286"/>
                <a:gd name="connsiteX5" fmla="*/ 1121228 w 1357085"/>
                <a:gd name="connsiteY5" fmla="*/ 947057 h 1433286"/>
                <a:gd name="connsiteX6" fmla="*/ 1113971 w 1357085"/>
                <a:gd name="connsiteY6" fmla="*/ 849086 h 1433286"/>
                <a:gd name="connsiteX7" fmla="*/ 1132114 w 1357085"/>
                <a:gd name="connsiteY7" fmla="*/ 740229 h 1433286"/>
                <a:gd name="connsiteX8" fmla="*/ 1150257 w 1357085"/>
                <a:gd name="connsiteY8" fmla="*/ 631372 h 1433286"/>
                <a:gd name="connsiteX9" fmla="*/ 1164771 w 1357085"/>
                <a:gd name="connsiteY9" fmla="*/ 584200 h 1433286"/>
                <a:gd name="connsiteX10" fmla="*/ 1201057 w 1357085"/>
                <a:gd name="connsiteY10" fmla="*/ 631372 h 1433286"/>
                <a:gd name="connsiteX11" fmla="*/ 1357085 w 1357085"/>
                <a:gd name="connsiteY11" fmla="*/ 406400 h 1433286"/>
                <a:gd name="connsiteX12" fmla="*/ 1317171 w 1357085"/>
                <a:gd name="connsiteY12" fmla="*/ 399143 h 1433286"/>
                <a:gd name="connsiteX13" fmla="*/ 1299028 w 1357085"/>
                <a:gd name="connsiteY13" fmla="*/ 366486 h 1433286"/>
                <a:gd name="connsiteX14" fmla="*/ 1259114 w 1357085"/>
                <a:gd name="connsiteY14" fmla="*/ 359229 h 1433286"/>
                <a:gd name="connsiteX15" fmla="*/ 1255485 w 1357085"/>
                <a:gd name="connsiteY15" fmla="*/ 304800 h 1433286"/>
                <a:gd name="connsiteX16" fmla="*/ 1299028 w 1357085"/>
                <a:gd name="connsiteY16" fmla="*/ 279400 h 1433286"/>
                <a:gd name="connsiteX17" fmla="*/ 1291771 w 1357085"/>
                <a:gd name="connsiteY17" fmla="*/ 239486 h 1433286"/>
                <a:gd name="connsiteX18" fmla="*/ 1237343 w 1357085"/>
                <a:gd name="connsiteY18" fmla="*/ 217714 h 1433286"/>
                <a:gd name="connsiteX19" fmla="*/ 1233714 w 1357085"/>
                <a:gd name="connsiteY19" fmla="*/ 181429 h 1433286"/>
                <a:gd name="connsiteX20" fmla="*/ 1161143 w 1357085"/>
                <a:gd name="connsiteY20" fmla="*/ 112486 h 1433286"/>
                <a:gd name="connsiteX21" fmla="*/ 1124857 w 1357085"/>
                <a:gd name="connsiteY21" fmla="*/ 119743 h 1433286"/>
                <a:gd name="connsiteX22" fmla="*/ 1103085 w 1357085"/>
                <a:gd name="connsiteY22" fmla="*/ 87086 h 1433286"/>
                <a:gd name="connsiteX23" fmla="*/ 1005114 w 1357085"/>
                <a:gd name="connsiteY23" fmla="*/ 29029 h 1433286"/>
                <a:gd name="connsiteX24" fmla="*/ 957943 w 1357085"/>
                <a:gd name="connsiteY24" fmla="*/ 87086 h 1433286"/>
                <a:gd name="connsiteX25" fmla="*/ 907143 w 1357085"/>
                <a:gd name="connsiteY25" fmla="*/ 127000 h 1433286"/>
                <a:gd name="connsiteX26" fmla="*/ 867228 w 1357085"/>
                <a:gd name="connsiteY26" fmla="*/ 156029 h 1433286"/>
                <a:gd name="connsiteX27" fmla="*/ 816428 w 1357085"/>
                <a:gd name="connsiteY27" fmla="*/ 170543 h 1433286"/>
                <a:gd name="connsiteX28" fmla="*/ 780143 w 1357085"/>
                <a:gd name="connsiteY28" fmla="*/ 192314 h 1433286"/>
                <a:gd name="connsiteX29" fmla="*/ 736600 w 1357085"/>
                <a:gd name="connsiteY29" fmla="*/ 210457 h 1433286"/>
                <a:gd name="connsiteX30" fmla="*/ 653143 w 1357085"/>
                <a:gd name="connsiteY30" fmla="*/ 210457 h 1433286"/>
                <a:gd name="connsiteX31" fmla="*/ 620485 w 1357085"/>
                <a:gd name="connsiteY31" fmla="*/ 250372 h 1433286"/>
                <a:gd name="connsiteX32" fmla="*/ 602343 w 1357085"/>
                <a:gd name="connsiteY32" fmla="*/ 290286 h 1433286"/>
                <a:gd name="connsiteX33" fmla="*/ 555171 w 1357085"/>
                <a:gd name="connsiteY33" fmla="*/ 322943 h 1433286"/>
                <a:gd name="connsiteX34" fmla="*/ 529771 w 1357085"/>
                <a:gd name="connsiteY34" fmla="*/ 330200 h 1433286"/>
                <a:gd name="connsiteX35" fmla="*/ 551543 w 1357085"/>
                <a:gd name="connsiteY35" fmla="*/ 279400 h 1433286"/>
                <a:gd name="connsiteX36" fmla="*/ 547914 w 1357085"/>
                <a:gd name="connsiteY36" fmla="*/ 232229 h 1433286"/>
                <a:gd name="connsiteX37" fmla="*/ 595085 w 1357085"/>
                <a:gd name="connsiteY37" fmla="*/ 221343 h 1433286"/>
                <a:gd name="connsiteX38" fmla="*/ 664028 w 1357085"/>
                <a:gd name="connsiteY38" fmla="*/ 166914 h 1433286"/>
                <a:gd name="connsiteX39" fmla="*/ 725714 w 1357085"/>
                <a:gd name="connsiteY39" fmla="*/ 163286 h 1433286"/>
                <a:gd name="connsiteX40" fmla="*/ 798285 w 1357085"/>
                <a:gd name="connsiteY40" fmla="*/ 127000 h 1433286"/>
                <a:gd name="connsiteX41" fmla="*/ 834571 w 1357085"/>
                <a:gd name="connsiteY41" fmla="*/ 134257 h 1433286"/>
                <a:gd name="connsiteX42" fmla="*/ 892628 w 1357085"/>
                <a:gd name="connsiteY42" fmla="*/ 112486 h 1433286"/>
                <a:gd name="connsiteX43" fmla="*/ 838200 w 1357085"/>
                <a:gd name="connsiteY43" fmla="*/ 7257 h 1433286"/>
                <a:gd name="connsiteX44" fmla="*/ 783771 w 1357085"/>
                <a:gd name="connsiteY44" fmla="*/ 0 h 1433286"/>
                <a:gd name="connsiteX45" fmla="*/ 729343 w 1357085"/>
                <a:gd name="connsiteY45" fmla="*/ 39914 h 1433286"/>
                <a:gd name="connsiteX46" fmla="*/ 671285 w 1357085"/>
                <a:gd name="connsiteY46" fmla="*/ 76200 h 1433286"/>
                <a:gd name="connsiteX47" fmla="*/ 605971 w 1357085"/>
                <a:gd name="connsiteY47" fmla="*/ 108857 h 1433286"/>
                <a:gd name="connsiteX48" fmla="*/ 562428 w 1357085"/>
                <a:gd name="connsiteY48" fmla="*/ 123372 h 1433286"/>
                <a:gd name="connsiteX49" fmla="*/ 508000 w 1357085"/>
                <a:gd name="connsiteY49" fmla="*/ 83457 h 1433286"/>
                <a:gd name="connsiteX50" fmla="*/ 475343 w 1357085"/>
                <a:gd name="connsiteY50" fmla="*/ 101600 h 1433286"/>
                <a:gd name="connsiteX51" fmla="*/ 439057 w 1357085"/>
                <a:gd name="connsiteY51" fmla="*/ 76200 h 1433286"/>
                <a:gd name="connsiteX52" fmla="*/ 417285 w 1357085"/>
                <a:gd name="connsiteY52" fmla="*/ 108857 h 1433286"/>
                <a:gd name="connsiteX53" fmla="*/ 442685 w 1357085"/>
                <a:gd name="connsiteY53" fmla="*/ 174172 h 1433286"/>
                <a:gd name="connsiteX54" fmla="*/ 428171 w 1357085"/>
                <a:gd name="connsiteY54" fmla="*/ 210457 h 1433286"/>
                <a:gd name="connsiteX55" fmla="*/ 391885 w 1357085"/>
                <a:gd name="connsiteY55" fmla="*/ 217714 h 1433286"/>
                <a:gd name="connsiteX56" fmla="*/ 373743 w 1357085"/>
                <a:gd name="connsiteY56" fmla="*/ 264886 h 1433286"/>
                <a:gd name="connsiteX57" fmla="*/ 322943 w 1357085"/>
                <a:gd name="connsiteY57" fmla="*/ 275772 h 1433286"/>
                <a:gd name="connsiteX58" fmla="*/ 283028 w 1357085"/>
                <a:gd name="connsiteY58" fmla="*/ 304800 h 1433286"/>
                <a:gd name="connsiteX59" fmla="*/ 203200 w 1357085"/>
                <a:gd name="connsiteY59" fmla="*/ 297543 h 1433286"/>
                <a:gd name="connsiteX60" fmla="*/ 145143 w 1357085"/>
                <a:gd name="connsiteY60" fmla="*/ 239486 h 1433286"/>
                <a:gd name="connsiteX61" fmla="*/ 87085 w 1357085"/>
                <a:gd name="connsiteY61" fmla="*/ 250372 h 1433286"/>
                <a:gd name="connsiteX62" fmla="*/ 39914 w 1357085"/>
                <a:gd name="connsiteY62" fmla="*/ 279400 h 1433286"/>
                <a:gd name="connsiteX63" fmla="*/ 39914 w 1357085"/>
                <a:gd name="connsiteY63" fmla="*/ 322943 h 1433286"/>
                <a:gd name="connsiteX64" fmla="*/ 0 w 1357085"/>
                <a:gd name="connsiteY64" fmla="*/ 377372 h 1433286"/>
                <a:gd name="connsiteX65" fmla="*/ 50800 w 1357085"/>
                <a:gd name="connsiteY65" fmla="*/ 406400 h 1433286"/>
                <a:gd name="connsiteX66" fmla="*/ 72571 w 1357085"/>
                <a:gd name="connsiteY66" fmla="*/ 413657 h 1433286"/>
                <a:gd name="connsiteX67" fmla="*/ 72571 w 1357085"/>
                <a:gd name="connsiteY67" fmla="*/ 464457 h 1433286"/>
                <a:gd name="connsiteX68" fmla="*/ 39914 w 1357085"/>
                <a:gd name="connsiteY68" fmla="*/ 522514 h 1433286"/>
                <a:gd name="connsiteX69" fmla="*/ 54428 w 1357085"/>
                <a:gd name="connsiteY69" fmla="*/ 598714 h 1433286"/>
                <a:gd name="connsiteX70" fmla="*/ 79828 w 1357085"/>
                <a:gd name="connsiteY70" fmla="*/ 613229 h 1433286"/>
                <a:gd name="connsiteX71" fmla="*/ 90714 w 1357085"/>
                <a:gd name="connsiteY71" fmla="*/ 642257 h 1433286"/>
                <a:gd name="connsiteX72" fmla="*/ 54428 w 1357085"/>
                <a:gd name="connsiteY72" fmla="*/ 653143 h 1433286"/>
                <a:gd name="connsiteX73" fmla="*/ 68943 w 1357085"/>
                <a:gd name="connsiteY73" fmla="*/ 689429 h 1433286"/>
                <a:gd name="connsiteX74" fmla="*/ 43543 w 1357085"/>
                <a:gd name="connsiteY74" fmla="*/ 758372 h 1433286"/>
                <a:gd name="connsiteX75" fmla="*/ 61685 w 1357085"/>
                <a:gd name="connsiteY75" fmla="*/ 801914 h 1433286"/>
                <a:gd name="connsiteX76" fmla="*/ 101600 w 1357085"/>
                <a:gd name="connsiteY76" fmla="*/ 830943 h 1433286"/>
                <a:gd name="connsiteX77" fmla="*/ 83457 w 1357085"/>
                <a:gd name="connsiteY77" fmla="*/ 928914 h 1433286"/>
                <a:gd name="connsiteX78" fmla="*/ 68943 w 1357085"/>
                <a:gd name="connsiteY78" fmla="*/ 947057 h 1433286"/>
                <a:gd name="connsiteX79" fmla="*/ 72571 w 1357085"/>
                <a:gd name="connsiteY79" fmla="*/ 961572 h 1433286"/>
                <a:gd name="connsiteX80" fmla="*/ 264885 w 1357085"/>
                <a:gd name="connsiteY80" fmla="*/ 889000 h 1433286"/>
                <a:gd name="connsiteX81" fmla="*/ 264885 w 1357085"/>
                <a:gd name="connsiteY81" fmla="*/ 852714 h 1433286"/>
                <a:gd name="connsiteX82" fmla="*/ 391885 w 1357085"/>
                <a:gd name="connsiteY82" fmla="*/ 830943 h 1433286"/>
                <a:gd name="connsiteX83" fmla="*/ 449943 w 1357085"/>
                <a:gd name="connsiteY83" fmla="*/ 881743 h 1433286"/>
                <a:gd name="connsiteX84" fmla="*/ 482600 w 1357085"/>
                <a:gd name="connsiteY84" fmla="*/ 845457 h 1433286"/>
                <a:gd name="connsiteX85" fmla="*/ 526143 w 1357085"/>
                <a:gd name="connsiteY85" fmla="*/ 849086 h 1433286"/>
                <a:gd name="connsiteX86" fmla="*/ 555171 w 1357085"/>
                <a:gd name="connsiteY86" fmla="*/ 914400 h 1433286"/>
                <a:gd name="connsiteX87" fmla="*/ 587828 w 1357085"/>
                <a:gd name="connsiteY87" fmla="*/ 932543 h 1433286"/>
                <a:gd name="connsiteX88" fmla="*/ 620485 w 1357085"/>
                <a:gd name="connsiteY88" fmla="*/ 954314 h 1433286"/>
                <a:gd name="connsiteX89" fmla="*/ 674914 w 1357085"/>
                <a:gd name="connsiteY89" fmla="*/ 936172 h 1433286"/>
                <a:gd name="connsiteX90" fmla="*/ 791028 w 1357085"/>
                <a:gd name="connsiteY90" fmla="*/ 1034143 h 1433286"/>
                <a:gd name="connsiteX91" fmla="*/ 834571 w 1357085"/>
                <a:gd name="connsiteY91" fmla="*/ 1023257 h 1433286"/>
                <a:gd name="connsiteX92" fmla="*/ 921657 w 1357085"/>
                <a:gd name="connsiteY92" fmla="*/ 1045029 h 1433286"/>
                <a:gd name="connsiteX93" fmla="*/ 961571 w 1357085"/>
                <a:gd name="connsiteY93" fmla="*/ 1113972 h 1433286"/>
                <a:gd name="connsiteX94" fmla="*/ 903514 w 1357085"/>
                <a:gd name="connsiteY94" fmla="*/ 1280886 h 1433286"/>
                <a:gd name="connsiteX95" fmla="*/ 903514 w 1357085"/>
                <a:gd name="connsiteY95" fmla="*/ 1317172 h 1433286"/>
                <a:gd name="connsiteX96" fmla="*/ 932543 w 1357085"/>
                <a:gd name="connsiteY96" fmla="*/ 1328057 h 1433286"/>
                <a:gd name="connsiteX97" fmla="*/ 936171 w 1357085"/>
                <a:gd name="connsiteY97" fmla="*/ 1378857 h 1433286"/>
                <a:gd name="connsiteX98" fmla="*/ 1030514 w 1357085"/>
                <a:gd name="connsiteY98" fmla="*/ 1433286 h 1433286"/>
                <a:gd name="connsiteX0" fmla="*/ 1030514 w 1357085"/>
                <a:gd name="connsiteY0" fmla="*/ 1433286 h 1433286"/>
                <a:gd name="connsiteX1" fmla="*/ 1099457 w 1357085"/>
                <a:gd name="connsiteY1" fmla="*/ 1338943 h 1433286"/>
                <a:gd name="connsiteX2" fmla="*/ 1081314 w 1357085"/>
                <a:gd name="connsiteY2" fmla="*/ 1273629 h 1433286"/>
                <a:gd name="connsiteX3" fmla="*/ 1121228 w 1357085"/>
                <a:gd name="connsiteY3" fmla="*/ 1034143 h 1433286"/>
                <a:gd name="connsiteX4" fmla="*/ 1099457 w 1357085"/>
                <a:gd name="connsiteY4" fmla="*/ 997857 h 1433286"/>
                <a:gd name="connsiteX5" fmla="*/ 1121228 w 1357085"/>
                <a:gd name="connsiteY5" fmla="*/ 947057 h 1433286"/>
                <a:gd name="connsiteX6" fmla="*/ 1113971 w 1357085"/>
                <a:gd name="connsiteY6" fmla="*/ 849086 h 1433286"/>
                <a:gd name="connsiteX7" fmla="*/ 1132114 w 1357085"/>
                <a:gd name="connsiteY7" fmla="*/ 740229 h 1433286"/>
                <a:gd name="connsiteX8" fmla="*/ 1150257 w 1357085"/>
                <a:gd name="connsiteY8" fmla="*/ 631372 h 1433286"/>
                <a:gd name="connsiteX9" fmla="*/ 1164771 w 1357085"/>
                <a:gd name="connsiteY9" fmla="*/ 584200 h 1433286"/>
                <a:gd name="connsiteX10" fmla="*/ 1201057 w 1357085"/>
                <a:gd name="connsiteY10" fmla="*/ 631372 h 1433286"/>
                <a:gd name="connsiteX11" fmla="*/ 1357085 w 1357085"/>
                <a:gd name="connsiteY11" fmla="*/ 406400 h 1433286"/>
                <a:gd name="connsiteX12" fmla="*/ 1317171 w 1357085"/>
                <a:gd name="connsiteY12" fmla="*/ 399143 h 1433286"/>
                <a:gd name="connsiteX13" fmla="*/ 1299028 w 1357085"/>
                <a:gd name="connsiteY13" fmla="*/ 366486 h 1433286"/>
                <a:gd name="connsiteX14" fmla="*/ 1259114 w 1357085"/>
                <a:gd name="connsiteY14" fmla="*/ 359229 h 1433286"/>
                <a:gd name="connsiteX15" fmla="*/ 1255485 w 1357085"/>
                <a:gd name="connsiteY15" fmla="*/ 304800 h 1433286"/>
                <a:gd name="connsiteX16" fmla="*/ 1299028 w 1357085"/>
                <a:gd name="connsiteY16" fmla="*/ 279400 h 1433286"/>
                <a:gd name="connsiteX17" fmla="*/ 1291771 w 1357085"/>
                <a:gd name="connsiteY17" fmla="*/ 239486 h 1433286"/>
                <a:gd name="connsiteX18" fmla="*/ 1237343 w 1357085"/>
                <a:gd name="connsiteY18" fmla="*/ 217714 h 1433286"/>
                <a:gd name="connsiteX19" fmla="*/ 1233714 w 1357085"/>
                <a:gd name="connsiteY19" fmla="*/ 181429 h 1433286"/>
                <a:gd name="connsiteX20" fmla="*/ 1161143 w 1357085"/>
                <a:gd name="connsiteY20" fmla="*/ 112486 h 1433286"/>
                <a:gd name="connsiteX21" fmla="*/ 1124857 w 1357085"/>
                <a:gd name="connsiteY21" fmla="*/ 119743 h 1433286"/>
                <a:gd name="connsiteX22" fmla="*/ 1103085 w 1357085"/>
                <a:gd name="connsiteY22" fmla="*/ 87086 h 1433286"/>
                <a:gd name="connsiteX23" fmla="*/ 1005114 w 1357085"/>
                <a:gd name="connsiteY23" fmla="*/ 29029 h 1433286"/>
                <a:gd name="connsiteX24" fmla="*/ 957943 w 1357085"/>
                <a:gd name="connsiteY24" fmla="*/ 87086 h 1433286"/>
                <a:gd name="connsiteX25" fmla="*/ 907143 w 1357085"/>
                <a:gd name="connsiteY25" fmla="*/ 127000 h 1433286"/>
                <a:gd name="connsiteX26" fmla="*/ 867228 w 1357085"/>
                <a:gd name="connsiteY26" fmla="*/ 156029 h 1433286"/>
                <a:gd name="connsiteX27" fmla="*/ 816428 w 1357085"/>
                <a:gd name="connsiteY27" fmla="*/ 170543 h 1433286"/>
                <a:gd name="connsiteX28" fmla="*/ 780143 w 1357085"/>
                <a:gd name="connsiteY28" fmla="*/ 192314 h 1433286"/>
                <a:gd name="connsiteX29" fmla="*/ 736600 w 1357085"/>
                <a:gd name="connsiteY29" fmla="*/ 210457 h 1433286"/>
                <a:gd name="connsiteX30" fmla="*/ 653143 w 1357085"/>
                <a:gd name="connsiteY30" fmla="*/ 210457 h 1433286"/>
                <a:gd name="connsiteX31" fmla="*/ 620485 w 1357085"/>
                <a:gd name="connsiteY31" fmla="*/ 250372 h 1433286"/>
                <a:gd name="connsiteX32" fmla="*/ 602343 w 1357085"/>
                <a:gd name="connsiteY32" fmla="*/ 290286 h 1433286"/>
                <a:gd name="connsiteX33" fmla="*/ 555171 w 1357085"/>
                <a:gd name="connsiteY33" fmla="*/ 322943 h 1433286"/>
                <a:gd name="connsiteX34" fmla="*/ 529771 w 1357085"/>
                <a:gd name="connsiteY34" fmla="*/ 330200 h 1433286"/>
                <a:gd name="connsiteX35" fmla="*/ 551543 w 1357085"/>
                <a:gd name="connsiteY35" fmla="*/ 279400 h 1433286"/>
                <a:gd name="connsiteX36" fmla="*/ 547914 w 1357085"/>
                <a:gd name="connsiteY36" fmla="*/ 232229 h 1433286"/>
                <a:gd name="connsiteX37" fmla="*/ 595085 w 1357085"/>
                <a:gd name="connsiteY37" fmla="*/ 221343 h 1433286"/>
                <a:gd name="connsiteX38" fmla="*/ 664028 w 1357085"/>
                <a:gd name="connsiteY38" fmla="*/ 166914 h 1433286"/>
                <a:gd name="connsiteX39" fmla="*/ 725714 w 1357085"/>
                <a:gd name="connsiteY39" fmla="*/ 163286 h 1433286"/>
                <a:gd name="connsiteX40" fmla="*/ 798285 w 1357085"/>
                <a:gd name="connsiteY40" fmla="*/ 127000 h 1433286"/>
                <a:gd name="connsiteX41" fmla="*/ 834571 w 1357085"/>
                <a:gd name="connsiteY41" fmla="*/ 134257 h 1433286"/>
                <a:gd name="connsiteX42" fmla="*/ 892628 w 1357085"/>
                <a:gd name="connsiteY42" fmla="*/ 112486 h 1433286"/>
                <a:gd name="connsiteX43" fmla="*/ 838200 w 1357085"/>
                <a:gd name="connsiteY43" fmla="*/ 7257 h 1433286"/>
                <a:gd name="connsiteX44" fmla="*/ 783771 w 1357085"/>
                <a:gd name="connsiteY44" fmla="*/ 0 h 1433286"/>
                <a:gd name="connsiteX45" fmla="*/ 717913 w 1357085"/>
                <a:gd name="connsiteY45" fmla="*/ 32294 h 1433286"/>
                <a:gd name="connsiteX46" fmla="*/ 671285 w 1357085"/>
                <a:gd name="connsiteY46" fmla="*/ 76200 h 1433286"/>
                <a:gd name="connsiteX47" fmla="*/ 605971 w 1357085"/>
                <a:gd name="connsiteY47" fmla="*/ 108857 h 1433286"/>
                <a:gd name="connsiteX48" fmla="*/ 562428 w 1357085"/>
                <a:gd name="connsiteY48" fmla="*/ 123372 h 1433286"/>
                <a:gd name="connsiteX49" fmla="*/ 508000 w 1357085"/>
                <a:gd name="connsiteY49" fmla="*/ 83457 h 1433286"/>
                <a:gd name="connsiteX50" fmla="*/ 475343 w 1357085"/>
                <a:gd name="connsiteY50" fmla="*/ 101600 h 1433286"/>
                <a:gd name="connsiteX51" fmla="*/ 439057 w 1357085"/>
                <a:gd name="connsiteY51" fmla="*/ 76200 h 1433286"/>
                <a:gd name="connsiteX52" fmla="*/ 417285 w 1357085"/>
                <a:gd name="connsiteY52" fmla="*/ 108857 h 1433286"/>
                <a:gd name="connsiteX53" fmla="*/ 442685 w 1357085"/>
                <a:gd name="connsiteY53" fmla="*/ 174172 h 1433286"/>
                <a:gd name="connsiteX54" fmla="*/ 428171 w 1357085"/>
                <a:gd name="connsiteY54" fmla="*/ 210457 h 1433286"/>
                <a:gd name="connsiteX55" fmla="*/ 391885 w 1357085"/>
                <a:gd name="connsiteY55" fmla="*/ 217714 h 1433286"/>
                <a:gd name="connsiteX56" fmla="*/ 373743 w 1357085"/>
                <a:gd name="connsiteY56" fmla="*/ 264886 h 1433286"/>
                <a:gd name="connsiteX57" fmla="*/ 322943 w 1357085"/>
                <a:gd name="connsiteY57" fmla="*/ 275772 h 1433286"/>
                <a:gd name="connsiteX58" fmla="*/ 283028 w 1357085"/>
                <a:gd name="connsiteY58" fmla="*/ 304800 h 1433286"/>
                <a:gd name="connsiteX59" fmla="*/ 203200 w 1357085"/>
                <a:gd name="connsiteY59" fmla="*/ 297543 h 1433286"/>
                <a:gd name="connsiteX60" fmla="*/ 145143 w 1357085"/>
                <a:gd name="connsiteY60" fmla="*/ 239486 h 1433286"/>
                <a:gd name="connsiteX61" fmla="*/ 87085 w 1357085"/>
                <a:gd name="connsiteY61" fmla="*/ 250372 h 1433286"/>
                <a:gd name="connsiteX62" fmla="*/ 39914 w 1357085"/>
                <a:gd name="connsiteY62" fmla="*/ 279400 h 1433286"/>
                <a:gd name="connsiteX63" fmla="*/ 39914 w 1357085"/>
                <a:gd name="connsiteY63" fmla="*/ 322943 h 1433286"/>
                <a:gd name="connsiteX64" fmla="*/ 0 w 1357085"/>
                <a:gd name="connsiteY64" fmla="*/ 377372 h 1433286"/>
                <a:gd name="connsiteX65" fmla="*/ 50800 w 1357085"/>
                <a:gd name="connsiteY65" fmla="*/ 406400 h 1433286"/>
                <a:gd name="connsiteX66" fmla="*/ 72571 w 1357085"/>
                <a:gd name="connsiteY66" fmla="*/ 413657 h 1433286"/>
                <a:gd name="connsiteX67" fmla="*/ 72571 w 1357085"/>
                <a:gd name="connsiteY67" fmla="*/ 464457 h 1433286"/>
                <a:gd name="connsiteX68" fmla="*/ 39914 w 1357085"/>
                <a:gd name="connsiteY68" fmla="*/ 522514 h 1433286"/>
                <a:gd name="connsiteX69" fmla="*/ 54428 w 1357085"/>
                <a:gd name="connsiteY69" fmla="*/ 598714 h 1433286"/>
                <a:gd name="connsiteX70" fmla="*/ 79828 w 1357085"/>
                <a:gd name="connsiteY70" fmla="*/ 613229 h 1433286"/>
                <a:gd name="connsiteX71" fmla="*/ 90714 w 1357085"/>
                <a:gd name="connsiteY71" fmla="*/ 642257 h 1433286"/>
                <a:gd name="connsiteX72" fmla="*/ 54428 w 1357085"/>
                <a:gd name="connsiteY72" fmla="*/ 653143 h 1433286"/>
                <a:gd name="connsiteX73" fmla="*/ 68943 w 1357085"/>
                <a:gd name="connsiteY73" fmla="*/ 689429 h 1433286"/>
                <a:gd name="connsiteX74" fmla="*/ 43543 w 1357085"/>
                <a:gd name="connsiteY74" fmla="*/ 758372 h 1433286"/>
                <a:gd name="connsiteX75" fmla="*/ 61685 w 1357085"/>
                <a:gd name="connsiteY75" fmla="*/ 801914 h 1433286"/>
                <a:gd name="connsiteX76" fmla="*/ 101600 w 1357085"/>
                <a:gd name="connsiteY76" fmla="*/ 830943 h 1433286"/>
                <a:gd name="connsiteX77" fmla="*/ 83457 w 1357085"/>
                <a:gd name="connsiteY77" fmla="*/ 928914 h 1433286"/>
                <a:gd name="connsiteX78" fmla="*/ 68943 w 1357085"/>
                <a:gd name="connsiteY78" fmla="*/ 947057 h 1433286"/>
                <a:gd name="connsiteX79" fmla="*/ 72571 w 1357085"/>
                <a:gd name="connsiteY79" fmla="*/ 961572 h 1433286"/>
                <a:gd name="connsiteX80" fmla="*/ 264885 w 1357085"/>
                <a:gd name="connsiteY80" fmla="*/ 889000 h 1433286"/>
                <a:gd name="connsiteX81" fmla="*/ 264885 w 1357085"/>
                <a:gd name="connsiteY81" fmla="*/ 852714 h 1433286"/>
                <a:gd name="connsiteX82" fmla="*/ 391885 w 1357085"/>
                <a:gd name="connsiteY82" fmla="*/ 830943 h 1433286"/>
                <a:gd name="connsiteX83" fmla="*/ 449943 w 1357085"/>
                <a:gd name="connsiteY83" fmla="*/ 881743 h 1433286"/>
                <a:gd name="connsiteX84" fmla="*/ 482600 w 1357085"/>
                <a:gd name="connsiteY84" fmla="*/ 845457 h 1433286"/>
                <a:gd name="connsiteX85" fmla="*/ 526143 w 1357085"/>
                <a:gd name="connsiteY85" fmla="*/ 849086 h 1433286"/>
                <a:gd name="connsiteX86" fmla="*/ 555171 w 1357085"/>
                <a:gd name="connsiteY86" fmla="*/ 914400 h 1433286"/>
                <a:gd name="connsiteX87" fmla="*/ 587828 w 1357085"/>
                <a:gd name="connsiteY87" fmla="*/ 932543 h 1433286"/>
                <a:gd name="connsiteX88" fmla="*/ 620485 w 1357085"/>
                <a:gd name="connsiteY88" fmla="*/ 954314 h 1433286"/>
                <a:gd name="connsiteX89" fmla="*/ 674914 w 1357085"/>
                <a:gd name="connsiteY89" fmla="*/ 936172 h 1433286"/>
                <a:gd name="connsiteX90" fmla="*/ 791028 w 1357085"/>
                <a:gd name="connsiteY90" fmla="*/ 1034143 h 1433286"/>
                <a:gd name="connsiteX91" fmla="*/ 834571 w 1357085"/>
                <a:gd name="connsiteY91" fmla="*/ 1023257 h 1433286"/>
                <a:gd name="connsiteX92" fmla="*/ 921657 w 1357085"/>
                <a:gd name="connsiteY92" fmla="*/ 1045029 h 1433286"/>
                <a:gd name="connsiteX93" fmla="*/ 961571 w 1357085"/>
                <a:gd name="connsiteY93" fmla="*/ 1113972 h 1433286"/>
                <a:gd name="connsiteX94" fmla="*/ 903514 w 1357085"/>
                <a:gd name="connsiteY94" fmla="*/ 1280886 h 1433286"/>
                <a:gd name="connsiteX95" fmla="*/ 903514 w 1357085"/>
                <a:gd name="connsiteY95" fmla="*/ 1317172 h 1433286"/>
                <a:gd name="connsiteX96" fmla="*/ 932543 w 1357085"/>
                <a:gd name="connsiteY96" fmla="*/ 1328057 h 1433286"/>
                <a:gd name="connsiteX97" fmla="*/ 936171 w 1357085"/>
                <a:gd name="connsiteY97" fmla="*/ 1378857 h 1433286"/>
                <a:gd name="connsiteX98" fmla="*/ 1030514 w 1357085"/>
                <a:gd name="connsiteY98" fmla="*/ 1433286 h 1433286"/>
                <a:gd name="connsiteX0" fmla="*/ 1030514 w 1357085"/>
                <a:gd name="connsiteY0" fmla="*/ 1433286 h 1433286"/>
                <a:gd name="connsiteX1" fmla="*/ 1099457 w 1357085"/>
                <a:gd name="connsiteY1" fmla="*/ 1338943 h 1433286"/>
                <a:gd name="connsiteX2" fmla="*/ 1081314 w 1357085"/>
                <a:gd name="connsiteY2" fmla="*/ 1273629 h 1433286"/>
                <a:gd name="connsiteX3" fmla="*/ 1121228 w 1357085"/>
                <a:gd name="connsiteY3" fmla="*/ 1034143 h 1433286"/>
                <a:gd name="connsiteX4" fmla="*/ 1099457 w 1357085"/>
                <a:gd name="connsiteY4" fmla="*/ 997857 h 1433286"/>
                <a:gd name="connsiteX5" fmla="*/ 1121228 w 1357085"/>
                <a:gd name="connsiteY5" fmla="*/ 947057 h 1433286"/>
                <a:gd name="connsiteX6" fmla="*/ 1113971 w 1357085"/>
                <a:gd name="connsiteY6" fmla="*/ 849086 h 1433286"/>
                <a:gd name="connsiteX7" fmla="*/ 1132114 w 1357085"/>
                <a:gd name="connsiteY7" fmla="*/ 740229 h 1433286"/>
                <a:gd name="connsiteX8" fmla="*/ 1150257 w 1357085"/>
                <a:gd name="connsiteY8" fmla="*/ 631372 h 1433286"/>
                <a:gd name="connsiteX9" fmla="*/ 1164771 w 1357085"/>
                <a:gd name="connsiteY9" fmla="*/ 584200 h 1433286"/>
                <a:gd name="connsiteX10" fmla="*/ 1201057 w 1357085"/>
                <a:gd name="connsiteY10" fmla="*/ 631372 h 1433286"/>
                <a:gd name="connsiteX11" fmla="*/ 1357085 w 1357085"/>
                <a:gd name="connsiteY11" fmla="*/ 406400 h 1433286"/>
                <a:gd name="connsiteX12" fmla="*/ 1317171 w 1357085"/>
                <a:gd name="connsiteY12" fmla="*/ 399143 h 1433286"/>
                <a:gd name="connsiteX13" fmla="*/ 1299028 w 1357085"/>
                <a:gd name="connsiteY13" fmla="*/ 366486 h 1433286"/>
                <a:gd name="connsiteX14" fmla="*/ 1259114 w 1357085"/>
                <a:gd name="connsiteY14" fmla="*/ 359229 h 1433286"/>
                <a:gd name="connsiteX15" fmla="*/ 1255485 w 1357085"/>
                <a:gd name="connsiteY15" fmla="*/ 304800 h 1433286"/>
                <a:gd name="connsiteX16" fmla="*/ 1299028 w 1357085"/>
                <a:gd name="connsiteY16" fmla="*/ 279400 h 1433286"/>
                <a:gd name="connsiteX17" fmla="*/ 1291771 w 1357085"/>
                <a:gd name="connsiteY17" fmla="*/ 239486 h 1433286"/>
                <a:gd name="connsiteX18" fmla="*/ 1237343 w 1357085"/>
                <a:gd name="connsiteY18" fmla="*/ 217714 h 1433286"/>
                <a:gd name="connsiteX19" fmla="*/ 1233714 w 1357085"/>
                <a:gd name="connsiteY19" fmla="*/ 181429 h 1433286"/>
                <a:gd name="connsiteX20" fmla="*/ 1161143 w 1357085"/>
                <a:gd name="connsiteY20" fmla="*/ 112486 h 1433286"/>
                <a:gd name="connsiteX21" fmla="*/ 1124857 w 1357085"/>
                <a:gd name="connsiteY21" fmla="*/ 119743 h 1433286"/>
                <a:gd name="connsiteX22" fmla="*/ 1103085 w 1357085"/>
                <a:gd name="connsiteY22" fmla="*/ 87086 h 1433286"/>
                <a:gd name="connsiteX23" fmla="*/ 1005114 w 1357085"/>
                <a:gd name="connsiteY23" fmla="*/ 29029 h 1433286"/>
                <a:gd name="connsiteX24" fmla="*/ 957943 w 1357085"/>
                <a:gd name="connsiteY24" fmla="*/ 87086 h 1433286"/>
                <a:gd name="connsiteX25" fmla="*/ 907143 w 1357085"/>
                <a:gd name="connsiteY25" fmla="*/ 127000 h 1433286"/>
                <a:gd name="connsiteX26" fmla="*/ 867228 w 1357085"/>
                <a:gd name="connsiteY26" fmla="*/ 156029 h 1433286"/>
                <a:gd name="connsiteX27" fmla="*/ 816428 w 1357085"/>
                <a:gd name="connsiteY27" fmla="*/ 170543 h 1433286"/>
                <a:gd name="connsiteX28" fmla="*/ 780143 w 1357085"/>
                <a:gd name="connsiteY28" fmla="*/ 192314 h 1433286"/>
                <a:gd name="connsiteX29" fmla="*/ 736600 w 1357085"/>
                <a:gd name="connsiteY29" fmla="*/ 210457 h 1433286"/>
                <a:gd name="connsiteX30" fmla="*/ 653143 w 1357085"/>
                <a:gd name="connsiteY30" fmla="*/ 210457 h 1433286"/>
                <a:gd name="connsiteX31" fmla="*/ 620485 w 1357085"/>
                <a:gd name="connsiteY31" fmla="*/ 250372 h 1433286"/>
                <a:gd name="connsiteX32" fmla="*/ 602343 w 1357085"/>
                <a:gd name="connsiteY32" fmla="*/ 290286 h 1433286"/>
                <a:gd name="connsiteX33" fmla="*/ 555171 w 1357085"/>
                <a:gd name="connsiteY33" fmla="*/ 322943 h 1433286"/>
                <a:gd name="connsiteX34" fmla="*/ 529771 w 1357085"/>
                <a:gd name="connsiteY34" fmla="*/ 330200 h 1433286"/>
                <a:gd name="connsiteX35" fmla="*/ 551543 w 1357085"/>
                <a:gd name="connsiteY35" fmla="*/ 279400 h 1433286"/>
                <a:gd name="connsiteX36" fmla="*/ 547914 w 1357085"/>
                <a:gd name="connsiteY36" fmla="*/ 232229 h 1433286"/>
                <a:gd name="connsiteX37" fmla="*/ 595085 w 1357085"/>
                <a:gd name="connsiteY37" fmla="*/ 221343 h 1433286"/>
                <a:gd name="connsiteX38" fmla="*/ 664028 w 1357085"/>
                <a:gd name="connsiteY38" fmla="*/ 166914 h 1433286"/>
                <a:gd name="connsiteX39" fmla="*/ 725714 w 1357085"/>
                <a:gd name="connsiteY39" fmla="*/ 163286 h 1433286"/>
                <a:gd name="connsiteX40" fmla="*/ 798285 w 1357085"/>
                <a:gd name="connsiteY40" fmla="*/ 127000 h 1433286"/>
                <a:gd name="connsiteX41" fmla="*/ 834571 w 1357085"/>
                <a:gd name="connsiteY41" fmla="*/ 134257 h 1433286"/>
                <a:gd name="connsiteX42" fmla="*/ 892628 w 1357085"/>
                <a:gd name="connsiteY42" fmla="*/ 112486 h 1433286"/>
                <a:gd name="connsiteX43" fmla="*/ 838200 w 1357085"/>
                <a:gd name="connsiteY43" fmla="*/ 7257 h 1433286"/>
                <a:gd name="connsiteX44" fmla="*/ 783771 w 1357085"/>
                <a:gd name="connsiteY44" fmla="*/ 0 h 1433286"/>
                <a:gd name="connsiteX45" fmla="*/ 717913 w 1357085"/>
                <a:gd name="connsiteY45" fmla="*/ 32294 h 1433286"/>
                <a:gd name="connsiteX46" fmla="*/ 667475 w 1357085"/>
                <a:gd name="connsiteY46" fmla="*/ 64770 h 1433286"/>
                <a:gd name="connsiteX47" fmla="*/ 605971 w 1357085"/>
                <a:gd name="connsiteY47" fmla="*/ 108857 h 1433286"/>
                <a:gd name="connsiteX48" fmla="*/ 562428 w 1357085"/>
                <a:gd name="connsiteY48" fmla="*/ 123372 h 1433286"/>
                <a:gd name="connsiteX49" fmla="*/ 508000 w 1357085"/>
                <a:gd name="connsiteY49" fmla="*/ 83457 h 1433286"/>
                <a:gd name="connsiteX50" fmla="*/ 475343 w 1357085"/>
                <a:gd name="connsiteY50" fmla="*/ 101600 h 1433286"/>
                <a:gd name="connsiteX51" fmla="*/ 439057 w 1357085"/>
                <a:gd name="connsiteY51" fmla="*/ 76200 h 1433286"/>
                <a:gd name="connsiteX52" fmla="*/ 417285 w 1357085"/>
                <a:gd name="connsiteY52" fmla="*/ 108857 h 1433286"/>
                <a:gd name="connsiteX53" fmla="*/ 442685 w 1357085"/>
                <a:gd name="connsiteY53" fmla="*/ 174172 h 1433286"/>
                <a:gd name="connsiteX54" fmla="*/ 428171 w 1357085"/>
                <a:gd name="connsiteY54" fmla="*/ 210457 h 1433286"/>
                <a:gd name="connsiteX55" fmla="*/ 391885 w 1357085"/>
                <a:gd name="connsiteY55" fmla="*/ 217714 h 1433286"/>
                <a:gd name="connsiteX56" fmla="*/ 373743 w 1357085"/>
                <a:gd name="connsiteY56" fmla="*/ 264886 h 1433286"/>
                <a:gd name="connsiteX57" fmla="*/ 322943 w 1357085"/>
                <a:gd name="connsiteY57" fmla="*/ 275772 h 1433286"/>
                <a:gd name="connsiteX58" fmla="*/ 283028 w 1357085"/>
                <a:gd name="connsiteY58" fmla="*/ 304800 h 1433286"/>
                <a:gd name="connsiteX59" fmla="*/ 203200 w 1357085"/>
                <a:gd name="connsiteY59" fmla="*/ 297543 h 1433286"/>
                <a:gd name="connsiteX60" fmla="*/ 145143 w 1357085"/>
                <a:gd name="connsiteY60" fmla="*/ 239486 h 1433286"/>
                <a:gd name="connsiteX61" fmla="*/ 87085 w 1357085"/>
                <a:gd name="connsiteY61" fmla="*/ 250372 h 1433286"/>
                <a:gd name="connsiteX62" fmla="*/ 39914 w 1357085"/>
                <a:gd name="connsiteY62" fmla="*/ 279400 h 1433286"/>
                <a:gd name="connsiteX63" fmla="*/ 39914 w 1357085"/>
                <a:gd name="connsiteY63" fmla="*/ 322943 h 1433286"/>
                <a:gd name="connsiteX64" fmla="*/ 0 w 1357085"/>
                <a:gd name="connsiteY64" fmla="*/ 377372 h 1433286"/>
                <a:gd name="connsiteX65" fmla="*/ 50800 w 1357085"/>
                <a:gd name="connsiteY65" fmla="*/ 406400 h 1433286"/>
                <a:gd name="connsiteX66" fmla="*/ 72571 w 1357085"/>
                <a:gd name="connsiteY66" fmla="*/ 413657 h 1433286"/>
                <a:gd name="connsiteX67" fmla="*/ 72571 w 1357085"/>
                <a:gd name="connsiteY67" fmla="*/ 464457 h 1433286"/>
                <a:gd name="connsiteX68" fmla="*/ 39914 w 1357085"/>
                <a:gd name="connsiteY68" fmla="*/ 522514 h 1433286"/>
                <a:gd name="connsiteX69" fmla="*/ 54428 w 1357085"/>
                <a:gd name="connsiteY69" fmla="*/ 598714 h 1433286"/>
                <a:gd name="connsiteX70" fmla="*/ 79828 w 1357085"/>
                <a:gd name="connsiteY70" fmla="*/ 613229 h 1433286"/>
                <a:gd name="connsiteX71" fmla="*/ 90714 w 1357085"/>
                <a:gd name="connsiteY71" fmla="*/ 642257 h 1433286"/>
                <a:gd name="connsiteX72" fmla="*/ 54428 w 1357085"/>
                <a:gd name="connsiteY72" fmla="*/ 653143 h 1433286"/>
                <a:gd name="connsiteX73" fmla="*/ 68943 w 1357085"/>
                <a:gd name="connsiteY73" fmla="*/ 689429 h 1433286"/>
                <a:gd name="connsiteX74" fmla="*/ 43543 w 1357085"/>
                <a:gd name="connsiteY74" fmla="*/ 758372 h 1433286"/>
                <a:gd name="connsiteX75" fmla="*/ 61685 w 1357085"/>
                <a:gd name="connsiteY75" fmla="*/ 801914 h 1433286"/>
                <a:gd name="connsiteX76" fmla="*/ 101600 w 1357085"/>
                <a:gd name="connsiteY76" fmla="*/ 830943 h 1433286"/>
                <a:gd name="connsiteX77" fmla="*/ 83457 w 1357085"/>
                <a:gd name="connsiteY77" fmla="*/ 928914 h 1433286"/>
                <a:gd name="connsiteX78" fmla="*/ 68943 w 1357085"/>
                <a:gd name="connsiteY78" fmla="*/ 947057 h 1433286"/>
                <a:gd name="connsiteX79" fmla="*/ 72571 w 1357085"/>
                <a:gd name="connsiteY79" fmla="*/ 961572 h 1433286"/>
                <a:gd name="connsiteX80" fmla="*/ 264885 w 1357085"/>
                <a:gd name="connsiteY80" fmla="*/ 889000 h 1433286"/>
                <a:gd name="connsiteX81" fmla="*/ 264885 w 1357085"/>
                <a:gd name="connsiteY81" fmla="*/ 852714 h 1433286"/>
                <a:gd name="connsiteX82" fmla="*/ 391885 w 1357085"/>
                <a:gd name="connsiteY82" fmla="*/ 830943 h 1433286"/>
                <a:gd name="connsiteX83" fmla="*/ 449943 w 1357085"/>
                <a:gd name="connsiteY83" fmla="*/ 881743 h 1433286"/>
                <a:gd name="connsiteX84" fmla="*/ 482600 w 1357085"/>
                <a:gd name="connsiteY84" fmla="*/ 845457 h 1433286"/>
                <a:gd name="connsiteX85" fmla="*/ 526143 w 1357085"/>
                <a:gd name="connsiteY85" fmla="*/ 849086 h 1433286"/>
                <a:gd name="connsiteX86" fmla="*/ 555171 w 1357085"/>
                <a:gd name="connsiteY86" fmla="*/ 914400 h 1433286"/>
                <a:gd name="connsiteX87" fmla="*/ 587828 w 1357085"/>
                <a:gd name="connsiteY87" fmla="*/ 932543 h 1433286"/>
                <a:gd name="connsiteX88" fmla="*/ 620485 w 1357085"/>
                <a:gd name="connsiteY88" fmla="*/ 954314 h 1433286"/>
                <a:gd name="connsiteX89" fmla="*/ 674914 w 1357085"/>
                <a:gd name="connsiteY89" fmla="*/ 936172 h 1433286"/>
                <a:gd name="connsiteX90" fmla="*/ 791028 w 1357085"/>
                <a:gd name="connsiteY90" fmla="*/ 1034143 h 1433286"/>
                <a:gd name="connsiteX91" fmla="*/ 834571 w 1357085"/>
                <a:gd name="connsiteY91" fmla="*/ 1023257 h 1433286"/>
                <a:gd name="connsiteX92" fmla="*/ 921657 w 1357085"/>
                <a:gd name="connsiteY92" fmla="*/ 1045029 h 1433286"/>
                <a:gd name="connsiteX93" fmla="*/ 961571 w 1357085"/>
                <a:gd name="connsiteY93" fmla="*/ 1113972 h 1433286"/>
                <a:gd name="connsiteX94" fmla="*/ 903514 w 1357085"/>
                <a:gd name="connsiteY94" fmla="*/ 1280886 h 1433286"/>
                <a:gd name="connsiteX95" fmla="*/ 903514 w 1357085"/>
                <a:gd name="connsiteY95" fmla="*/ 1317172 h 1433286"/>
                <a:gd name="connsiteX96" fmla="*/ 932543 w 1357085"/>
                <a:gd name="connsiteY96" fmla="*/ 1328057 h 1433286"/>
                <a:gd name="connsiteX97" fmla="*/ 936171 w 1357085"/>
                <a:gd name="connsiteY97" fmla="*/ 1378857 h 1433286"/>
                <a:gd name="connsiteX98" fmla="*/ 1030514 w 1357085"/>
                <a:gd name="connsiteY98" fmla="*/ 1433286 h 1433286"/>
                <a:gd name="connsiteX0" fmla="*/ 1030514 w 1357085"/>
                <a:gd name="connsiteY0" fmla="*/ 1444716 h 1444716"/>
                <a:gd name="connsiteX1" fmla="*/ 1099457 w 1357085"/>
                <a:gd name="connsiteY1" fmla="*/ 1350373 h 1444716"/>
                <a:gd name="connsiteX2" fmla="*/ 1081314 w 1357085"/>
                <a:gd name="connsiteY2" fmla="*/ 1285059 h 1444716"/>
                <a:gd name="connsiteX3" fmla="*/ 1121228 w 1357085"/>
                <a:gd name="connsiteY3" fmla="*/ 1045573 h 1444716"/>
                <a:gd name="connsiteX4" fmla="*/ 1099457 w 1357085"/>
                <a:gd name="connsiteY4" fmla="*/ 1009287 h 1444716"/>
                <a:gd name="connsiteX5" fmla="*/ 1121228 w 1357085"/>
                <a:gd name="connsiteY5" fmla="*/ 958487 h 1444716"/>
                <a:gd name="connsiteX6" fmla="*/ 1113971 w 1357085"/>
                <a:gd name="connsiteY6" fmla="*/ 860516 h 1444716"/>
                <a:gd name="connsiteX7" fmla="*/ 1132114 w 1357085"/>
                <a:gd name="connsiteY7" fmla="*/ 751659 h 1444716"/>
                <a:gd name="connsiteX8" fmla="*/ 1150257 w 1357085"/>
                <a:gd name="connsiteY8" fmla="*/ 642802 h 1444716"/>
                <a:gd name="connsiteX9" fmla="*/ 1164771 w 1357085"/>
                <a:gd name="connsiteY9" fmla="*/ 595630 h 1444716"/>
                <a:gd name="connsiteX10" fmla="*/ 1201057 w 1357085"/>
                <a:gd name="connsiteY10" fmla="*/ 642802 h 1444716"/>
                <a:gd name="connsiteX11" fmla="*/ 1357085 w 1357085"/>
                <a:gd name="connsiteY11" fmla="*/ 417830 h 1444716"/>
                <a:gd name="connsiteX12" fmla="*/ 1317171 w 1357085"/>
                <a:gd name="connsiteY12" fmla="*/ 410573 h 1444716"/>
                <a:gd name="connsiteX13" fmla="*/ 1299028 w 1357085"/>
                <a:gd name="connsiteY13" fmla="*/ 377916 h 1444716"/>
                <a:gd name="connsiteX14" fmla="*/ 1259114 w 1357085"/>
                <a:gd name="connsiteY14" fmla="*/ 370659 h 1444716"/>
                <a:gd name="connsiteX15" fmla="*/ 1255485 w 1357085"/>
                <a:gd name="connsiteY15" fmla="*/ 316230 h 1444716"/>
                <a:gd name="connsiteX16" fmla="*/ 1299028 w 1357085"/>
                <a:gd name="connsiteY16" fmla="*/ 290830 h 1444716"/>
                <a:gd name="connsiteX17" fmla="*/ 1291771 w 1357085"/>
                <a:gd name="connsiteY17" fmla="*/ 250916 h 1444716"/>
                <a:gd name="connsiteX18" fmla="*/ 1237343 w 1357085"/>
                <a:gd name="connsiteY18" fmla="*/ 229144 h 1444716"/>
                <a:gd name="connsiteX19" fmla="*/ 1233714 w 1357085"/>
                <a:gd name="connsiteY19" fmla="*/ 192859 h 1444716"/>
                <a:gd name="connsiteX20" fmla="*/ 1161143 w 1357085"/>
                <a:gd name="connsiteY20" fmla="*/ 123916 h 1444716"/>
                <a:gd name="connsiteX21" fmla="*/ 1124857 w 1357085"/>
                <a:gd name="connsiteY21" fmla="*/ 131173 h 1444716"/>
                <a:gd name="connsiteX22" fmla="*/ 1103085 w 1357085"/>
                <a:gd name="connsiteY22" fmla="*/ 98516 h 1444716"/>
                <a:gd name="connsiteX23" fmla="*/ 1005114 w 1357085"/>
                <a:gd name="connsiteY23" fmla="*/ 40459 h 1444716"/>
                <a:gd name="connsiteX24" fmla="*/ 957943 w 1357085"/>
                <a:gd name="connsiteY24" fmla="*/ 98516 h 1444716"/>
                <a:gd name="connsiteX25" fmla="*/ 907143 w 1357085"/>
                <a:gd name="connsiteY25" fmla="*/ 138430 h 1444716"/>
                <a:gd name="connsiteX26" fmla="*/ 867228 w 1357085"/>
                <a:gd name="connsiteY26" fmla="*/ 167459 h 1444716"/>
                <a:gd name="connsiteX27" fmla="*/ 816428 w 1357085"/>
                <a:gd name="connsiteY27" fmla="*/ 181973 h 1444716"/>
                <a:gd name="connsiteX28" fmla="*/ 780143 w 1357085"/>
                <a:gd name="connsiteY28" fmla="*/ 203744 h 1444716"/>
                <a:gd name="connsiteX29" fmla="*/ 736600 w 1357085"/>
                <a:gd name="connsiteY29" fmla="*/ 221887 h 1444716"/>
                <a:gd name="connsiteX30" fmla="*/ 653143 w 1357085"/>
                <a:gd name="connsiteY30" fmla="*/ 221887 h 1444716"/>
                <a:gd name="connsiteX31" fmla="*/ 620485 w 1357085"/>
                <a:gd name="connsiteY31" fmla="*/ 261802 h 1444716"/>
                <a:gd name="connsiteX32" fmla="*/ 602343 w 1357085"/>
                <a:gd name="connsiteY32" fmla="*/ 301716 h 1444716"/>
                <a:gd name="connsiteX33" fmla="*/ 555171 w 1357085"/>
                <a:gd name="connsiteY33" fmla="*/ 334373 h 1444716"/>
                <a:gd name="connsiteX34" fmla="*/ 529771 w 1357085"/>
                <a:gd name="connsiteY34" fmla="*/ 341630 h 1444716"/>
                <a:gd name="connsiteX35" fmla="*/ 551543 w 1357085"/>
                <a:gd name="connsiteY35" fmla="*/ 290830 h 1444716"/>
                <a:gd name="connsiteX36" fmla="*/ 547914 w 1357085"/>
                <a:gd name="connsiteY36" fmla="*/ 243659 h 1444716"/>
                <a:gd name="connsiteX37" fmla="*/ 595085 w 1357085"/>
                <a:gd name="connsiteY37" fmla="*/ 232773 h 1444716"/>
                <a:gd name="connsiteX38" fmla="*/ 664028 w 1357085"/>
                <a:gd name="connsiteY38" fmla="*/ 178344 h 1444716"/>
                <a:gd name="connsiteX39" fmla="*/ 725714 w 1357085"/>
                <a:gd name="connsiteY39" fmla="*/ 174716 h 1444716"/>
                <a:gd name="connsiteX40" fmla="*/ 798285 w 1357085"/>
                <a:gd name="connsiteY40" fmla="*/ 138430 h 1444716"/>
                <a:gd name="connsiteX41" fmla="*/ 834571 w 1357085"/>
                <a:gd name="connsiteY41" fmla="*/ 145687 h 1444716"/>
                <a:gd name="connsiteX42" fmla="*/ 892628 w 1357085"/>
                <a:gd name="connsiteY42" fmla="*/ 123916 h 1444716"/>
                <a:gd name="connsiteX43" fmla="*/ 838200 w 1357085"/>
                <a:gd name="connsiteY43" fmla="*/ 18687 h 1444716"/>
                <a:gd name="connsiteX44" fmla="*/ 783771 w 1357085"/>
                <a:gd name="connsiteY44" fmla="*/ 0 h 1444716"/>
                <a:gd name="connsiteX45" fmla="*/ 717913 w 1357085"/>
                <a:gd name="connsiteY45" fmla="*/ 43724 h 1444716"/>
                <a:gd name="connsiteX46" fmla="*/ 667475 w 1357085"/>
                <a:gd name="connsiteY46" fmla="*/ 76200 h 1444716"/>
                <a:gd name="connsiteX47" fmla="*/ 605971 w 1357085"/>
                <a:gd name="connsiteY47" fmla="*/ 120287 h 1444716"/>
                <a:gd name="connsiteX48" fmla="*/ 562428 w 1357085"/>
                <a:gd name="connsiteY48" fmla="*/ 134802 h 1444716"/>
                <a:gd name="connsiteX49" fmla="*/ 508000 w 1357085"/>
                <a:gd name="connsiteY49" fmla="*/ 94887 h 1444716"/>
                <a:gd name="connsiteX50" fmla="*/ 475343 w 1357085"/>
                <a:gd name="connsiteY50" fmla="*/ 113030 h 1444716"/>
                <a:gd name="connsiteX51" fmla="*/ 439057 w 1357085"/>
                <a:gd name="connsiteY51" fmla="*/ 87630 h 1444716"/>
                <a:gd name="connsiteX52" fmla="*/ 417285 w 1357085"/>
                <a:gd name="connsiteY52" fmla="*/ 120287 h 1444716"/>
                <a:gd name="connsiteX53" fmla="*/ 442685 w 1357085"/>
                <a:gd name="connsiteY53" fmla="*/ 185602 h 1444716"/>
                <a:gd name="connsiteX54" fmla="*/ 428171 w 1357085"/>
                <a:gd name="connsiteY54" fmla="*/ 221887 h 1444716"/>
                <a:gd name="connsiteX55" fmla="*/ 391885 w 1357085"/>
                <a:gd name="connsiteY55" fmla="*/ 229144 h 1444716"/>
                <a:gd name="connsiteX56" fmla="*/ 373743 w 1357085"/>
                <a:gd name="connsiteY56" fmla="*/ 276316 h 1444716"/>
                <a:gd name="connsiteX57" fmla="*/ 322943 w 1357085"/>
                <a:gd name="connsiteY57" fmla="*/ 287202 h 1444716"/>
                <a:gd name="connsiteX58" fmla="*/ 283028 w 1357085"/>
                <a:gd name="connsiteY58" fmla="*/ 316230 h 1444716"/>
                <a:gd name="connsiteX59" fmla="*/ 203200 w 1357085"/>
                <a:gd name="connsiteY59" fmla="*/ 308973 h 1444716"/>
                <a:gd name="connsiteX60" fmla="*/ 145143 w 1357085"/>
                <a:gd name="connsiteY60" fmla="*/ 250916 h 1444716"/>
                <a:gd name="connsiteX61" fmla="*/ 87085 w 1357085"/>
                <a:gd name="connsiteY61" fmla="*/ 261802 h 1444716"/>
                <a:gd name="connsiteX62" fmla="*/ 39914 w 1357085"/>
                <a:gd name="connsiteY62" fmla="*/ 290830 h 1444716"/>
                <a:gd name="connsiteX63" fmla="*/ 39914 w 1357085"/>
                <a:gd name="connsiteY63" fmla="*/ 334373 h 1444716"/>
                <a:gd name="connsiteX64" fmla="*/ 0 w 1357085"/>
                <a:gd name="connsiteY64" fmla="*/ 388802 h 1444716"/>
                <a:gd name="connsiteX65" fmla="*/ 50800 w 1357085"/>
                <a:gd name="connsiteY65" fmla="*/ 417830 h 1444716"/>
                <a:gd name="connsiteX66" fmla="*/ 72571 w 1357085"/>
                <a:gd name="connsiteY66" fmla="*/ 425087 h 1444716"/>
                <a:gd name="connsiteX67" fmla="*/ 72571 w 1357085"/>
                <a:gd name="connsiteY67" fmla="*/ 475887 h 1444716"/>
                <a:gd name="connsiteX68" fmla="*/ 39914 w 1357085"/>
                <a:gd name="connsiteY68" fmla="*/ 533944 h 1444716"/>
                <a:gd name="connsiteX69" fmla="*/ 54428 w 1357085"/>
                <a:gd name="connsiteY69" fmla="*/ 610144 h 1444716"/>
                <a:gd name="connsiteX70" fmla="*/ 79828 w 1357085"/>
                <a:gd name="connsiteY70" fmla="*/ 624659 h 1444716"/>
                <a:gd name="connsiteX71" fmla="*/ 90714 w 1357085"/>
                <a:gd name="connsiteY71" fmla="*/ 653687 h 1444716"/>
                <a:gd name="connsiteX72" fmla="*/ 54428 w 1357085"/>
                <a:gd name="connsiteY72" fmla="*/ 664573 h 1444716"/>
                <a:gd name="connsiteX73" fmla="*/ 68943 w 1357085"/>
                <a:gd name="connsiteY73" fmla="*/ 700859 h 1444716"/>
                <a:gd name="connsiteX74" fmla="*/ 43543 w 1357085"/>
                <a:gd name="connsiteY74" fmla="*/ 769802 h 1444716"/>
                <a:gd name="connsiteX75" fmla="*/ 61685 w 1357085"/>
                <a:gd name="connsiteY75" fmla="*/ 813344 h 1444716"/>
                <a:gd name="connsiteX76" fmla="*/ 101600 w 1357085"/>
                <a:gd name="connsiteY76" fmla="*/ 842373 h 1444716"/>
                <a:gd name="connsiteX77" fmla="*/ 83457 w 1357085"/>
                <a:gd name="connsiteY77" fmla="*/ 940344 h 1444716"/>
                <a:gd name="connsiteX78" fmla="*/ 68943 w 1357085"/>
                <a:gd name="connsiteY78" fmla="*/ 958487 h 1444716"/>
                <a:gd name="connsiteX79" fmla="*/ 72571 w 1357085"/>
                <a:gd name="connsiteY79" fmla="*/ 973002 h 1444716"/>
                <a:gd name="connsiteX80" fmla="*/ 264885 w 1357085"/>
                <a:gd name="connsiteY80" fmla="*/ 900430 h 1444716"/>
                <a:gd name="connsiteX81" fmla="*/ 264885 w 1357085"/>
                <a:gd name="connsiteY81" fmla="*/ 864144 h 1444716"/>
                <a:gd name="connsiteX82" fmla="*/ 391885 w 1357085"/>
                <a:gd name="connsiteY82" fmla="*/ 842373 h 1444716"/>
                <a:gd name="connsiteX83" fmla="*/ 449943 w 1357085"/>
                <a:gd name="connsiteY83" fmla="*/ 893173 h 1444716"/>
                <a:gd name="connsiteX84" fmla="*/ 482600 w 1357085"/>
                <a:gd name="connsiteY84" fmla="*/ 856887 h 1444716"/>
                <a:gd name="connsiteX85" fmla="*/ 526143 w 1357085"/>
                <a:gd name="connsiteY85" fmla="*/ 860516 h 1444716"/>
                <a:gd name="connsiteX86" fmla="*/ 555171 w 1357085"/>
                <a:gd name="connsiteY86" fmla="*/ 925830 h 1444716"/>
                <a:gd name="connsiteX87" fmla="*/ 587828 w 1357085"/>
                <a:gd name="connsiteY87" fmla="*/ 943973 h 1444716"/>
                <a:gd name="connsiteX88" fmla="*/ 620485 w 1357085"/>
                <a:gd name="connsiteY88" fmla="*/ 965744 h 1444716"/>
                <a:gd name="connsiteX89" fmla="*/ 674914 w 1357085"/>
                <a:gd name="connsiteY89" fmla="*/ 947602 h 1444716"/>
                <a:gd name="connsiteX90" fmla="*/ 791028 w 1357085"/>
                <a:gd name="connsiteY90" fmla="*/ 1045573 h 1444716"/>
                <a:gd name="connsiteX91" fmla="*/ 834571 w 1357085"/>
                <a:gd name="connsiteY91" fmla="*/ 1034687 h 1444716"/>
                <a:gd name="connsiteX92" fmla="*/ 921657 w 1357085"/>
                <a:gd name="connsiteY92" fmla="*/ 1056459 h 1444716"/>
                <a:gd name="connsiteX93" fmla="*/ 961571 w 1357085"/>
                <a:gd name="connsiteY93" fmla="*/ 1125402 h 1444716"/>
                <a:gd name="connsiteX94" fmla="*/ 903514 w 1357085"/>
                <a:gd name="connsiteY94" fmla="*/ 1292316 h 1444716"/>
                <a:gd name="connsiteX95" fmla="*/ 903514 w 1357085"/>
                <a:gd name="connsiteY95" fmla="*/ 1328602 h 1444716"/>
                <a:gd name="connsiteX96" fmla="*/ 932543 w 1357085"/>
                <a:gd name="connsiteY96" fmla="*/ 1339487 h 1444716"/>
                <a:gd name="connsiteX97" fmla="*/ 936171 w 1357085"/>
                <a:gd name="connsiteY97" fmla="*/ 1390287 h 1444716"/>
                <a:gd name="connsiteX98" fmla="*/ 1030514 w 1357085"/>
                <a:gd name="connsiteY98" fmla="*/ 1444716 h 144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57085" h="1444716">
                  <a:moveTo>
                    <a:pt x="1030514" y="1444716"/>
                  </a:moveTo>
                  <a:lnTo>
                    <a:pt x="1099457" y="1350373"/>
                  </a:lnTo>
                  <a:lnTo>
                    <a:pt x="1081314" y="1285059"/>
                  </a:lnTo>
                  <a:lnTo>
                    <a:pt x="1121228" y="1045573"/>
                  </a:lnTo>
                  <a:lnTo>
                    <a:pt x="1099457" y="1009287"/>
                  </a:lnTo>
                  <a:lnTo>
                    <a:pt x="1121228" y="958487"/>
                  </a:lnTo>
                  <a:lnTo>
                    <a:pt x="1113971" y="860516"/>
                  </a:lnTo>
                  <a:lnTo>
                    <a:pt x="1132114" y="751659"/>
                  </a:lnTo>
                  <a:lnTo>
                    <a:pt x="1150257" y="642802"/>
                  </a:lnTo>
                  <a:lnTo>
                    <a:pt x="1164771" y="595630"/>
                  </a:lnTo>
                  <a:lnTo>
                    <a:pt x="1201057" y="642802"/>
                  </a:lnTo>
                  <a:lnTo>
                    <a:pt x="1357085" y="417830"/>
                  </a:lnTo>
                  <a:lnTo>
                    <a:pt x="1317171" y="410573"/>
                  </a:lnTo>
                  <a:lnTo>
                    <a:pt x="1299028" y="377916"/>
                  </a:lnTo>
                  <a:lnTo>
                    <a:pt x="1259114" y="370659"/>
                  </a:lnTo>
                  <a:lnTo>
                    <a:pt x="1255485" y="316230"/>
                  </a:lnTo>
                  <a:lnTo>
                    <a:pt x="1299028" y="290830"/>
                  </a:lnTo>
                  <a:lnTo>
                    <a:pt x="1291771" y="250916"/>
                  </a:lnTo>
                  <a:lnTo>
                    <a:pt x="1237343" y="229144"/>
                  </a:lnTo>
                  <a:lnTo>
                    <a:pt x="1233714" y="192859"/>
                  </a:lnTo>
                  <a:lnTo>
                    <a:pt x="1161143" y="123916"/>
                  </a:lnTo>
                  <a:lnTo>
                    <a:pt x="1124857" y="131173"/>
                  </a:lnTo>
                  <a:lnTo>
                    <a:pt x="1103085" y="98516"/>
                  </a:lnTo>
                  <a:lnTo>
                    <a:pt x="1005114" y="40459"/>
                  </a:lnTo>
                  <a:lnTo>
                    <a:pt x="957943" y="98516"/>
                  </a:lnTo>
                  <a:lnTo>
                    <a:pt x="907143" y="138430"/>
                  </a:lnTo>
                  <a:lnTo>
                    <a:pt x="867228" y="167459"/>
                  </a:lnTo>
                  <a:lnTo>
                    <a:pt x="816428" y="181973"/>
                  </a:lnTo>
                  <a:lnTo>
                    <a:pt x="780143" y="203744"/>
                  </a:lnTo>
                  <a:lnTo>
                    <a:pt x="736600" y="221887"/>
                  </a:lnTo>
                  <a:lnTo>
                    <a:pt x="653143" y="221887"/>
                  </a:lnTo>
                  <a:lnTo>
                    <a:pt x="620485" y="261802"/>
                  </a:lnTo>
                  <a:lnTo>
                    <a:pt x="602343" y="301716"/>
                  </a:lnTo>
                  <a:lnTo>
                    <a:pt x="555171" y="334373"/>
                  </a:lnTo>
                  <a:lnTo>
                    <a:pt x="529771" y="341630"/>
                  </a:lnTo>
                  <a:lnTo>
                    <a:pt x="551543" y="290830"/>
                  </a:lnTo>
                  <a:lnTo>
                    <a:pt x="547914" y="243659"/>
                  </a:lnTo>
                  <a:lnTo>
                    <a:pt x="595085" y="232773"/>
                  </a:lnTo>
                  <a:lnTo>
                    <a:pt x="664028" y="178344"/>
                  </a:lnTo>
                  <a:lnTo>
                    <a:pt x="725714" y="174716"/>
                  </a:lnTo>
                  <a:lnTo>
                    <a:pt x="798285" y="138430"/>
                  </a:lnTo>
                  <a:lnTo>
                    <a:pt x="834571" y="145687"/>
                  </a:lnTo>
                  <a:lnTo>
                    <a:pt x="892628" y="123916"/>
                  </a:lnTo>
                  <a:lnTo>
                    <a:pt x="838200" y="18687"/>
                  </a:lnTo>
                  <a:lnTo>
                    <a:pt x="783771" y="0"/>
                  </a:lnTo>
                  <a:lnTo>
                    <a:pt x="717913" y="43724"/>
                  </a:lnTo>
                  <a:lnTo>
                    <a:pt x="667475" y="76200"/>
                  </a:lnTo>
                  <a:lnTo>
                    <a:pt x="605971" y="120287"/>
                  </a:lnTo>
                  <a:lnTo>
                    <a:pt x="562428" y="134802"/>
                  </a:lnTo>
                  <a:lnTo>
                    <a:pt x="508000" y="94887"/>
                  </a:lnTo>
                  <a:lnTo>
                    <a:pt x="475343" y="113030"/>
                  </a:lnTo>
                  <a:lnTo>
                    <a:pt x="439057" y="87630"/>
                  </a:lnTo>
                  <a:lnTo>
                    <a:pt x="417285" y="120287"/>
                  </a:lnTo>
                  <a:lnTo>
                    <a:pt x="442685" y="185602"/>
                  </a:lnTo>
                  <a:lnTo>
                    <a:pt x="428171" y="221887"/>
                  </a:lnTo>
                  <a:lnTo>
                    <a:pt x="391885" y="229144"/>
                  </a:lnTo>
                  <a:lnTo>
                    <a:pt x="373743" y="276316"/>
                  </a:lnTo>
                  <a:lnTo>
                    <a:pt x="322943" y="287202"/>
                  </a:lnTo>
                  <a:lnTo>
                    <a:pt x="283028" y="316230"/>
                  </a:lnTo>
                  <a:lnTo>
                    <a:pt x="203200" y="308973"/>
                  </a:lnTo>
                  <a:lnTo>
                    <a:pt x="145143" y="250916"/>
                  </a:lnTo>
                  <a:lnTo>
                    <a:pt x="87085" y="261802"/>
                  </a:lnTo>
                  <a:lnTo>
                    <a:pt x="39914" y="290830"/>
                  </a:lnTo>
                  <a:lnTo>
                    <a:pt x="39914" y="334373"/>
                  </a:lnTo>
                  <a:lnTo>
                    <a:pt x="0" y="388802"/>
                  </a:lnTo>
                  <a:lnTo>
                    <a:pt x="50800" y="417830"/>
                  </a:lnTo>
                  <a:lnTo>
                    <a:pt x="72571" y="425087"/>
                  </a:lnTo>
                  <a:lnTo>
                    <a:pt x="72571" y="475887"/>
                  </a:lnTo>
                  <a:lnTo>
                    <a:pt x="39914" y="533944"/>
                  </a:lnTo>
                  <a:lnTo>
                    <a:pt x="54428" y="610144"/>
                  </a:lnTo>
                  <a:lnTo>
                    <a:pt x="79828" y="624659"/>
                  </a:lnTo>
                  <a:lnTo>
                    <a:pt x="90714" y="653687"/>
                  </a:lnTo>
                  <a:lnTo>
                    <a:pt x="54428" y="664573"/>
                  </a:lnTo>
                  <a:lnTo>
                    <a:pt x="68943" y="700859"/>
                  </a:lnTo>
                  <a:lnTo>
                    <a:pt x="43543" y="769802"/>
                  </a:lnTo>
                  <a:lnTo>
                    <a:pt x="61685" y="813344"/>
                  </a:lnTo>
                  <a:lnTo>
                    <a:pt x="101600" y="842373"/>
                  </a:lnTo>
                  <a:lnTo>
                    <a:pt x="83457" y="940344"/>
                  </a:lnTo>
                  <a:lnTo>
                    <a:pt x="68943" y="958487"/>
                  </a:lnTo>
                  <a:lnTo>
                    <a:pt x="72571" y="973002"/>
                  </a:lnTo>
                  <a:lnTo>
                    <a:pt x="264885" y="900430"/>
                  </a:lnTo>
                  <a:lnTo>
                    <a:pt x="264885" y="864144"/>
                  </a:lnTo>
                  <a:lnTo>
                    <a:pt x="391885" y="842373"/>
                  </a:lnTo>
                  <a:lnTo>
                    <a:pt x="449943" y="893173"/>
                  </a:lnTo>
                  <a:lnTo>
                    <a:pt x="482600" y="856887"/>
                  </a:lnTo>
                  <a:lnTo>
                    <a:pt x="526143" y="860516"/>
                  </a:lnTo>
                  <a:lnTo>
                    <a:pt x="555171" y="925830"/>
                  </a:lnTo>
                  <a:lnTo>
                    <a:pt x="587828" y="943973"/>
                  </a:lnTo>
                  <a:lnTo>
                    <a:pt x="620485" y="965744"/>
                  </a:lnTo>
                  <a:lnTo>
                    <a:pt x="674914" y="947602"/>
                  </a:lnTo>
                  <a:lnTo>
                    <a:pt x="791028" y="1045573"/>
                  </a:lnTo>
                  <a:lnTo>
                    <a:pt x="834571" y="1034687"/>
                  </a:lnTo>
                  <a:lnTo>
                    <a:pt x="921657" y="1056459"/>
                  </a:lnTo>
                  <a:lnTo>
                    <a:pt x="961571" y="1125402"/>
                  </a:lnTo>
                  <a:lnTo>
                    <a:pt x="903514" y="1292316"/>
                  </a:lnTo>
                  <a:lnTo>
                    <a:pt x="903514" y="1328602"/>
                  </a:lnTo>
                  <a:lnTo>
                    <a:pt x="932543" y="1339487"/>
                  </a:lnTo>
                  <a:lnTo>
                    <a:pt x="936171" y="1390287"/>
                  </a:lnTo>
                  <a:lnTo>
                    <a:pt x="1030514" y="1444716"/>
                  </a:lnTo>
                  <a:close/>
                </a:path>
              </a:pathLst>
            </a:custGeom>
            <a:solidFill>
              <a:schemeClr val="tx2">
                <a:alpha val="69804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7" name="Freeform 91">
              <a:extLst>
                <a:ext uri="{FF2B5EF4-FFF2-40B4-BE49-F238E27FC236}">
                  <a16:creationId xmlns:a16="http://schemas.microsoft.com/office/drawing/2014/main" id="{65B56B71-A9A8-FF19-ACD5-AE4ABF2DF7B0}"/>
                </a:ext>
              </a:extLst>
            </p:cNvPr>
            <p:cNvSpPr/>
            <p:nvPr/>
          </p:nvSpPr>
          <p:spPr>
            <a:xfrm>
              <a:off x="5572135" y="1973258"/>
              <a:ext cx="695326" cy="1146173"/>
            </a:xfrm>
            <a:custGeom>
              <a:avLst/>
              <a:gdLst>
                <a:gd name="connsiteX0" fmla="*/ 695194 w 695194"/>
                <a:gd name="connsiteY0" fmla="*/ 717115 h 1146132"/>
                <a:gd name="connsiteX1" fmla="*/ 638827 w 695194"/>
                <a:gd name="connsiteY1" fmla="*/ 692063 h 1146132"/>
                <a:gd name="connsiteX2" fmla="*/ 638827 w 695194"/>
                <a:gd name="connsiteY2" fmla="*/ 654485 h 1146132"/>
                <a:gd name="connsiteX3" fmla="*/ 604381 w 695194"/>
                <a:gd name="connsiteY3" fmla="*/ 629433 h 1146132"/>
                <a:gd name="connsiteX4" fmla="*/ 607512 w 695194"/>
                <a:gd name="connsiteY4" fmla="*/ 598118 h 1146132"/>
                <a:gd name="connsiteX5" fmla="*/ 569934 w 695194"/>
                <a:gd name="connsiteY5" fmla="*/ 569935 h 1146132"/>
                <a:gd name="connsiteX6" fmla="*/ 544882 w 695194"/>
                <a:gd name="connsiteY6" fmla="*/ 529225 h 1146132"/>
                <a:gd name="connsiteX7" fmla="*/ 513567 w 695194"/>
                <a:gd name="connsiteY7" fmla="*/ 519830 h 1146132"/>
                <a:gd name="connsiteX8" fmla="*/ 532356 w 695194"/>
                <a:gd name="connsiteY8" fmla="*/ 494778 h 1146132"/>
                <a:gd name="connsiteX9" fmla="*/ 551145 w 695194"/>
                <a:gd name="connsiteY9" fmla="*/ 488515 h 1146132"/>
                <a:gd name="connsiteX10" fmla="*/ 551145 w 695194"/>
                <a:gd name="connsiteY10" fmla="*/ 432148 h 1146132"/>
                <a:gd name="connsiteX11" fmla="*/ 610644 w 695194"/>
                <a:gd name="connsiteY11" fmla="*/ 447806 h 1146132"/>
                <a:gd name="connsiteX12" fmla="*/ 610644 w 695194"/>
                <a:gd name="connsiteY12" fmla="*/ 419622 h 1146132"/>
                <a:gd name="connsiteX13" fmla="*/ 585592 w 695194"/>
                <a:gd name="connsiteY13" fmla="*/ 400833 h 1146132"/>
                <a:gd name="connsiteX14" fmla="*/ 616907 w 695194"/>
                <a:gd name="connsiteY14" fmla="*/ 347598 h 1146132"/>
                <a:gd name="connsiteX15" fmla="*/ 582460 w 695194"/>
                <a:gd name="connsiteY15" fmla="*/ 341335 h 1146132"/>
                <a:gd name="connsiteX16" fmla="*/ 541750 w 695194"/>
                <a:gd name="connsiteY16" fmla="*/ 385176 h 1146132"/>
                <a:gd name="connsiteX17" fmla="*/ 497909 w 695194"/>
                <a:gd name="connsiteY17" fmla="*/ 322546 h 1146132"/>
                <a:gd name="connsiteX18" fmla="*/ 447805 w 695194"/>
                <a:gd name="connsiteY18" fmla="*/ 291230 h 1146132"/>
                <a:gd name="connsiteX19" fmla="*/ 444674 w 695194"/>
                <a:gd name="connsiteY19" fmla="*/ 147181 h 1146132"/>
                <a:gd name="connsiteX20" fmla="*/ 394570 w 695194"/>
                <a:gd name="connsiteY20" fmla="*/ 0 h 1146132"/>
                <a:gd name="connsiteX21" fmla="*/ 310019 w 695194"/>
                <a:gd name="connsiteY21" fmla="*/ 31315 h 1146132"/>
                <a:gd name="connsiteX22" fmla="*/ 331940 w 695194"/>
                <a:gd name="connsiteY22" fmla="*/ 72025 h 1146132"/>
                <a:gd name="connsiteX23" fmla="*/ 297493 w 695194"/>
                <a:gd name="connsiteY23" fmla="*/ 212943 h 1146132"/>
                <a:gd name="connsiteX24" fmla="*/ 209811 w 695194"/>
                <a:gd name="connsiteY24" fmla="*/ 244258 h 1146132"/>
                <a:gd name="connsiteX25" fmla="*/ 225468 w 695194"/>
                <a:gd name="connsiteY25" fmla="*/ 294362 h 1146132"/>
                <a:gd name="connsiteX26" fmla="*/ 209811 w 695194"/>
                <a:gd name="connsiteY26" fmla="*/ 407096 h 1146132"/>
                <a:gd name="connsiteX27" fmla="*/ 212942 w 695194"/>
                <a:gd name="connsiteY27" fmla="*/ 435280 h 1146132"/>
                <a:gd name="connsiteX28" fmla="*/ 84550 w 695194"/>
                <a:gd name="connsiteY28" fmla="*/ 648222 h 1146132"/>
                <a:gd name="connsiteX29" fmla="*/ 75156 w 695194"/>
                <a:gd name="connsiteY29" fmla="*/ 748430 h 1146132"/>
                <a:gd name="connsiteX30" fmla="*/ 6263 w 695194"/>
                <a:gd name="connsiteY30" fmla="*/ 864296 h 1146132"/>
                <a:gd name="connsiteX31" fmla="*/ 0 w 695194"/>
                <a:gd name="connsiteY31" fmla="*/ 926926 h 1146132"/>
                <a:gd name="connsiteX32" fmla="*/ 25052 w 695194"/>
                <a:gd name="connsiteY32" fmla="*/ 958241 h 1146132"/>
                <a:gd name="connsiteX33" fmla="*/ 12526 w 695194"/>
                <a:gd name="connsiteY33" fmla="*/ 1014609 h 1146132"/>
                <a:gd name="connsiteX34" fmla="*/ 28183 w 695194"/>
                <a:gd name="connsiteY34" fmla="*/ 1052187 h 1146132"/>
                <a:gd name="connsiteX35" fmla="*/ 78287 w 695194"/>
                <a:gd name="connsiteY35" fmla="*/ 1017740 h 1146132"/>
                <a:gd name="connsiteX36" fmla="*/ 81419 w 695194"/>
                <a:gd name="connsiteY36" fmla="*/ 1092896 h 1146132"/>
                <a:gd name="connsiteX37" fmla="*/ 162838 w 695194"/>
                <a:gd name="connsiteY37" fmla="*/ 1130474 h 1146132"/>
                <a:gd name="connsiteX38" fmla="*/ 203548 w 695194"/>
                <a:gd name="connsiteY38" fmla="*/ 1074107 h 1146132"/>
                <a:gd name="connsiteX39" fmla="*/ 263046 w 695194"/>
                <a:gd name="connsiteY39" fmla="*/ 1077239 h 1146132"/>
                <a:gd name="connsiteX40" fmla="*/ 294361 w 695194"/>
                <a:gd name="connsiteY40" fmla="*/ 1136737 h 1146132"/>
                <a:gd name="connsiteX41" fmla="*/ 369518 w 695194"/>
                <a:gd name="connsiteY41" fmla="*/ 1117948 h 1146132"/>
                <a:gd name="connsiteX42" fmla="*/ 410227 w 695194"/>
                <a:gd name="connsiteY42" fmla="*/ 1146132 h 1146132"/>
                <a:gd name="connsiteX43" fmla="*/ 657616 w 695194"/>
                <a:gd name="connsiteY43" fmla="*/ 1086633 h 1146132"/>
                <a:gd name="connsiteX44" fmla="*/ 641959 w 695194"/>
                <a:gd name="connsiteY44" fmla="*/ 998951 h 1146132"/>
                <a:gd name="connsiteX45" fmla="*/ 670142 w 695194"/>
                <a:gd name="connsiteY45" fmla="*/ 908137 h 1146132"/>
                <a:gd name="connsiteX46" fmla="*/ 663879 w 695194"/>
                <a:gd name="connsiteY46" fmla="*/ 879954 h 1146132"/>
                <a:gd name="connsiteX47" fmla="*/ 613775 w 695194"/>
                <a:gd name="connsiteY47" fmla="*/ 851770 h 1146132"/>
                <a:gd name="connsiteX48" fmla="*/ 604381 w 695194"/>
                <a:gd name="connsiteY48" fmla="*/ 836113 h 1146132"/>
                <a:gd name="connsiteX49" fmla="*/ 635696 w 695194"/>
                <a:gd name="connsiteY49" fmla="*/ 789140 h 1146132"/>
                <a:gd name="connsiteX50" fmla="*/ 632564 w 695194"/>
                <a:gd name="connsiteY50" fmla="*/ 757825 h 1146132"/>
                <a:gd name="connsiteX51" fmla="*/ 695194 w 695194"/>
                <a:gd name="connsiteY51" fmla="*/ 717115 h 114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95194" h="1146132">
                  <a:moveTo>
                    <a:pt x="695194" y="717115"/>
                  </a:moveTo>
                  <a:lnTo>
                    <a:pt x="638827" y="692063"/>
                  </a:lnTo>
                  <a:lnTo>
                    <a:pt x="638827" y="654485"/>
                  </a:lnTo>
                  <a:lnTo>
                    <a:pt x="604381" y="629433"/>
                  </a:lnTo>
                  <a:lnTo>
                    <a:pt x="607512" y="598118"/>
                  </a:lnTo>
                  <a:lnTo>
                    <a:pt x="569934" y="569935"/>
                  </a:lnTo>
                  <a:lnTo>
                    <a:pt x="544882" y="529225"/>
                  </a:lnTo>
                  <a:lnTo>
                    <a:pt x="513567" y="519830"/>
                  </a:lnTo>
                  <a:lnTo>
                    <a:pt x="532356" y="494778"/>
                  </a:lnTo>
                  <a:lnTo>
                    <a:pt x="551145" y="488515"/>
                  </a:lnTo>
                  <a:lnTo>
                    <a:pt x="551145" y="432148"/>
                  </a:lnTo>
                  <a:lnTo>
                    <a:pt x="610644" y="447806"/>
                  </a:lnTo>
                  <a:lnTo>
                    <a:pt x="610644" y="419622"/>
                  </a:lnTo>
                  <a:lnTo>
                    <a:pt x="585592" y="400833"/>
                  </a:lnTo>
                  <a:lnTo>
                    <a:pt x="616907" y="347598"/>
                  </a:lnTo>
                  <a:lnTo>
                    <a:pt x="582460" y="341335"/>
                  </a:lnTo>
                  <a:lnTo>
                    <a:pt x="541750" y="385176"/>
                  </a:lnTo>
                  <a:lnTo>
                    <a:pt x="497909" y="322546"/>
                  </a:lnTo>
                  <a:lnTo>
                    <a:pt x="447805" y="291230"/>
                  </a:lnTo>
                  <a:cubicBezTo>
                    <a:pt x="446761" y="243214"/>
                    <a:pt x="445718" y="195197"/>
                    <a:pt x="444674" y="147181"/>
                  </a:cubicBezTo>
                  <a:lnTo>
                    <a:pt x="394570" y="0"/>
                  </a:lnTo>
                  <a:lnTo>
                    <a:pt x="310019" y="31315"/>
                  </a:lnTo>
                  <a:lnTo>
                    <a:pt x="331940" y="72025"/>
                  </a:lnTo>
                  <a:lnTo>
                    <a:pt x="297493" y="212943"/>
                  </a:lnTo>
                  <a:lnTo>
                    <a:pt x="209811" y="244258"/>
                  </a:lnTo>
                  <a:lnTo>
                    <a:pt x="225468" y="294362"/>
                  </a:lnTo>
                  <a:lnTo>
                    <a:pt x="209811" y="407096"/>
                  </a:lnTo>
                  <a:lnTo>
                    <a:pt x="212942" y="435280"/>
                  </a:lnTo>
                  <a:lnTo>
                    <a:pt x="84550" y="648222"/>
                  </a:lnTo>
                  <a:lnTo>
                    <a:pt x="75156" y="748430"/>
                  </a:lnTo>
                  <a:lnTo>
                    <a:pt x="6263" y="864296"/>
                  </a:lnTo>
                  <a:lnTo>
                    <a:pt x="0" y="926926"/>
                  </a:lnTo>
                  <a:lnTo>
                    <a:pt x="25052" y="958241"/>
                  </a:lnTo>
                  <a:lnTo>
                    <a:pt x="12526" y="1014609"/>
                  </a:lnTo>
                  <a:lnTo>
                    <a:pt x="28183" y="1052187"/>
                  </a:lnTo>
                  <a:lnTo>
                    <a:pt x="78287" y="1017740"/>
                  </a:lnTo>
                  <a:lnTo>
                    <a:pt x="81419" y="1092896"/>
                  </a:lnTo>
                  <a:lnTo>
                    <a:pt x="162838" y="1130474"/>
                  </a:lnTo>
                  <a:lnTo>
                    <a:pt x="203548" y="1074107"/>
                  </a:lnTo>
                  <a:lnTo>
                    <a:pt x="263046" y="1077239"/>
                  </a:lnTo>
                  <a:lnTo>
                    <a:pt x="294361" y="1136737"/>
                  </a:lnTo>
                  <a:lnTo>
                    <a:pt x="369518" y="1117948"/>
                  </a:lnTo>
                  <a:lnTo>
                    <a:pt x="410227" y="1146132"/>
                  </a:lnTo>
                  <a:lnTo>
                    <a:pt x="657616" y="1086633"/>
                  </a:lnTo>
                  <a:lnTo>
                    <a:pt x="641959" y="998951"/>
                  </a:lnTo>
                  <a:lnTo>
                    <a:pt x="670142" y="908137"/>
                  </a:lnTo>
                  <a:lnTo>
                    <a:pt x="663879" y="879954"/>
                  </a:lnTo>
                  <a:lnTo>
                    <a:pt x="613775" y="851770"/>
                  </a:lnTo>
                  <a:lnTo>
                    <a:pt x="604381" y="836113"/>
                  </a:lnTo>
                  <a:lnTo>
                    <a:pt x="635696" y="789140"/>
                  </a:lnTo>
                  <a:lnTo>
                    <a:pt x="632564" y="757825"/>
                  </a:lnTo>
                  <a:lnTo>
                    <a:pt x="695194" y="717115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0" name="Freeform 92">
              <a:extLst>
                <a:ext uri="{FF2B5EF4-FFF2-40B4-BE49-F238E27FC236}">
                  <a16:creationId xmlns:a16="http://schemas.microsoft.com/office/drawing/2014/main" id="{983B6076-E482-45C6-8905-ECCD9A18A3D6}"/>
                </a:ext>
              </a:extLst>
            </p:cNvPr>
            <p:cNvSpPr/>
            <p:nvPr/>
          </p:nvSpPr>
          <p:spPr>
            <a:xfrm>
              <a:off x="5857887" y="1357308"/>
              <a:ext cx="985839" cy="1320798"/>
            </a:xfrm>
            <a:custGeom>
              <a:avLst/>
              <a:gdLst>
                <a:gd name="connsiteX0" fmla="*/ 411956 w 985837"/>
                <a:gd name="connsiteY0" fmla="*/ 1321593 h 1321593"/>
                <a:gd name="connsiteX1" fmla="*/ 438150 w 985837"/>
                <a:gd name="connsiteY1" fmla="*/ 1254918 h 1321593"/>
                <a:gd name="connsiteX2" fmla="*/ 402431 w 985837"/>
                <a:gd name="connsiteY2" fmla="*/ 1197768 h 1321593"/>
                <a:gd name="connsiteX3" fmla="*/ 411956 w 985837"/>
                <a:gd name="connsiteY3" fmla="*/ 1166812 h 1321593"/>
                <a:gd name="connsiteX4" fmla="*/ 447675 w 985837"/>
                <a:gd name="connsiteY4" fmla="*/ 1119187 h 1321593"/>
                <a:gd name="connsiteX5" fmla="*/ 442912 w 985837"/>
                <a:gd name="connsiteY5" fmla="*/ 1014412 h 1321593"/>
                <a:gd name="connsiteX6" fmla="*/ 650081 w 985837"/>
                <a:gd name="connsiteY6" fmla="*/ 897731 h 1321593"/>
                <a:gd name="connsiteX7" fmla="*/ 692943 w 985837"/>
                <a:gd name="connsiteY7" fmla="*/ 850106 h 1321593"/>
                <a:gd name="connsiteX8" fmla="*/ 733425 w 985837"/>
                <a:gd name="connsiteY8" fmla="*/ 840581 h 1321593"/>
                <a:gd name="connsiteX9" fmla="*/ 788193 w 985837"/>
                <a:gd name="connsiteY9" fmla="*/ 862012 h 1321593"/>
                <a:gd name="connsiteX10" fmla="*/ 828675 w 985837"/>
                <a:gd name="connsiteY10" fmla="*/ 771525 h 1321593"/>
                <a:gd name="connsiteX11" fmla="*/ 788193 w 985837"/>
                <a:gd name="connsiteY11" fmla="*/ 683418 h 1321593"/>
                <a:gd name="connsiteX12" fmla="*/ 871537 w 985837"/>
                <a:gd name="connsiteY12" fmla="*/ 600075 h 1321593"/>
                <a:gd name="connsiteX13" fmla="*/ 847725 w 985837"/>
                <a:gd name="connsiteY13" fmla="*/ 561975 h 1321593"/>
                <a:gd name="connsiteX14" fmla="*/ 814387 w 985837"/>
                <a:gd name="connsiteY14" fmla="*/ 533400 h 1321593"/>
                <a:gd name="connsiteX15" fmla="*/ 831056 w 985837"/>
                <a:gd name="connsiteY15" fmla="*/ 476250 h 1321593"/>
                <a:gd name="connsiteX16" fmla="*/ 883443 w 985837"/>
                <a:gd name="connsiteY16" fmla="*/ 400050 h 1321593"/>
                <a:gd name="connsiteX17" fmla="*/ 985837 w 985837"/>
                <a:gd name="connsiteY17" fmla="*/ 309562 h 1321593"/>
                <a:gd name="connsiteX18" fmla="*/ 985837 w 985837"/>
                <a:gd name="connsiteY18" fmla="*/ 238125 h 1321593"/>
                <a:gd name="connsiteX19" fmla="*/ 919162 w 985837"/>
                <a:gd name="connsiteY19" fmla="*/ 235743 h 1321593"/>
                <a:gd name="connsiteX20" fmla="*/ 769143 w 985837"/>
                <a:gd name="connsiteY20" fmla="*/ 169068 h 1321593"/>
                <a:gd name="connsiteX21" fmla="*/ 759618 w 985837"/>
                <a:gd name="connsiteY21" fmla="*/ 190500 h 1321593"/>
                <a:gd name="connsiteX22" fmla="*/ 709612 w 985837"/>
                <a:gd name="connsiteY22" fmla="*/ 183356 h 1321593"/>
                <a:gd name="connsiteX23" fmla="*/ 678656 w 985837"/>
                <a:gd name="connsiteY23" fmla="*/ 216693 h 1321593"/>
                <a:gd name="connsiteX24" fmla="*/ 642937 w 985837"/>
                <a:gd name="connsiteY24" fmla="*/ 211931 h 1321593"/>
                <a:gd name="connsiteX25" fmla="*/ 652462 w 985837"/>
                <a:gd name="connsiteY25" fmla="*/ 269081 h 1321593"/>
                <a:gd name="connsiteX26" fmla="*/ 616743 w 985837"/>
                <a:gd name="connsiteY26" fmla="*/ 269081 h 1321593"/>
                <a:gd name="connsiteX27" fmla="*/ 592931 w 985837"/>
                <a:gd name="connsiteY27" fmla="*/ 228600 h 1321593"/>
                <a:gd name="connsiteX28" fmla="*/ 616743 w 985837"/>
                <a:gd name="connsiteY28" fmla="*/ 145256 h 1321593"/>
                <a:gd name="connsiteX29" fmla="*/ 573881 w 985837"/>
                <a:gd name="connsiteY29" fmla="*/ 166687 h 1321593"/>
                <a:gd name="connsiteX30" fmla="*/ 595312 w 985837"/>
                <a:gd name="connsiteY30" fmla="*/ 114300 h 1321593"/>
                <a:gd name="connsiteX31" fmla="*/ 566737 w 985837"/>
                <a:gd name="connsiteY31" fmla="*/ 45243 h 1321593"/>
                <a:gd name="connsiteX32" fmla="*/ 492918 w 985837"/>
                <a:gd name="connsiteY32" fmla="*/ 69056 h 1321593"/>
                <a:gd name="connsiteX33" fmla="*/ 485775 w 985837"/>
                <a:gd name="connsiteY33" fmla="*/ 95250 h 1321593"/>
                <a:gd name="connsiteX34" fmla="*/ 466725 w 985837"/>
                <a:gd name="connsiteY34" fmla="*/ 69056 h 1321593"/>
                <a:gd name="connsiteX35" fmla="*/ 478631 w 985837"/>
                <a:gd name="connsiteY35" fmla="*/ 38100 h 1321593"/>
                <a:gd name="connsiteX36" fmla="*/ 400050 w 985837"/>
                <a:gd name="connsiteY36" fmla="*/ 0 h 1321593"/>
                <a:gd name="connsiteX37" fmla="*/ 316706 w 985837"/>
                <a:gd name="connsiteY37" fmla="*/ 190500 h 1321593"/>
                <a:gd name="connsiteX38" fmla="*/ 204787 w 985837"/>
                <a:gd name="connsiteY38" fmla="*/ 297656 h 1321593"/>
                <a:gd name="connsiteX39" fmla="*/ 216693 w 985837"/>
                <a:gd name="connsiteY39" fmla="*/ 392906 h 1321593"/>
                <a:gd name="connsiteX40" fmla="*/ 102393 w 985837"/>
                <a:gd name="connsiteY40" fmla="*/ 557212 h 1321593"/>
                <a:gd name="connsiteX41" fmla="*/ 0 w 985837"/>
                <a:gd name="connsiteY41" fmla="*/ 590550 h 1321593"/>
                <a:gd name="connsiteX42" fmla="*/ 7143 w 985837"/>
                <a:gd name="connsiteY42" fmla="*/ 650081 h 1321593"/>
                <a:gd name="connsiteX43" fmla="*/ 38100 w 985837"/>
                <a:gd name="connsiteY43" fmla="*/ 652462 h 1321593"/>
                <a:gd name="connsiteX44" fmla="*/ 107156 w 985837"/>
                <a:gd name="connsiteY44" fmla="*/ 626268 h 1321593"/>
                <a:gd name="connsiteX45" fmla="*/ 159543 w 985837"/>
                <a:gd name="connsiteY45" fmla="*/ 766762 h 1321593"/>
                <a:gd name="connsiteX46" fmla="*/ 161925 w 985837"/>
                <a:gd name="connsiteY46" fmla="*/ 904875 h 1321593"/>
                <a:gd name="connsiteX47" fmla="*/ 259556 w 985837"/>
                <a:gd name="connsiteY47" fmla="*/ 1000125 h 1321593"/>
                <a:gd name="connsiteX48" fmla="*/ 288131 w 985837"/>
                <a:gd name="connsiteY48" fmla="*/ 964406 h 1321593"/>
                <a:gd name="connsiteX49" fmla="*/ 323850 w 985837"/>
                <a:gd name="connsiteY49" fmla="*/ 969168 h 1321593"/>
                <a:gd name="connsiteX50" fmla="*/ 304800 w 985837"/>
                <a:gd name="connsiteY50" fmla="*/ 1014412 h 1321593"/>
                <a:gd name="connsiteX51" fmla="*/ 323850 w 985837"/>
                <a:gd name="connsiteY51" fmla="*/ 1045368 h 1321593"/>
                <a:gd name="connsiteX52" fmla="*/ 323850 w 985837"/>
                <a:gd name="connsiteY52" fmla="*/ 1066800 h 1321593"/>
                <a:gd name="connsiteX53" fmla="*/ 264318 w 985837"/>
                <a:gd name="connsiteY53" fmla="*/ 1052512 h 1321593"/>
                <a:gd name="connsiteX54" fmla="*/ 259556 w 985837"/>
                <a:gd name="connsiteY54" fmla="*/ 1102518 h 1321593"/>
                <a:gd name="connsiteX55" fmla="*/ 235743 w 985837"/>
                <a:gd name="connsiteY55" fmla="*/ 1143000 h 1321593"/>
                <a:gd name="connsiteX56" fmla="*/ 278606 w 985837"/>
                <a:gd name="connsiteY56" fmla="*/ 1164431 h 1321593"/>
                <a:gd name="connsiteX57" fmla="*/ 326231 w 985837"/>
                <a:gd name="connsiteY57" fmla="*/ 1233487 h 1321593"/>
                <a:gd name="connsiteX58" fmla="*/ 328612 w 985837"/>
                <a:gd name="connsiteY58" fmla="*/ 1252537 h 1321593"/>
                <a:gd name="connsiteX59" fmla="*/ 357187 w 985837"/>
                <a:gd name="connsiteY59" fmla="*/ 1271587 h 1321593"/>
                <a:gd name="connsiteX60" fmla="*/ 352425 w 985837"/>
                <a:gd name="connsiteY60" fmla="*/ 1321593 h 1321593"/>
                <a:gd name="connsiteX61" fmla="*/ 411956 w 985837"/>
                <a:gd name="connsiteY61" fmla="*/ 1321593 h 1321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85837" h="1321593">
                  <a:moveTo>
                    <a:pt x="411956" y="1321593"/>
                  </a:moveTo>
                  <a:lnTo>
                    <a:pt x="438150" y="1254918"/>
                  </a:lnTo>
                  <a:lnTo>
                    <a:pt x="402431" y="1197768"/>
                  </a:lnTo>
                  <a:lnTo>
                    <a:pt x="411956" y="1166812"/>
                  </a:lnTo>
                  <a:lnTo>
                    <a:pt x="447675" y="1119187"/>
                  </a:lnTo>
                  <a:lnTo>
                    <a:pt x="442912" y="1014412"/>
                  </a:lnTo>
                  <a:lnTo>
                    <a:pt x="650081" y="897731"/>
                  </a:lnTo>
                  <a:lnTo>
                    <a:pt x="692943" y="850106"/>
                  </a:lnTo>
                  <a:lnTo>
                    <a:pt x="733425" y="840581"/>
                  </a:lnTo>
                  <a:lnTo>
                    <a:pt x="788193" y="862012"/>
                  </a:lnTo>
                  <a:lnTo>
                    <a:pt x="828675" y="771525"/>
                  </a:lnTo>
                  <a:lnTo>
                    <a:pt x="788193" y="683418"/>
                  </a:lnTo>
                  <a:lnTo>
                    <a:pt x="871537" y="600075"/>
                  </a:lnTo>
                  <a:lnTo>
                    <a:pt x="847725" y="561975"/>
                  </a:lnTo>
                  <a:lnTo>
                    <a:pt x="814387" y="533400"/>
                  </a:lnTo>
                  <a:lnTo>
                    <a:pt x="831056" y="476250"/>
                  </a:lnTo>
                  <a:lnTo>
                    <a:pt x="883443" y="400050"/>
                  </a:lnTo>
                  <a:lnTo>
                    <a:pt x="985837" y="309562"/>
                  </a:lnTo>
                  <a:lnTo>
                    <a:pt x="985837" y="238125"/>
                  </a:lnTo>
                  <a:lnTo>
                    <a:pt x="919162" y="235743"/>
                  </a:lnTo>
                  <a:lnTo>
                    <a:pt x="769143" y="169068"/>
                  </a:lnTo>
                  <a:lnTo>
                    <a:pt x="759618" y="190500"/>
                  </a:lnTo>
                  <a:lnTo>
                    <a:pt x="709612" y="183356"/>
                  </a:lnTo>
                  <a:lnTo>
                    <a:pt x="678656" y="216693"/>
                  </a:lnTo>
                  <a:lnTo>
                    <a:pt x="642937" y="211931"/>
                  </a:lnTo>
                  <a:lnTo>
                    <a:pt x="652462" y="269081"/>
                  </a:lnTo>
                  <a:lnTo>
                    <a:pt x="616743" y="269081"/>
                  </a:lnTo>
                  <a:lnTo>
                    <a:pt x="592931" y="228600"/>
                  </a:lnTo>
                  <a:lnTo>
                    <a:pt x="616743" y="145256"/>
                  </a:lnTo>
                  <a:lnTo>
                    <a:pt x="573881" y="166687"/>
                  </a:lnTo>
                  <a:lnTo>
                    <a:pt x="595312" y="114300"/>
                  </a:lnTo>
                  <a:lnTo>
                    <a:pt x="566737" y="45243"/>
                  </a:lnTo>
                  <a:lnTo>
                    <a:pt x="492918" y="69056"/>
                  </a:lnTo>
                  <a:lnTo>
                    <a:pt x="485775" y="95250"/>
                  </a:lnTo>
                  <a:lnTo>
                    <a:pt x="466725" y="69056"/>
                  </a:lnTo>
                  <a:lnTo>
                    <a:pt x="478631" y="38100"/>
                  </a:lnTo>
                  <a:lnTo>
                    <a:pt x="400050" y="0"/>
                  </a:lnTo>
                  <a:lnTo>
                    <a:pt x="316706" y="190500"/>
                  </a:lnTo>
                  <a:lnTo>
                    <a:pt x="204787" y="297656"/>
                  </a:lnTo>
                  <a:lnTo>
                    <a:pt x="216693" y="392906"/>
                  </a:lnTo>
                  <a:lnTo>
                    <a:pt x="102393" y="557212"/>
                  </a:lnTo>
                  <a:lnTo>
                    <a:pt x="0" y="590550"/>
                  </a:lnTo>
                  <a:lnTo>
                    <a:pt x="7143" y="650081"/>
                  </a:lnTo>
                  <a:lnTo>
                    <a:pt x="38100" y="652462"/>
                  </a:lnTo>
                  <a:lnTo>
                    <a:pt x="107156" y="626268"/>
                  </a:lnTo>
                  <a:lnTo>
                    <a:pt x="159543" y="766762"/>
                  </a:lnTo>
                  <a:lnTo>
                    <a:pt x="161925" y="904875"/>
                  </a:lnTo>
                  <a:lnTo>
                    <a:pt x="259556" y="1000125"/>
                  </a:lnTo>
                  <a:lnTo>
                    <a:pt x="288131" y="964406"/>
                  </a:lnTo>
                  <a:lnTo>
                    <a:pt x="323850" y="969168"/>
                  </a:lnTo>
                  <a:lnTo>
                    <a:pt x="304800" y="1014412"/>
                  </a:lnTo>
                  <a:lnTo>
                    <a:pt x="323850" y="1045368"/>
                  </a:lnTo>
                  <a:lnTo>
                    <a:pt x="323850" y="1066800"/>
                  </a:lnTo>
                  <a:lnTo>
                    <a:pt x="264318" y="1052512"/>
                  </a:lnTo>
                  <a:lnTo>
                    <a:pt x="259556" y="1102518"/>
                  </a:lnTo>
                  <a:lnTo>
                    <a:pt x="235743" y="1143000"/>
                  </a:lnTo>
                  <a:lnTo>
                    <a:pt x="278606" y="1164431"/>
                  </a:lnTo>
                  <a:lnTo>
                    <a:pt x="326231" y="1233487"/>
                  </a:lnTo>
                  <a:lnTo>
                    <a:pt x="328612" y="1252537"/>
                  </a:lnTo>
                  <a:lnTo>
                    <a:pt x="357187" y="1271587"/>
                  </a:lnTo>
                  <a:lnTo>
                    <a:pt x="352425" y="1321593"/>
                  </a:lnTo>
                  <a:lnTo>
                    <a:pt x="411956" y="1321593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3" name="Freeform 93">
              <a:extLst>
                <a:ext uri="{FF2B5EF4-FFF2-40B4-BE49-F238E27FC236}">
                  <a16:creationId xmlns:a16="http://schemas.microsoft.com/office/drawing/2014/main" id="{13E954B5-A84A-3E96-C46A-229CFF1F461C}"/>
                </a:ext>
              </a:extLst>
            </p:cNvPr>
            <p:cNvSpPr/>
            <p:nvPr/>
          </p:nvSpPr>
          <p:spPr>
            <a:xfrm>
              <a:off x="6261110" y="1590671"/>
              <a:ext cx="800100" cy="1160461"/>
            </a:xfrm>
            <a:custGeom>
              <a:avLst/>
              <a:gdLst>
                <a:gd name="connsiteX0" fmla="*/ 692944 w 800100"/>
                <a:gd name="connsiteY0" fmla="*/ 838200 h 1159669"/>
                <a:gd name="connsiteX1" fmla="*/ 795337 w 800100"/>
                <a:gd name="connsiteY1" fmla="*/ 769144 h 1159669"/>
                <a:gd name="connsiteX2" fmla="*/ 778669 w 800100"/>
                <a:gd name="connsiteY2" fmla="*/ 654844 h 1159669"/>
                <a:gd name="connsiteX3" fmla="*/ 800100 w 800100"/>
                <a:gd name="connsiteY3" fmla="*/ 597694 h 1159669"/>
                <a:gd name="connsiteX4" fmla="*/ 800100 w 800100"/>
                <a:gd name="connsiteY4" fmla="*/ 545306 h 1159669"/>
                <a:gd name="connsiteX5" fmla="*/ 759619 w 800100"/>
                <a:gd name="connsiteY5" fmla="*/ 552450 h 1159669"/>
                <a:gd name="connsiteX6" fmla="*/ 742950 w 800100"/>
                <a:gd name="connsiteY6" fmla="*/ 421481 h 1159669"/>
                <a:gd name="connsiteX7" fmla="*/ 721519 w 800100"/>
                <a:gd name="connsiteY7" fmla="*/ 395288 h 1159669"/>
                <a:gd name="connsiteX8" fmla="*/ 681037 w 800100"/>
                <a:gd name="connsiteY8" fmla="*/ 264319 h 1159669"/>
                <a:gd name="connsiteX9" fmla="*/ 707231 w 800100"/>
                <a:gd name="connsiteY9" fmla="*/ 202406 h 1159669"/>
                <a:gd name="connsiteX10" fmla="*/ 697706 w 800100"/>
                <a:gd name="connsiteY10" fmla="*/ 133350 h 1159669"/>
                <a:gd name="connsiteX11" fmla="*/ 661987 w 800100"/>
                <a:gd name="connsiteY11" fmla="*/ 80963 h 1159669"/>
                <a:gd name="connsiteX12" fmla="*/ 681037 w 800100"/>
                <a:gd name="connsiteY12" fmla="*/ 28575 h 1159669"/>
                <a:gd name="connsiteX13" fmla="*/ 590550 w 800100"/>
                <a:gd name="connsiteY13" fmla="*/ 0 h 1159669"/>
                <a:gd name="connsiteX14" fmla="*/ 581025 w 800100"/>
                <a:gd name="connsiteY14" fmla="*/ 78581 h 1159669"/>
                <a:gd name="connsiteX15" fmla="*/ 473869 w 800100"/>
                <a:gd name="connsiteY15" fmla="*/ 169069 h 1159669"/>
                <a:gd name="connsiteX16" fmla="*/ 423862 w 800100"/>
                <a:gd name="connsiteY16" fmla="*/ 300038 h 1159669"/>
                <a:gd name="connsiteX17" fmla="*/ 464344 w 800100"/>
                <a:gd name="connsiteY17" fmla="*/ 354806 h 1159669"/>
                <a:gd name="connsiteX18" fmla="*/ 383381 w 800100"/>
                <a:gd name="connsiteY18" fmla="*/ 450056 h 1159669"/>
                <a:gd name="connsiteX19" fmla="*/ 421481 w 800100"/>
                <a:gd name="connsiteY19" fmla="*/ 552450 h 1159669"/>
                <a:gd name="connsiteX20" fmla="*/ 385762 w 800100"/>
                <a:gd name="connsiteY20" fmla="*/ 635794 h 1159669"/>
                <a:gd name="connsiteX21" fmla="*/ 323850 w 800100"/>
                <a:gd name="connsiteY21" fmla="*/ 607219 h 1159669"/>
                <a:gd name="connsiteX22" fmla="*/ 280987 w 800100"/>
                <a:gd name="connsiteY22" fmla="*/ 626269 h 1159669"/>
                <a:gd name="connsiteX23" fmla="*/ 242887 w 800100"/>
                <a:gd name="connsiteY23" fmla="*/ 676275 h 1159669"/>
                <a:gd name="connsiteX24" fmla="*/ 35719 w 800100"/>
                <a:gd name="connsiteY24" fmla="*/ 785813 h 1159669"/>
                <a:gd name="connsiteX25" fmla="*/ 30956 w 800100"/>
                <a:gd name="connsiteY25" fmla="*/ 892969 h 1159669"/>
                <a:gd name="connsiteX26" fmla="*/ 0 w 800100"/>
                <a:gd name="connsiteY26" fmla="*/ 957263 h 1159669"/>
                <a:gd name="connsiteX27" fmla="*/ 26194 w 800100"/>
                <a:gd name="connsiteY27" fmla="*/ 1028700 h 1159669"/>
                <a:gd name="connsiteX28" fmla="*/ 14287 w 800100"/>
                <a:gd name="connsiteY28" fmla="*/ 1095375 h 1159669"/>
                <a:gd name="connsiteX29" fmla="*/ 54769 w 800100"/>
                <a:gd name="connsiteY29" fmla="*/ 1102519 h 1159669"/>
                <a:gd name="connsiteX30" fmla="*/ 109537 w 800100"/>
                <a:gd name="connsiteY30" fmla="*/ 1145381 h 1159669"/>
                <a:gd name="connsiteX31" fmla="*/ 192881 w 800100"/>
                <a:gd name="connsiteY31" fmla="*/ 1159669 h 1159669"/>
                <a:gd name="connsiteX32" fmla="*/ 238125 w 800100"/>
                <a:gd name="connsiteY32" fmla="*/ 1133475 h 1159669"/>
                <a:gd name="connsiteX33" fmla="*/ 288131 w 800100"/>
                <a:gd name="connsiteY33" fmla="*/ 1126331 h 1159669"/>
                <a:gd name="connsiteX34" fmla="*/ 311944 w 800100"/>
                <a:gd name="connsiteY34" fmla="*/ 1066800 h 1159669"/>
                <a:gd name="connsiteX35" fmla="*/ 342900 w 800100"/>
                <a:gd name="connsiteY35" fmla="*/ 1045369 h 1159669"/>
                <a:gd name="connsiteX36" fmla="*/ 323850 w 800100"/>
                <a:gd name="connsiteY36" fmla="*/ 966788 h 1159669"/>
                <a:gd name="connsiteX37" fmla="*/ 338137 w 800100"/>
                <a:gd name="connsiteY37" fmla="*/ 938213 h 1159669"/>
                <a:gd name="connsiteX38" fmla="*/ 376237 w 800100"/>
                <a:gd name="connsiteY38" fmla="*/ 954881 h 1159669"/>
                <a:gd name="connsiteX39" fmla="*/ 414337 w 800100"/>
                <a:gd name="connsiteY39" fmla="*/ 950119 h 1159669"/>
                <a:gd name="connsiteX40" fmla="*/ 476250 w 800100"/>
                <a:gd name="connsiteY40" fmla="*/ 983456 h 1159669"/>
                <a:gd name="connsiteX41" fmla="*/ 692944 w 800100"/>
                <a:gd name="connsiteY41" fmla="*/ 838200 h 1159669"/>
                <a:gd name="connsiteX0" fmla="*/ 692944 w 800100"/>
                <a:gd name="connsiteY0" fmla="*/ 838200 h 1159669"/>
                <a:gd name="connsiteX1" fmla="*/ 795337 w 800100"/>
                <a:gd name="connsiteY1" fmla="*/ 769144 h 1159669"/>
                <a:gd name="connsiteX2" fmla="*/ 778669 w 800100"/>
                <a:gd name="connsiteY2" fmla="*/ 654844 h 1159669"/>
                <a:gd name="connsiteX3" fmla="*/ 800100 w 800100"/>
                <a:gd name="connsiteY3" fmla="*/ 597694 h 1159669"/>
                <a:gd name="connsiteX4" fmla="*/ 800100 w 800100"/>
                <a:gd name="connsiteY4" fmla="*/ 545306 h 1159669"/>
                <a:gd name="connsiteX5" fmla="*/ 759619 w 800100"/>
                <a:gd name="connsiteY5" fmla="*/ 552450 h 1159669"/>
                <a:gd name="connsiteX6" fmla="*/ 742950 w 800100"/>
                <a:gd name="connsiteY6" fmla="*/ 421481 h 1159669"/>
                <a:gd name="connsiteX7" fmla="*/ 721519 w 800100"/>
                <a:gd name="connsiteY7" fmla="*/ 395288 h 1159669"/>
                <a:gd name="connsiteX8" fmla="*/ 681037 w 800100"/>
                <a:gd name="connsiteY8" fmla="*/ 264319 h 1159669"/>
                <a:gd name="connsiteX9" fmla="*/ 707231 w 800100"/>
                <a:gd name="connsiteY9" fmla="*/ 202406 h 1159669"/>
                <a:gd name="connsiteX10" fmla="*/ 697706 w 800100"/>
                <a:gd name="connsiteY10" fmla="*/ 133350 h 1159669"/>
                <a:gd name="connsiteX11" fmla="*/ 661987 w 800100"/>
                <a:gd name="connsiteY11" fmla="*/ 80963 h 1159669"/>
                <a:gd name="connsiteX12" fmla="*/ 681037 w 800100"/>
                <a:gd name="connsiteY12" fmla="*/ 28575 h 1159669"/>
                <a:gd name="connsiteX13" fmla="*/ 590550 w 800100"/>
                <a:gd name="connsiteY13" fmla="*/ 0 h 1159669"/>
                <a:gd name="connsiteX14" fmla="*/ 581025 w 800100"/>
                <a:gd name="connsiteY14" fmla="*/ 78581 h 1159669"/>
                <a:gd name="connsiteX15" fmla="*/ 473869 w 800100"/>
                <a:gd name="connsiteY15" fmla="*/ 169069 h 1159669"/>
                <a:gd name="connsiteX16" fmla="*/ 416242 w 800100"/>
                <a:gd name="connsiteY16" fmla="*/ 258128 h 1159669"/>
                <a:gd name="connsiteX17" fmla="*/ 464344 w 800100"/>
                <a:gd name="connsiteY17" fmla="*/ 354806 h 1159669"/>
                <a:gd name="connsiteX18" fmla="*/ 383381 w 800100"/>
                <a:gd name="connsiteY18" fmla="*/ 450056 h 1159669"/>
                <a:gd name="connsiteX19" fmla="*/ 421481 w 800100"/>
                <a:gd name="connsiteY19" fmla="*/ 552450 h 1159669"/>
                <a:gd name="connsiteX20" fmla="*/ 385762 w 800100"/>
                <a:gd name="connsiteY20" fmla="*/ 635794 h 1159669"/>
                <a:gd name="connsiteX21" fmla="*/ 323850 w 800100"/>
                <a:gd name="connsiteY21" fmla="*/ 607219 h 1159669"/>
                <a:gd name="connsiteX22" fmla="*/ 280987 w 800100"/>
                <a:gd name="connsiteY22" fmla="*/ 626269 h 1159669"/>
                <a:gd name="connsiteX23" fmla="*/ 242887 w 800100"/>
                <a:gd name="connsiteY23" fmla="*/ 676275 h 1159669"/>
                <a:gd name="connsiteX24" fmla="*/ 35719 w 800100"/>
                <a:gd name="connsiteY24" fmla="*/ 785813 h 1159669"/>
                <a:gd name="connsiteX25" fmla="*/ 30956 w 800100"/>
                <a:gd name="connsiteY25" fmla="*/ 892969 h 1159669"/>
                <a:gd name="connsiteX26" fmla="*/ 0 w 800100"/>
                <a:gd name="connsiteY26" fmla="*/ 957263 h 1159669"/>
                <a:gd name="connsiteX27" fmla="*/ 26194 w 800100"/>
                <a:gd name="connsiteY27" fmla="*/ 1028700 h 1159669"/>
                <a:gd name="connsiteX28" fmla="*/ 14287 w 800100"/>
                <a:gd name="connsiteY28" fmla="*/ 1095375 h 1159669"/>
                <a:gd name="connsiteX29" fmla="*/ 54769 w 800100"/>
                <a:gd name="connsiteY29" fmla="*/ 1102519 h 1159669"/>
                <a:gd name="connsiteX30" fmla="*/ 109537 w 800100"/>
                <a:gd name="connsiteY30" fmla="*/ 1145381 h 1159669"/>
                <a:gd name="connsiteX31" fmla="*/ 192881 w 800100"/>
                <a:gd name="connsiteY31" fmla="*/ 1159669 h 1159669"/>
                <a:gd name="connsiteX32" fmla="*/ 238125 w 800100"/>
                <a:gd name="connsiteY32" fmla="*/ 1133475 h 1159669"/>
                <a:gd name="connsiteX33" fmla="*/ 288131 w 800100"/>
                <a:gd name="connsiteY33" fmla="*/ 1126331 h 1159669"/>
                <a:gd name="connsiteX34" fmla="*/ 311944 w 800100"/>
                <a:gd name="connsiteY34" fmla="*/ 1066800 h 1159669"/>
                <a:gd name="connsiteX35" fmla="*/ 342900 w 800100"/>
                <a:gd name="connsiteY35" fmla="*/ 1045369 h 1159669"/>
                <a:gd name="connsiteX36" fmla="*/ 323850 w 800100"/>
                <a:gd name="connsiteY36" fmla="*/ 966788 h 1159669"/>
                <a:gd name="connsiteX37" fmla="*/ 338137 w 800100"/>
                <a:gd name="connsiteY37" fmla="*/ 938213 h 1159669"/>
                <a:gd name="connsiteX38" fmla="*/ 376237 w 800100"/>
                <a:gd name="connsiteY38" fmla="*/ 954881 h 1159669"/>
                <a:gd name="connsiteX39" fmla="*/ 414337 w 800100"/>
                <a:gd name="connsiteY39" fmla="*/ 950119 h 1159669"/>
                <a:gd name="connsiteX40" fmla="*/ 476250 w 800100"/>
                <a:gd name="connsiteY40" fmla="*/ 983456 h 1159669"/>
                <a:gd name="connsiteX41" fmla="*/ 692944 w 800100"/>
                <a:gd name="connsiteY41" fmla="*/ 838200 h 1159669"/>
                <a:gd name="connsiteX0" fmla="*/ 692944 w 800100"/>
                <a:gd name="connsiteY0" fmla="*/ 838200 h 1159669"/>
                <a:gd name="connsiteX1" fmla="*/ 795337 w 800100"/>
                <a:gd name="connsiteY1" fmla="*/ 769144 h 1159669"/>
                <a:gd name="connsiteX2" fmla="*/ 778669 w 800100"/>
                <a:gd name="connsiteY2" fmla="*/ 654844 h 1159669"/>
                <a:gd name="connsiteX3" fmla="*/ 800100 w 800100"/>
                <a:gd name="connsiteY3" fmla="*/ 597694 h 1159669"/>
                <a:gd name="connsiteX4" fmla="*/ 800100 w 800100"/>
                <a:gd name="connsiteY4" fmla="*/ 545306 h 1159669"/>
                <a:gd name="connsiteX5" fmla="*/ 759619 w 800100"/>
                <a:gd name="connsiteY5" fmla="*/ 552450 h 1159669"/>
                <a:gd name="connsiteX6" fmla="*/ 742950 w 800100"/>
                <a:gd name="connsiteY6" fmla="*/ 421481 h 1159669"/>
                <a:gd name="connsiteX7" fmla="*/ 721519 w 800100"/>
                <a:gd name="connsiteY7" fmla="*/ 395288 h 1159669"/>
                <a:gd name="connsiteX8" fmla="*/ 681037 w 800100"/>
                <a:gd name="connsiteY8" fmla="*/ 264319 h 1159669"/>
                <a:gd name="connsiteX9" fmla="*/ 707231 w 800100"/>
                <a:gd name="connsiteY9" fmla="*/ 202406 h 1159669"/>
                <a:gd name="connsiteX10" fmla="*/ 697706 w 800100"/>
                <a:gd name="connsiteY10" fmla="*/ 133350 h 1159669"/>
                <a:gd name="connsiteX11" fmla="*/ 661987 w 800100"/>
                <a:gd name="connsiteY11" fmla="*/ 80963 h 1159669"/>
                <a:gd name="connsiteX12" fmla="*/ 681037 w 800100"/>
                <a:gd name="connsiteY12" fmla="*/ 28575 h 1159669"/>
                <a:gd name="connsiteX13" fmla="*/ 590550 w 800100"/>
                <a:gd name="connsiteY13" fmla="*/ 0 h 1159669"/>
                <a:gd name="connsiteX14" fmla="*/ 581025 w 800100"/>
                <a:gd name="connsiteY14" fmla="*/ 78581 h 1159669"/>
                <a:gd name="connsiteX15" fmla="*/ 473869 w 800100"/>
                <a:gd name="connsiteY15" fmla="*/ 169069 h 1159669"/>
                <a:gd name="connsiteX16" fmla="*/ 416242 w 800100"/>
                <a:gd name="connsiteY16" fmla="*/ 258128 h 1159669"/>
                <a:gd name="connsiteX17" fmla="*/ 440531 w 800100"/>
                <a:gd name="connsiteY17" fmla="*/ 310515 h 1159669"/>
                <a:gd name="connsiteX18" fmla="*/ 464344 w 800100"/>
                <a:gd name="connsiteY18" fmla="*/ 354806 h 1159669"/>
                <a:gd name="connsiteX19" fmla="*/ 383381 w 800100"/>
                <a:gd name="connsiteY19" fmla="*/ 450056 h 1159669"/>
                <a:gd name="connsiteX20" fmla="*/ 421481 w 800100"/>
                <a:gd name="connsiteY20" fmla="*/ 552450 h 1159669"/>
                <a:gd name="connsiteX21" fmla="*/ 385762 w 800100"/>
                <a:gd name="connsiteY21" fmla="*/ 635794 h 1159669"/>
                <a:gd name="connsiteX22" fmla="*/ 323850 w 800100"/>
                <a:gd name="connsiteY22" fmla="*/ 607219 h 1159669"/>
                <a:gd name="connsiteX23" fmla="*/ 280987 w 800100"/>
                <a:gd name="connsiteY23" fmla="*/ 626269 h 1159669"/>
                <a:gd name="connsiteX24" fmla="*/ 242887 w 800100"/>
                <a:gd name="connsiteY24" fmla="*/ 676275 h 1159669"/>
                <a:gd name="connsiteX25" fmla="*/ 35719 w 800100"/>
                <a:gd name="connsiteY25" fmla="*/ 785813 h 1159669"/>
                <a:gd name="connsiteX26" fmla="*/ 30956 w 800100"/>
                <a:gd name="connsiteY26" fmla="*/ 892969 h 1159669"/>
                <a:gd name="connsiteX27" fmla="*/ 0 w 800100"/>
                <a:gd name="connsiteY27" fmla="*/ 957263 h 1159669"/>
                <a:gd name="connsiteX28" fmla="*/ 26194 w 800100"/>
                <a:gd name="connsiteY28" fmla="*/ 1028700 h 1159669"/>
                <a:gd name="connsiteX29" fmla="*/ 14287 w 800100"/>
                <a:gd name="connsiteY29" fmla="*/ 1095375 h 1159669"/>
                <a:gd name="connsiteX30" fmla="*/ 54769 w 800100"/>
                <a:gd name="connsiteY30" fmla="*/ 1102519 h 1159669"/>
                <a:gd name="connsiteX31" fmla="*/ 109537 w 800100"/>
                <a:gd name="connsiteY31" fmla="*/ 1145381 h 1159669"/>
                <a:gd name="connsiteX32" fmla="*/ 192881 w 800100"/>
                <a:gd name="connsiteY32" fmla="*/ 1159669 h 1159669"/>
                <a:gd name="connsiteX33" fmla="*/ 238125 w 800100"/>
                <a:gd name="connsiteY33" fmla="*/ 1133475 h 1159669"/>
                <a:gd name="connsiteX34" fmla="*/ 288131 w 800100"/>
                <a:gd name="connsiteY34" fmla="*/ 1126331 h 1159669"/>
                <a:gd name="connsiteX35" fmla="*/ 311944 w 800100"/>
                <a:gd name="connsiteY35" fmla="*/ 1066800 h 1159669"/>
                <a:gd name="connsiteX36" fmla="*/ 342900 w 800100"/>
                <a:gd name="connsiteY36" fmla="*/ 1045369 h 1159669"/>
                <a:gd name="connsiteX37" fmla="*/ 323850 w 800100"/>
                <a:gd name="connsiteY37" fmla="*/ 966788 h 1159669"/>
                <a:gd name="connsiteX38" fmla="*/ 338137 w 800100"/>
                <a:gd name="connsiteY38" fmla="*/ 938213 h 1159669"/>
                <a:gd name="connsiteX39" fmla="*/ 376237 w 800100"/>
                <a:gd name="connsiteY39" fmla="*/ 954881 h 1159669"/>
                <a:gd name="connsiteX40" fmla="*/ 414337 w 800100"/>
                <a:gd name="connsiteY40" fmla="*/ 950119 h 1159669"/>
                <a:gd name="connsiteX41" fmla="*/ 476250 w 800100"/>
                <a:gd name="connsiteY41" fmla="*/ 983456 h 1159669"/>
                <a:gd name="connsiteX42" fmla="*/ 692944 w 800100"/>
                <a:gd name="connsiteY42" fmla="*/ 838200 h 1159669"/>
                <a:gd name="connsiteX0" fmla="*/ 692944 w 800100"/>
                <a:gd name="connsiteY0" fmla="*/ 838200 h 1159669"/>
                <a:gd name="connsiteX1" fmla="*/ 795337 w 800100"/>
                <a:gd name="connsiteY1" fmla="*/ 769144 h 1159669"/>
                <a:gd name="connsiteX2" fmla="*/ 778669 w 800100"/>
                <a:gd name="connsiteY2" fmla="*/ 654844 h 1159669"/>
                <a:gd name="connsiteX3" fmla="*/ 800100 w 800100"/>
                <a:gd name="connsiteY3" fmla="*/ 597694 h 1159669"/>
                <a:gd name="connsiteX4" fmla="*/ 800100 w 800100"/>
                <a:gd name="connsiteY4" fmla="*/ 545306 h 1159669"/>
                <a:gd name="connsiteX5" fmla="*/ 759619 w 800100"/>
                <a:gd name="connsiteY5" fmla="*/ 552450 h 1159669"/>
                <a:gd name="connsiteX6" fmla="*/ 742950 w 800100"/>
                <a:gd name="connsiteY6" fmla="*/ 421481 h 1159669"/>
                <a:gd name="connsiteX7" fmla="*/ 721519 w 800100"/>
                <a:gd name="connsiteY7" fmla="*/ 395288 h 1159669"/>
                <a:gd name="connsiteX8" fmla="*/ 681037 w 800100"/>
                <a:gd name="connsiteY8" fmla="*/ 264319 h 1159669"/>
                <a:gd name="connsiteX9" fmla="*/ 707231 w 800100"/>
                <a:gd name="connsiteY9" fmla="*/ 202406 h 1159669"/>
                <a:gd name="connsiteX10" fmla="*/ 697706 w 800100"/>
                <a:gd name="connsiteY10" fmla="*/ 133350 h 1159669"/>
                <a:gd name="connsiteX11" fmla="*/ 661987 w 800100"/>
                <a:gd name="connsiteY11" fmla="*/ 80963 h 1159669"/>
                <a:gd name="connsiteX12" fmla="*/ 681037 w 800100"/>
                <a:gd name="connsiteY12" fmla="*/ 28575 h 1159669"/>
                <a:gd name="connsiteX13" fmla="*/ 590550 w 800100"/>
                <a:gd name="connsiteY13" fmla="*/ 0 h 1159669"/>
                <a:gd name="connsiteX14" fmla="*/ 581025 w 800100"/>
                <a:gd name="connsiteY14" fmla="*/ 78581 h 1159669"/>
                <a:gd name="connsiteX15" fmla="*/ 473869 w 800100"/>
                <a:gd name="connsiteY15" fmla="*/ 169069 h 1159669"/>
                <a:gd name="connsiteX16" fmla="*/ 416242 w 800100"/>
                <a:gd name="connsiteY16" fmla="*/ 258128 h 1159669"/>
                <a:gd name="connsiteX17" fmla="*/ 421481 w 800100"/>
                <a:gd name="connsiteY17" fmla="*/ 306705 h 1159669"/>
                <a:gd name="connsiteX18" fmla="*/ 464344 w 800100"/>
                <a:gd name="connsiteY18" fmla="*/ 354806 h 1159669"/>
                <a:gd name="connsiteX19" fmla="*/ 383381 w 800100"/>
                <a:gd name="connsiteY19" fmla="*/ 450056 h 1159669"/>
                <a:gd name="connsiteX20" fmla="*/ 421481 w 800100"/>
                <a:gd name="connsiteY20" fmla="*/ 552450 h 1159669"/>
                <a:gd name="connsiteX21" fmla="*/ 385762 w 800100"/>
                <a:gd name="connsiteY21" fmla="*/ 635794 h 1159669"/>
                <a:gd name="connsiteX22" fmla="*/ 323850 w 800100"/>
                <a:gd name="connsiteY22" fmla="*/ 607219 h 1159669"/>
                <a:gd name="connsiteX23" fmla="*/ 280987 w 800100"/>
                <a:gd name="connsiteY23" fmla="*/ 626269 h 1159669"/>
                <a:gd name="connsiteX24" fmla="*/ 242887 w 800100"/>
                <a:gd name="connsiteY24" fmla="*/ 676275 h 1159669"/>
                <a:gd name="connsiteX25" fmla="*/ 35719 w 800100"/>
                <a:gd name="connsiteY25" fmla="*/ 785813 h 1159669"/>
                <a:gd name="connsiteX26" fmla="*/ 30956 w 800100"/>
                <a:gd name="connsiteY26" fmla="*/ 892969 h 1159669"/>
                <a:gd name="connsiteX27" fmla="*/ 0 w 800100"/>
                <a:gd name="connsiteY27" fmla="*/ 957263 h 1159669"/>
                <a:gd name="connsiteX28" fmla="*/ 26194 w 800100"/>
                <a:gd name="connsiteY28" fmla="*/ 1028700 h 1159669"/>
                <a:gd name="connsiteX29" fmla="*/ 14287 w 800100"/>
                <a:gd name="connsiteY29" fmla="*/ 1095375 h 1159669"/>
                <a:gd name="connsiteX30" fmla="*/ 54769 w 800100"/>
                <a:gd name="connsiteY30" fmla="*/ 1102519 h 1159669"/>
                <a:gd name="connsiteX31" fmla="*/ 109537 w 800100"/>
                <a:gd name="connsiteY31" fmla="*/ 1145381 h 1159669"/>
                <a:gd name="connsiteX32" fmla="*/ 192881 w 800100"/>
                <a:gd name="connsiteY32" fmla="*/ 1159669 h 1159669"/>
                <a:gd name="connsiteX33" fmla="*/ 238125 w 800100"/>
                <a:gd name="connsiteY33" fmla="*/ 1133475 h 1159669"/>
                <a:gd name="connsiteX34" fmla="*/ 288131 w 800100"/>
                <a:gd name="connsiteY34" fmla="*/ 1126331 h 1159669"/>
                <a:gd name="connsiteX35" fmla="*/ 311944 w 800100"/>
                <a:gd name="connsiteY35" fmla="*/ 1066800 h 1159669"/>
                <a:gd name="connsiteX36" fmla="*/ 342900 w 800100"/>
                <a:gd name="connsiteY36" fmla="*/ 1045369 h 1159669"/>
                <a:gd name="connsiteX37" fmla="*/ 323850 w 800100"/>
                <a:gd name="connsiteY37" fmla="*/ 966788 h 1159669"/>
                <a:gd name="connsiteX38" fmla="*/ 338137 w 800100"/>
                <a:gd name="connsiteY38" fmla="*/ 938213 h 1159669"/>
                <a:gd name="connsiteX39" fmla="*/ 376237 w 800100"/>
                <a:gd name="connsiteY39" fmla="*/ 954881 h 1159669"/>
                <a:gd name="connsiteX40" fmla="*/ 414337 w 800100"/>
                <a:gd name="connsiteY40" fmla="*/ 950119 h 1159669"/>
                <a:gd name="connsiteX41" fmla="*/ 476250 w 800100"/>
                <a:gd name="connsiteY41" fmla="*/ 983456 h 1159669"/>
                <a:gd name="connsiteX42" fmla="*/ 692944 w 800100"/>
                <a:gd name="connsiteY42" fmla="*/ 838200 h 115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00100" h="1159669">
                  <a:moveTo>
                    <a:pt x="692944" y="838200"/>
                  </a:moveTo>
                  <a:lnTo>
                    <a:pt x="795337" y="769144"/>
                  </a:lnTo>
                  <a:lnTo>
                    <a:pt x="778669" y="654844"/>
                  </a:lnTo>
                  <a:lnTo>
                    <a:pt x="800100" y="597694"/>
                  </a:lnTo>
                  <a:lnTo>
                    <a:pt x="800100" y="545306"/>
                  </a:lnTo>
                  <a:lnTo>
                    <a:pt x="759619" y="552450"/>
                  </a:lnTo>
                  <a:lnTo>
                    <a:pt x="742950" y="421481"/>
                  </a:lnTo>
                  <a:lnTo>
                    <a:pt x="721519" y="395288"/>
                  </a:lnTo>
                  <a:lnTo>
                    <a:pt x="681037" y="264319"/>
                  </a:lnTo>
                  <a:lnTo>
                    <a:pt x="707231" y="202406"/>
                  </a:lnTo>
                  <a:lnTo>
                    <a:pt x="697706" y="133350"/>
                  </a:lnTo>
                  <a:lnTo>
                    <a:pt x="661987" y="80963"/>
                  </a:lnTo>
                  <a:lnTo>
                    <a:pt x="681037" y="28575"/>
                  </a:lnTo>
                  <a:lnTo>
                    <a:pt x="590550" y="0"/>
                  </a:lnTo>
                  <a:lnTo>
                    <a:pt x="581025" y="78581"/>
                  </a:lnTo>
                  <a:lnTo>
                    <a:pt x="473869" y="169069"/>
                  </a:lnTo>
                  <a:lnTo>
                    <a:pt x="416242" y="258128"/>
                  </a:lnTo>
                  <a:lnTo>
                    <a:pt x="421481" y="306705"/>
                  </a:lnTo>
                  <a:lnTo>
                    <a:pt x="464344" y="354806"/>
                  </a:lnTo>
                  <a:lnTo>
                    <a:pt x="383381" y="450056"/>
                  </a:lnTo>
                  <a:lnTo>
                    <a:pt x="421481" y="552450"/>
                  </a:lnTo>
                  <a:lnTo>
                    <a:pt x="385762" y="635794"/>
                  </a:lnTo>
                  <a:lnTo>
                    <a:pt x="323850" y="607219"/>
                  </a:lnTo>
                  <a:lnTo>
                    <a:pt x="280987" y="626269"/>
                  </a:lnTo>
                  <a:lnTo>
                    <a:pt x="242887" y="676275"/>
                  </a:lnTo>
                  <a:lnTo>
                    <a:pt x="35719" y="785813"/>
                  </a:lnTo>
                  <a:lnTo>
                    <a:pt x="30956" y="892969"/>
                  </a:lnTo>
                  <a:lnTo>
                    <a:pt x="0" y="957263"/>
                  </a:lnTo>
                  <a:lnTo>
                    <a:pt x="26194" y="1028700"/>
                  </a:lnTo>
                  <a:lnTo>
                    <a:pt x="14287" y="1095375"/>
                  </a:lnTo>
                  <a:lnTo>
                    <a:pt x="54769" y="1102519"/>
                  </a:lnTo>
                  <a:lnTo>
                    <a:pt x="109537" y="1145381"/>
                  </a:lnTo>
                  <a:lnTo>
                    <a:pt x="192881" y="1159669"/>
                  </a:lnTo>
                  <a:lnTo>
                    <a:pt x="238125" y="1133475"/>
                  </a:lnTo>
                  <a:lnTo>
                    <a:pt x="288131" y="1126331"/>
                  </a:lnTo>
                  <a:lnTo>
                    <a:pt x="311944" y="1066800"/>
                  </a:lnTo>
                  <a:lnTo>
                    <a:pt x="342900" y="1045369"/>
                  </a:lnTo>
                  <a:lnTo>
                    <a:pt x="323850" y="966788"/>
                  </a:lnTo>
                  <a:lnTo>
                    <a:pt x="338137" y="938213"/>
                  </a:lnTo>
                  <a:lnTo>
                    <a:pt x="376237" y="954881"/>
                  </a:lnTo>
                  <a:lnTo>
                    <a:pt x="414337" y="950119"/>
                  </a:lnTo>
                  <a:lnTo>
                    <a:pt x="476250" y="983456"/>
                  </a:lnTo>
                  <a:lnTo>
                    <a:pt x="692944" y="83820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8BB94B2D-BEEB-2B51-A854-3E6051D03FF2}"/>
                </a:ext>
              </a:extLst>
            </p:cNvPr>
            <p:cNvSpPr/>
            <p:nvPr/>
          </p:nvSpPr>
          <p:spPr>
            <a:xfrm>
              <a:off x="7343787" y="2571745"/>
              <a:ext cx="304800" cy="277813"/>
            </a:xfrm>
            <a:custGeom>
              <a:avLst/>
              <a:gdLst>
                <a:gd name="connsiteX0" fmla="*/ 185737 w 304800"/>
                <a:gd name="connsiteY0" fmla="*/ 278606 h 278606"/>
                <a:gd name="connsiteX1" fmla="*/ 219075 w 304800"/>
                <a:gd name="connsiteY1" fmla="*/ 202406 h 278606"/>
                <a:gd name="connsiteX2" fmla="*/ 304800 w 304800"/>
                <a:gd name="connsiteY2" fmla="*/ 157163 h 278606"/>
                <a:gd name="connsiteX3" fmla="*/ 304800 w 304800"/>
                <a:gd name="connsiteY3" fmla="*/ 102394 h 278606"/>
                <a:gd name="connsiteX4" fmla="*/ 240506 w 304800"/>
                <a:gd name="connsiteY4" fmla="*/ 61913 h 278606"/>
                <a:gd name="connsiteX5" fmla="*/ 204787 w 304800"/>
                <a:gd name="connsiteY5" fmla="*/ 66675 h 278606"/>
                <a:gd name="connsiteX6" fmla="*/ 147637 w 304800"/>
                <a:gd name="connsiteY6" fmla="*/ 7144 h 278606"/>
                <a:gd name="connsiteX7" fmla="*/ 0 w 304800"/>
                <a:gd name="connsiteY7" fmla="*/ 0 h 278606"/>
                <a:gd name="connsiteX8" fmla="*/ 61912 w 304800"/>
                <a:gd name="connsiteY8" fmla="*/ 66675 h 278606"/>
                <a:gd name="connsiteX9" fmla="*/ 57150 w 304800"/>
                <a:gd name="connsiteY9" fmla="*/ 102394 h 278606"/>
                <a:gd name="connsiteX10" fmla="*/ 111918 w 304800"/>
                <a:gd name="connsiteY10" fmla="*/ 111919 h 278606"/>
                <a:gd name="connsiteX11" fmla="*/ 116681 w 304800"/>
                <a:gd name="connsiteY11" fmla="*/ 147638 h 278606"/>
                <a:gd name="connsiteX12" fmla="*/ 88106 w 304800"/>
                <a:gd name="connsiteY12" fmla="*/ 185738 h 278606"/>
                <a:gd name="connsiteX13" fmla="*/ 85725 w 304800"/>
                <a:gd name="connsiteY13" fmla="*/ 230981 h 278606"/>
                <a:gd name="connsiteX14" fmla="*/ 114300 w 304800"/>
                <a:gd name="connsiteY14" fmla="*/ 247650 h 278606"/>
                <a:gd name="connsiteX15" fmla="*/ 185737 w 304800"/>
                <a:gd name="connsiteY15" fmla="*/ 278606 h 27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4800" h="278606">
                  <a:moveTo>
                    <a:pt x="185737" y="278606"/>
                  </a:moveTo>
                  <a:lnTo>
                    <a:pt x="219075" y="202406"/>
                  </a:lnTo>
                  <a:lnTo>
                    <a:pt x="304800" y="157163"/>
                  </a:lnTo>
                  <a:lnTo>
                    <a:pt x="304800" y="102394"/>
                  </a:lnTo>
                  <a:lnTo>
                    <a:pt x="240506" y="61913"/>
                  </a:lnTo>
                  <a:lnTo>
                    <a:pt x="204787" y="66675"/>
                  </a:lnTo>
                  <a:lnTo>
                    <a:pt x="147637" y="7144"/>
                  </a:lnTo>
                  <a:lnTo>
                    <a:pt x="0" y="0"/>
                  </a:lnTo>
                  <a:lnTo>
                    <a:pt x="61912" y="66675"/>
                  </a:lnTo>
                  <a:lnTo>
                    <a:pt x="57150" y="102394"/>
                  </a:lnTo>
                  <a:lnTo>
                    <a:pt x="111918" y="111919"/>
                  </a:lnTo>
                  <a:lnTo>
                    <a:pt x="116681" y="147638"/>
                  </a:lnTo>
                  <a:lnTo>
                    <a:pt x="88106" y="185738"/>
                  </a:lnTo>
                  <a:lnTo>
                    <a:pt x="85725" y="230981"/>
                  </a:lnTo>
                  <a:lnTo>
                    <a:pt x="114300" y="247650"/>
                  </a:lnTo>
                  <a:lnTo>
                    <a:pt x="185737" y="278606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7" name="Freeform 95">
              <a:extLst>
                <a:ext uri="{FF2B5EF4-FFF2-40B4-BE49-F238E27FC236}">
                  <a16:creationId xmlns:a16="http://schemas.microsoft.com/office/drawing/2014/main" id="{FFEE05C0-47BA-904E-A6A8-CA8E03A6E1FE}"/>
                </a:ext>
              </a:extLst>
            </p:cNvPr>
            <p:cNvSpPr/>
            <p:nvPr/>
          </p:nvSpPr>
          <p:spPr>
            <a:xfrm>
              <a:off x="7356488" y="2449508"/>
              <a:ext cx="485776" cy="255586"/>
            </a:xfrm>
            <a:custGeom>
              <a:avLst/>
              <a:gdLst>
                <a:gd name="connsiteX0" fmla="*/ 302419 w 485775"/>
                <a:gd name="connsiteY0" fmla="*/ 254794 h 254794"/>
                <a:gd name="connsiteX1" fmla="*/ 352425 w 485775"/>
                <a:gd name="connsiteY1" fmla="*/ 226219 h 254794"/>
                <a:gd name="connsiteX2" fmla="*/ 350044 w 485775"/>
                <a:gd name="connsiteY2" fmla="*/ 192882 h 254794"/>
                <a:gd name="connsiteX3" fmla="*/ 428625 w 485775"/>
                <a:gd name="connsiteY3" fmla="*/ 130969 h 254794"/>
                <a:gd name="connsiteX4" fmla="*/ 485775 w 485775"/>
                <a:gd name="connsiteY4" fmla="*/ 30957 h 254794"/>
                <a:gd name="connsiteX5" fmla="*/ 431006 w 485775"/>
                <a:gd name="connsiteY5" fmla="*/ 0 h 254794"/>
                <a:gd name="connsiteX6" fmla="*/ 373856 w 485775"/>
                <a:gd name="connsiteY6" fmla="*/ 26194 h 254794"/>
                <a:gd name="connsiteX7" fmla="*/ 328612 w 485775"/>
                <a:gd name="connsiteY7" fmla="*/ 16669 h 254794"/>
                <a:gd name="connsiteX8" fmla="*/ 316706 w 485775"/>
                <a:gd name="connsiteY8" fmla="*/ 80963 h 254794"/>
                <a:gd name="connsiteX9" fmla="*/ 271462 w 485775"/>
                <a:gd name="connsiteY9" fmla="*/ 64294 h 254794"/>
                <a:gd name="connsiteX10" fmla="*/ 221456 w 485775"/>
                <a:gd name="connsiteY10" fmla="*/ 95250 h 254794"/>
                <a:gd name="connsiteX11" fmla="*/ 188119 w 485775"/>
                <a:gd name="connsiteY11" fmla="*/ 69057 h 254794"/>
                <a:gd name="connsiteX12" fmla="*/ 180975 w 485775"/>
                <a:gd name="connsiteY12" fmla="*/ 38100 h 254794"/>
                <a:gd name="connsiteX13" fmla="*/ 157162 w 485775"/>
                <a:gd name="connsiteY13" fmla="*/ 28575 h 254794"/>
                <a:gd name="connsiteX14" fmla="*/ 133350 w 485775"/>
                <a:gd name="connsiteY14" fmla="*/ 50007 h 254794"/>
                <a:gd name="connsiteX15" fmla="*/ 111919 w 485775"/>
                <a:gd name="connsiteY15" fmla="*/ 14288 h 254794"/>
                <a:gd name="connsiteX16" fmla="*/ 83344 w 485775"/>
                <a:gd name="connsiteY16" fmla="*/ 50007 h 254794"/>
                <a:gd name="connsiteX17" fmla="*/ 0 w 485775"/>
                <a:gd name="connsiteY17" fmla="*/ 100013 h 254794"/>
                <a:gd name="connsiteX18" fmla="*/ 0 w 485775"/>
                <a:gd name="connsiteY18" fmla="*/ 119063 h 254794"/>
                <a:gd name="connsiteX19" fmla="*/ 133350 w 485775"/>
                <a:gd name="connsiteY19" fmla="*/ 133350 h 254794"/>
                <a:gd name="connsiteX20" fmla="*/ 202406 w 485775"/>
                <a:gd name="connsiteY20" fmla="*/ 190500 h 254794"/>
                <a:gd name="connsiteX21" fmla="*/ 247650 w 485775"/>
                <a:gd name="connsiteY21" fmla="*/ 188119 h 254794"/>
                <a:gd name="connsiteX22" fmla="*/ 302419 w 485775"/>
                <a:gd name="connsiteY22" fmla="*/ 254794 h 25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5775" h="254794">
                  <a:moveTo>
                    <a:pt x="302419" y="254794"/>
                  </a:moveTo>
                  <a:lnTo>
                    <a:pt x="352425" y="226219"/>
                  </a:lnTo>
                  <a:lnTo>
                    <a:pt x="350044" y="192882"/>
                  </a:lnTo>
                  <a:lnTo>
                    <a:pt x="428625" y="130969"/>
                  </a:lnTo>
                  <a:lnTo>
                    <a:pt x="485775" y="30957"/>
                  </a:lnTo>
                  <a:lnTo>
                    <a:pt x="431006" y="0"/>
                  </a:lnTo>
                  <a:lnTo>
                    <a:pt x="373856" y="26194"/>
                  </a:lnTo>
                  <a:lnTo>
                    <a:pt x="328612" y="16669"/>
                  </a:lnTo>
                  <a:lnTo>
                    <a:pt x="316706" y="80963"/>
                  </a:lnTo>
                  <a:lnTo>
                    <a:pt x="271462" y="64294"/>
                  </a:lnTo>
                  <a:lnTo>
                    <a:pt x="221456" y="95250"/>
                  </a:lnTo>
                  <a:lnTo>
                    <a:pt x="188119" y="69057"/>
                  </a:lnTo>
                  <a:lnTo>
                    <a:pt x="180975" y="38100"/>
                  </a:lnTo>
                  <a:lnTo>
                    <a:pt x="157162" y="28575"/>
                  </a:lnTo>
                  <a:lnTo>
                    <a:pt x="133350" y="50007"/>
                  </a:lnTo>
                  <a:lnTo>
                    <a:pt x="111919" y="14288"/>
                  </a:lnTo>
                  <a:lnTo>
                    <a:pt x="83344" y="50007"/>
                  </a:lnTo>
                  <a:lnTo>
                    <a:pt x="0" y="100013"/>
                  </a:lnTo>
                  <a:lnTo>
                    <a:pt x="0" y="119063"/>
                  </a:lnTo>
                  <a:lnTo>
                    <a:pt x="133350" y="133350"/>
                  </a:lnTo>
                  <a:lnTo>
                    <a:pt x="202406" y="190500"/>
                  </a:lnTo>
                  <a:lnTo>
                    <a:pt x="247650" y="188119"/>
                  </a:lnTo>
                  <a:lnTo>
                    <a:pt x="302419" y="254794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8" name="Freeform 96">
              <a:extLst>
                <a:ext uri="{FF2B5EF4-FFF2-40B4-BE49-F238E27FC236}">
                  <a16:creationId xmlns:a16="http://schemas.microsoft.com/office/drawing/2014/main" id="{4E6699BF-694A-ADB4-70D3-1C9760B97407}"/>
                </a:ext>
              </a:extLst>
            </p:cNvPr>
            <p:cNvSpPr/>
            <p:nvPr/>
          </p:nvSpPr>
          <p:spPr>
            <a:xfrm>
              <a:off x="6951680" y="2198684"/>
              <a:ext cx="933452" cy="371474"/>
            </a:xfrm>
            <a:custGeom>
              <a:avLst/>
              <a:gdLst>
                <a:gd name="connsiteX0" fmla="*/ 900113 w 933450"/>
                <a:gd name="connsiteY0" fmla="*/ 280987 h 371475"/>
                <a:gd name="connsiteX1" fmla="*/ 933450 w 933450"/>
                <a:gd name="connsiteY1" fmla="*/ 128587 h 371475"/>
                <a:gd name="connsiteX2" fmla="*/ 926307 w 933450"/>
                <a:gd name="connsiteY2" fmla="*/ 0 h 371475"/>
                <a:gd name="connsiteX3" fmla="*/ 881063 w 933450"/>
                <a:gd name="connsiteY3" fmla="*/ 11906 h 371475"/>
                <a:gd name="connsiteX4" fmla="*/ 869157 w 933450"/>
                <a:gd name="connsiteY4" fmla="*/ 76200 h 371475"/>
                <a:gd name="connsiteX5" fmla="*/ 831057 w 933450"/>
                <a:gd name="connsiteY5" fmla="*/ 61912 h 371475"/>
                <a:gd name="connsiteX6" fmla="*/ 797719 w 933450"/>
                <a:gd name="connsiteY6" fmla="*/ 85725 h 371475"/>
                <a:gd name="connsiteX7" fmla="*/ 807244 w 933450"/>
                <a:gd name="connsiteY7" fmla="*/ 119062 h 371475"/>
                <a:gd name="connsiteX8" fmla="*/ 776288 w 933450"/>
                <a:gd name="connsiteY8" fmla="*/ 116681 h 371475"/>
                <a:gd name="connsiteX9" fmla="*/ 752475 w 933450"/>
                <a:gd name="connsiteY9" fmla="*/ 95250 h 371475"/>
                <a:gd name="connsiteX10" fmla="*/ 678657 w 933450"/>
                <a:gd name="connsiteY10" fmla="*/ 135731 h 371475"/>
                <a:gd name="connsiteX11" fmla="*/ 666750 w 933450"/>
                <a:gd name="connsiteY11" fmla="*/ 183356 h 371475"/>
                <a:gd name="connsiteX12" fmla="*/ 628650 w 933450"/>
                <a:gd name="connsiteY12" fmla="*/ 178594 h 371475"/>
                <a:gd name="connsiteX13" fmla="*/ 611982 w 933450"/>
                <a:gd name="connsiteY13" fmla="*/ 147637 h 371475"/>
                <a:gd name="connsiteX14" fmla="*/ 578644 w 933450"/>
                <a:gd name="connsiteY14" fmla="*/ 154781 h 371475"/>
                <a:gd name="connsiteX15" fmla="*/ 566738 w 933450"/>
                <a:gd name="connsiteY15" fmla="*/ 119062 h 371475"/>
                <a:gd name="connsiteX16" fmla="*/ 597694 w 933450"/>
                <a:gd name="connsiteY16" fmla="*/ 92869 h 371475"/>
                <a:gd name="connsiteX17" fmla="*/ 597694 w 933450"/>
                <a:gd name="connsiteY17" fmla="*/ 59531 h 371475"/>
                <a:gd name="connsiteX18" fmla="*/ 619125 w 933450"/>
                <a:gd name="connsiteY18" fmla="*/ 64294 h 371475"/>
                <a:gd name="connsiteX19" fmla="*/ 626269 w 933450"/>
                <a:gd name="connsiteY19" fmla="*/ 30956 h 371475"/>
                <a:gd name="connsiteX20" fmla="*/ 559594 w 933450"/>
                <a:gd name="connsiteY20" fmla="*/ 40481 h 371475"/>
                <a:gd name="connsiteX21" fmla="*/ 526257 w 933450"/>
                <a:gd name="connsiteY21" fmla="*/ 66675 h 371475"/>
                <a:gd name="connsiteX22" fmla="*/ 488157 w 933450"/>
                <a:gd name="connsiteY22" fmla="*/ 66675 h 371475"/>
                <a:gd name="connsiteX23" fmla="*/ 435769 w 933450"/>
                <a:gd name="connsiteY23" fmla="*/ 116681 h 371475"/>
                <a:gd name="connsiteX24" fmla="*/ 388144 w 933450"/>
                <a:gd name="connsiteY24" fmla="*/ 76200 h 371475"/>
                <a:gd name="connsiteX25" fmla="*/ 316707 w 933450"/>
                <a:gd name="connsiteY25" fmla="*/ 111919 h 371475"/>
                <a:gd name="connsiteX26" fmla="*/ 233363 w 933450"/>
                <a:gd name="connsiteY26" fmla="*/ 33337 h 371475"/>
                <a:gd name="connsiteX27" fmla="*/ 195263 w 933450"/>
                <a:gd name="connsiteY27" fmla="*/ 23812 h 371475"/>
                <a:gd name="connsiteX28" fmla="*/ 154782 w 933450"/>
                <a:gd name="connsiteY28" fmla="*/ 47625 h 371475"/>
                <a:gd name="connsiteX29" fmla="*/ 104775 w 933450"/>
                <a:gd name="connsiteY29" fmla="*/ 50006 h 371475"/>
                <a:gd name="connsiteX30" fmla="*/ 95250 w 933450"/>
                <a:gd name="connsiteY30" fmla="*/ 161925 h 371475"/>
                <a:gd name="connsiteX31" fmla="*/ 0 w 933450"/>
                <a:gd name="connsiteY31" fmla="*/ 250031 h 371475"/>
                <a:gd name="connsiteX32" fmla="*/ 64294 w 933450"/>
                <a:gd name="connsiteY32" fmla="*/ 271462 h 371475"/>
                <a:gd name="connsiteX33" fmla="*/ 114300 w 933450"/>
                <a:gd name="connsiteY33" fmla="*/ 371475 h 371475"/>
                <a:gd name="connsiteX34" fmla="*/ 166688 w 933450"/>
                <a:gd name="connsiteY34" fmla="*/ 338137 h 371475"/>
                <a:gd name="connsiteX35" fmla="*/ 221457 w 933450"/>
                <a:gd name="connsiteY35" fmla="*/ 278606 h 371475"/>
                <a:gd name="connsiteX36" fmla="*/ 283369 w 933450"/>
                <a:gd name="connsiteY36" fmla="*/ 311944 h 371475"/>
                <a:gd name="connsiteX37" fmla="*/ 321469 w 933450"/>
                <a:gd name="connsiteY37" fmla="*/ 297656 h 371475"/>
                <a:gd name="connsiteX38" fmla="*/ 350044 w 933450"/>
                <a:gd name="connsiteY38" fmla="*/ 280987 h 371475"/>
                <a:gd name="connsiteX39" fmla="*/ 345282 w 933450"/>
                <a:gd name="connsiteY39" fmla="*/ 316706 h 371475"/>
                <a:gd name="connsiteX40" fmla="*/ 390525 w 933450"/>
                <a:gd name="connsiteY40" fmla="*/ 321469 h 371475"/>
                <a:gd name="connsiteX41" fmla="*/ 395288 w 933450"/>
                <a:gd name="connsiteY41" fmla="*/ 352425 h 371475"/>
                <a:gd name="connsiteX42" fmla="*/ 492919 w 933450"/>
                <a:gd name="connsiteY42" fmla="*/ 292894 h 371475"/>
                <a:gd name="connsiteX43" fmla="*/ 509588 w 933450"/>
                <a:gd name="connsiteY43" fmla="*/ 269081 h 371475"/>
                <a:gd name="connsiteX44" fmla="*/ 542925 w 933450"/>
                <a:gd name="connsiteY44" fmla="*/ 297656 h 371475"/>
                <a:gd name="connsiteX45" fmla="*/ 573882 w 933450"/>
                <a:gd name="connsiteY45" fmla="*/ 283369 h 371475"/>
                <a:gd name="connsiteX46" fmla="*/ 590550 w 933450"/>
                <a:gd name="connsiteY46" fmla="*/ 297656 h 371475"/>
                <a:gd name="connsiteX47" fmla="*/ 597694 w 933450"/>
                <a:gd name="connsiteY47" fmla="*/ 328612 h 371475"/>
                <a:gd name="connsiteX48" fmla="*/ 628650 w 933450"/>
                <a:gd name="connsiteY48" fmla="*/ 347662 h 371475"/>
                <a:gd name="connsiteX49" fmla="*/ 683419 w 933450"/>
                <a:gd name="connsiteY49" fmla="*/ 316706 h 371475"/>
                <a:gd name="connsiteX50" fmla="*/ 711994 w 933450"/>
                <a:gd name="connsiteY50" fmla="*/ 335756 h 371475"/>
                <a:gd name="connsiteX51" fmla="*/ 742950 w 933450"/>
                <a:gd name="connsiteY51" fmla="*/ 261937 h 371475"/>
                <a:gd name="connsiteX52" fmla="*/ 783432 w 933450"/>
                <a:gd name="connsiteY52" fmla="*/ 269081 h 371475"/>
                <a:gd name="connsiteX53" fmla="*/ 833438 w 933450"/>
                <a:gd name="connsiteY53" fmla="*/ 257175 h 371475"/>
                <a:gd name="connsiteX54" fmla="*/ 900113 w 933450"/>
                <a:gd name="connsiteY54" fmla="*/ 280987 h 371475"/>
                <a:gd name="connsiteX0" fmla="*/ 900113 w 933450"/>
                <a:gd name="connsiteY0" fmla="*/ 280987 h 371475"/>
                <a:gd name="connsiteX1" fmla="*/ 933450 w 933450"/>
                <a:gd name="connsiteY1" fmla="*/ 128587 h 371475"/>
                <a:gd name="connsiteX2" fmla="*/ 926307 w 933450"/>
                <a:gd name="connsiteY2" fmla="*/ 0 h 371475"/>
                <a:gd name="connsiteX3" fmla="*/ 881063 w 933450"/>
                <a:gd name="connsiteY3" fmla="*/ 11906 h 371475"/>
                <a:gd name="connsiteX4" fmla="*/ 869157 w 933450"/>
                <a:gd name="connsiteY4" fmla="*/ 76200 h 371475"/>
                <a:gd name="connsiteX5" fmla="*/ 831057 w 933450"/>
                <a:gd name="connsiteY5" fmla="*/ 61912 h 371475"/>
                <a:gd name="connsiteX6" fmla="*/ 797719 w 933450"/>
                <a:gd name="connsiteY6" fmla="*/ 85725 h 371475"/>
                <a:gd name="connsiteX7" fmla="*/ 807244 w 933450"/>
                <a:gd name="connsiteY7" fmla="*/ 119062 h 371475"/>
                <a:gd name="connsiteX8" fmla="*/ 776288 w 933450"/>
                <a:gd name="connsiteY8" fmla="*/ 116681 h 371475"/>
                <a:gd name="connsiteX9" fmla="*/ 752475 w 933450"/>
                <a:gd name="connsiteY9" fmla="*/ 95250 h 371475"/>
                <a:gd name="connsiteX10" fmla="*/ 678657 w 933450"/>
                <a:gd name="connsiteY10" fmla="*/ 135731 h 371475"/>
                <a:gd name="connsiteX11" fmla="*/ 666750 w 933450"/>
                <a:gd name="connsiteY11" fmla="*/ 183356 h 371475"/>
                <a:gd name="connsiteX12" fmla="*/ 628650 w 933450"/>
                <a:gd name="connsiteY12" fmla="*/ 178594 h 371475"/>
                <a:gd name="connsiteX13" fmla="*/ 611982 w 933450"/>
                <a:gd name="connsiteY13" fmla="*/ 147637 h 371475"/>
                <a:gd name="connsiteX14" fmla="*/ 578644 w 933450"/>
                <a:gd name="connsiteY14" fmla="*/ 154781 h 371475"/>
                <a:gd name="connsiteX15" fmla="*/ 566738 w 933450"/>
                <a:gd name="connsiteY15" fmla="*/ 119062 h 371475"/>
                <a:gd name="connsiteX16" fmla="*/ 597694 w 933450"/>
                <a:gd name="connsiteY16" fmla="*/ 92869 h 371475"/>
                <a:gd name="connsiteX17" fmla="*/ 597694 w 933450"/>
                <a:gd name="connsiteY17" fmla="*/ 59531 h 371475"/>
                <a:gd name="connsiteX18" fmla="*/ 619125 w 933450"/>
                <a:gd name="connsiteY18" fmla="*/ 64294 h 371475"/>
                <a:gd name="connsiteX19" fmla="*/ 626269 w 933450"/>
                <a:gd name="connsiteY19" fmla="*/ 30956 h 371475"/>
                <a:gd name="connsiteX20" fmla="*/ 559594 w 933450"/>
                <a:gd name="connsiteY20" fmla="*/ 40481 h 371475"/>
                <a:gd name="connsiteX21" fmla="*/ 526257 w 933450"/>
                <a:gd name="connsiteY21" fmla="*/ 66675 h 371475"/>
                <a:gd name="connsiteX22" fmla="*/ 488157 w 933450"/>
                <a:gd name="connsiteY22" fmla="*/ 66675 h 371475"/>
                <a:gd name="connsiteX23" fmla="*/ 435769 w 933450"/>
                <a:gd name="connsiteY23" fmla="*/ 116681 h 371475"/>
                <a:gd name="connsiteX24" fmla="*/ 388144 w 933450"/>
                <a:gd name="connsiteY24" fmla="*/ 76200 h 371475"/>
                <a:gd name="connsiteX25" fmla="*/ 316707 w 933450"/>
                <a:gd name="connsiteY25" fmla="*/ 111919 h 371475"/>
                <a:gd name="connsiteX26" fmla="*/ 233363 w 933450"/>
                <a:gd name="connsiteY26" fmla="*/ 33337 h 371475"/>
                <a:gd name="connsiteX27" fmla="*/ 195263 w 933450"/>
                <a:gd name="connsiteY27" fmla="*/ 23812 h 371475"/>
                <a:gd name="connsiteX28" fmla="*/ 154782 w 933450"/>
                <a:gd name="connsiteY28" fmla="*/ 47625 h 371475"/>
                <a:gd name="connsiteX29" fmla="*/ 93345 w 933450"/>
                <a:gd name="connsiteY29" fmla="*/ 72866 h 371475"/>
                <a:gd name="connsiteX30" fmla="*/ 95250 w 933450"/>
                <a:gd name="connsiteY30" fmla="*/ 161925 h 371475"/>
                <a:gd name="connsiteX31" fmla="*/ 0 w 933450"/>
                <a:gd name="connsiteY31" fmla="*/ 250031 h 371475"/>
                <a:gd name="connsiteX32" fmla="*/ 64294 w 933450"/>
                <a:gd name="connsiteY32" fmla="*/ 271462 h 371475"/>
                <a:gd name="connsiteX33" fmla="*/ 114300 w 933450"/>
                <a:gd name="connsiteY33" fmla="*/ 371475 h 371475"/>
                <a:gd name="connsiteX34" fmla="*/ 166688 w 933450"/>
                <a:gd name="connsiteY34" fmla="*/ 338137 h 371475"/>
                <a:gd name="connsiteX35" fmla="*/ 221457 w 933450"/>
                <a:gd name="connsiteY35" fmla="*/ 278606 h 371475"/>
                <a:gd name="connsiteX36" fmla="*/ 283369 w 933450"/>
                <a:gd name="connsiteY36" fmla="*/ 311944 h 371475"/>
                <a:gd name="connsiteX37" fmla="*/ 321469 w 933450"/>
                <a:gd name="connsiteY37" fmla="*/ 297656 h 371475"/>
                <a:gd name="connsiteX38" fmla="*/ 350044 w 933450"/>
                <a:gd name="connsiteY38" fmla="*/ 280987 h 371475"/>
                <a:gd name="connsiteX39" fmla="*/ 345282 w 933450"/>
                <a:gd name="connsiteY39" fmla="*/ 316706 h 371475"/>
                <a:gd name="connsiteX40" fmla="*/ 390525 w 933450"/>
                <a:gd name="connsiteY40" fmla="*/ 321469 h 371475"/>
                <a:gd name="connsiteX41" fmla="*/ 395288 w 933450"/>
                <a:gd name="connsiteY41" fmla="*/ 352425 h 371475"/>
                <a:gd name="connsiteX42" fmla="*/ 492919 w 933450"/>
                <a:gd name="connsiteY42" fmla="*/ 292894 h 371475"/>
                <a:gd name="connsiteX43" fmla="*/ 509588 w 933450"/>
                <a:gd name="connsiteY43" fmla="*/ 269081 h 371475"/>
                <a:gd name="connsiteX44" fmla="*/ 542925 w 933450"/>
                <a:gd name="connsiteY44" fmla="*/ 297656 h 371475"/>
                <a:gd name="connsiteX45" fmla="*/ 573882 w 933450"/>
                <a:gd name="connsiteY45" fmla="*/ 283369 h 371475"/>
                <a:gd name="connsiteX46" fmla="*/ 590550 w 933450"/>
                <a:gd name="connsiteY46" fmla="*/ 297656 h 371475"/>
                <a:gd name="connsiteX47" fmla="*/ 597694 w 933450"/>
                <a:gd name="connsiteY47" fmla="*/ 328612 h 371475"/>
                <a:gd name="connsiteX48" fmla="*/ 628650 w 933450"/>
                <a:gd name="connsiteY48" fmla="*/ 347662 h 371475"/>
                <a:gd name="connsiteX49" fmla="*/ 683419 w 933450"/>
                <a:gd name="connsiteY49" fmla="*/ 316706 h 371475"/>
                <a:gd name="connsiteX50" fmla="*/ 711994 w 933450"/>
                <a:gd name="connsiteY50" fmla="*/ 335756 h 371475"/>
                <a:gd name="connsiteX51" fmla="*/ 742950 w 933450"/>
                <a:gd name="connsiteY51" fmla="*/ 261937 h 371475"/>
                <a:gd name="connsiteX52" fmla="*/ 783432 w 933450"/>
                <a:gd name="connsiteY52" fmla="*/ 269081 h 371475"/>
                <a:gd name="connsiteX53" fmla="*/ 833438 w 933450"/>
                <a:gd name="connsiteY53" fmla="*/ 257175 h 371475"/>
                <a:gd name="connsiteX54" fmla="*/ 900113 w 933450"/>
                <a:gd name="connsiteY54" fmla="*/ 280987 h 371475"/>
                <a:gd name="connsiteX0" fmla="*/ 900113 w 933450"/>
                <a:gd name="connsiteY0" fmla="*/ 280987 h 371475"/>
                <a:gd name="connsiteX1" fmla="*/ 933450 w 933450"/>
                <a:gd name="connsiteY1" fmla="*/ 128587 h 371475"/>
                <a:gd name="connsiteX2" fmla="*/ 926307 w 933450"/>
                <a:gd name="connsiteY2" fmla="*/ 0 h 371475"/>
                <a:gd name="connsiteX3" fmla="*/ 881063 w 933450"/>
                <a:gd name="connsiteY3" fmla="*/ 11906 h 371475"/>
                <a:gd name="connsiteX4" fmla="*/ 869157 w 933450"/>
                <a:gd name="connsiteY4" fmla="*/ 76200 h 371475"/>
                <a:gd name="connsiteX5" fmla="*/ 831057 w 933450"/>
                <a:gd name="connsiteY5" fmla="*/ 61912 h 371475"/>
                <a:gd name="connsiteX6" fmla="*/ 797719 w 933450"/>
                <a:gd name="connsiteY6" fmla="*/ 85725 h 371475"/>
                <a:gd name="connsiteX7" fmla="*/ 807244 w 933450"/>
                <a:gd name="connsiteY7" fmla="*/ 119062 h 371475"/>
                <a:gd name="connsiteX8" fmla="*/ 776288 w 933450"/>
                <a:gd name="connsiteY8" fmla="*/ 116681 h 371475"/>
                <a:gd name="connsiteX9" fmla="*/ 752475 w 933450"/>
                <a:gd name="connsiteY9" fmla="*/ 95250 h 371475"/>
                <a:gd name="connsiteX10" fmla="*/ 678657 w 933450"/>
                <a:gd name="connsiteY10" fmla="*/ 135731 h 371475"/>
                <a:gd name="connsiteX11" fmla="*/ 666750 w 933450"/>
                <a:gd name="connsiteY11" fmla="*/ 183356 h 371475"/>
                <a:gd name="connsiteX12" fmla="*/ 628650 w 933450"/>
                <a:gd name="connsiteY12" fmla="*/ 178594 h 371475"/>
                <a:gd name="connsiteX13" fmla="*/ 611982 w 933450"/>
                <a:gd name="connsiteY13" fmla="*/ 147637 h 371475"/>
                <a:gd name="connsiteX14" fmla="*/ 578644 w 933450"/>
                <a:gd name="connsiteY14" fmla="*/ 154781 h 371475"/>
                <a:gd name="connsiteX15" fmla="*/ 566738 w 933450"/>
                <a:gd name="connsiteY15" fmla="*/ 119062 h 371475"/>
                <a:gd name="connsiteX16" fmla="*/ 597694 w 933450"/>
                <a:gd name="connsiteY16" fmla="*/ 92869 h 371475"/>
                <a:gd name="connsiteX17" fmla="*/ 597694 w 933450"/>
                <a:gd name="connsiteY17" fmla="*/ 59531 h 371475"/>
                <a:gd name="connsiteX18" fmla="*/ 619125 w 933450"/>
                <a:gd name="connsiteY18" fmla="*/ 64294 h 371475"/>
                <a:gd name="connsiteX19" fmla="*/ 626269 w 933450"/>
                <a:gd name="connsiteY19" fmla="*/ 30956 h 371475"/>
                <a:gd name="connsiteX20" fmla="*/ 559594 w 933450"/>
                <a:gd name="connsiteY20" fmla="*/ 40481 h 371475"/>
                <a:gd name="connsiteX21" fmla="*/ 526257 w 933450"/>
                <a:gd name="connsiteY21" fmla="*/ 66675 h 371475"/>
                <a:gd name="connsiteX22" fmla="*/ 488157 w 933450"/>
                <a:gd name="connsiteY22" fmla="*/ 66675 h 371475"/>
                <a:gd name="connsiteX23" fmla="*/ 435769 w 933450"/>
                <a:gd name="connsiteY23" fmla="*/ 116681 h 371475"/>
                <a:gd name="connsiteX24" fmla="*/ 388144 w 933450"/>
                <a:gd name="connsiteY24" fmla="*/ 76200 h 371475"/>
                <a:gd name="connsiteX25" fmla="*/ 316707 w 933450"/>
                <a:gd name="connsiteY25" fmla="*/ 111919 h 371475"/>
                <a:gd name="connsiteX26" fmla="*/ 233363 w 933450"/>
                <a:gd name="connsiteY26" fmla="*/ 33337 h 371475"/>
                <a:gd name="connsiteX27" fmla="*/ 195263 w 933450"/>
                <a:gd name="connsiteY27" fmla="*/ 23812 h 371475"/>
                <a:gd name="connsiteX28" fmla="*/ 154782 w 933450"/>
                <a:gd name="connsiteY28" fmla="*/ 47625 h 371475"/>
                <a:gd name="connsiteX29" fmla="*/ 93345 w 933450"/>
                <a:gd name="connsiteY29" fmla="*/ 72866 h 371475"/>
                <a:gd name="connsiteX30" fmla="*/ 95250 w 933450"/>
                <a:gd name="connsiteY30" fmla="*/ 161925 h 371475"/>
                <a:gd name="connsiteX31" fmla="*/ 0 w 933450"/>
                <a:gd name="connsiteY31" fmla="*/ 250031 h 371475"/>
                <a:gd name="connsiteX32" fmla="*/ 64294 w 933450"/>
                <a:gd name="connsiteY32" fmla="*/ 271462 h 371475"/>
                <a:gd name="connsiteX33" fmla="*/ 114300 w 933450"/>
                <a:gd name="connsiteY33" fmla="*/ 371475 h 371475"/>
                <a:gd name="connsiteX34" fmla="*/ 166688 w 933450"/>
                <a:gd name="connsiteY34" fmla="*/ 338137 h 371475"/>
                <a:gd name="connsiteX35" fmla="*/ 221457 w 933450"/>
                <a:gd name="connsiteY35" fmla="*/ 278606 h 371475"/>
                <a:gd name="connsiteX36" fmla="*/ 283369 w 933450"/>
                <a:gd name="connsiteY36" fmla="*/ 311944 h 371475"/>
                <a:gd name="connsiteX37" fmla="*/ 321469 w 933450"/>
                <a:gd name="connsiteY37" fmla="*/ 297656 h 371475"/>
                <a:gd name="connsiteX38" fmla="*/ 350044 w 933450"/>
                <a:gd name="connsiteY38" fmla="*/ 280987 h 371475"/>
                <a:gd name="connsiteX39" fmla="*/ 345282 w 933450"/>
                <a:gd name="connsiteY39" fmla="*/ 316706 h 371475"/>
                <a:gd name="connsiteX40" fmla="*/ 390525 w 933450"/>
                <a:gd name="connsiteY40" fmla="*/ 321469 h 371475"/>
                <a:gd name="connsiteX41" fmla="*/ 395288 w 933450"/>
                <a:gd name="connsiteY41" fmla="*/ 352425 h 371475"/>
                <a:gd name="connsiteX42" fmla="*/ 492919 w 933450"/>
                <a:gd name="connsiteY42" fmla="*/ 292894 h 371475"/>
                <a:gd name="connsiteX43" fmla="*/ 509588 w 933450"/>
                <a:gd name="connsiteY43" fmla="*/ 269081 h 371475"/>
                <a:gd name="connsiteX44" fmla="*/ 542925 w 933450"/>
                <a:gd name="connsiteY44" fmla="*/ 297656 h 371475"/>
                <a:gd name="connsiteX45" fmla="*/ 573882 w 933450"/>
                <a:gd name="connsiteY45" fmla="*/ 283369 h 371475"/>
                <a:gd name="connsiteX46" fmla="*/ 590550 w 933450"/>
                <a:gd name="connsiteY46" fmla="*/ 297656 h 371475"/>
                <a:gd name="connsiteX47" fmla="*/ 597694 w 933450"/>
                <a:gd name="connsiteY47" fmla="*/ 328612 h 371475"/>
                <a:gd name="connsiteX48" fmla="*/ 628650 w 933450"/>
                <a:gd name="connsiteY48" fmla="*/ 347662 h 371475"/>
                <a:gd name="connsiteX49" fmla="*/ 683419 w 933450"/>
                <a:gd name="connsiteY49" fmla="*/ 316706 h 371475"/>
                <a:gd name="connsiteX50" fmla="*/ 711994 w 933450"/>
                <a:gd name="connsiteY50" fmla="*/ 335756 h 371475"/>
                <a:gd name="connsiteX51" fmla="*/ 742950 w 933450"/>
                <a:gd name="connsiteY51" fmla="*/ 261937 h 371475"/>
                <a:gd name="connsiteX52" fmla="*/ 783432 w 933450"/>
                <a:gd name="connsiteY52" fmla="*/ 269081 h 371475"/>
                <a:gd name="connsiteX53" fmla="*/ 833438 w 933450"/>
                <a:gd name="connsiteY53" fmla="*/ 257175 h 371475"/>
                <a:gd name="connsiteX54" fmla="*/ 900113 w 933450"/>
                <a:gd name="connsiteY54" fmla="*/ 280987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3450" h="371475">
                  <a:moveTo>
                    <a:pt x="900113" y="280987"/>
                  </a:moveTo>
                  <a:lnTo>
                    <a:pt x="933450" y="128587"/>
                  </a:lnTo>
                  <a:lnTo>
                    <a:pt x="926307" y="0"/>
                  </a:lnTo>
                  <a:lnTo>
                    <a:pt x="881063" y="11906"/>
                  </a:lnTo>
                  <a:lnTo>
                    <a:pt x="869157" y="76200"/>
                  </a:lnTo>
                  <a:lnTo>
                    <a:pt x="831057" y="61912"/>
                  </a:lnTo>
                  <a:lnTo>
                    <a:pt x="797719" y="85725"/>
                  </a:lnTo>
                  <a:lnTo>
                    <a:pt x="807244" y="119062"/>
                  </a:lnTo>
                  <a:lnTo>
                    <a:pt x="776288" y="116681"/>
                  </a:lnTo>
                  <a:lnTo>
                    <a:pt x="752475" y="95250"/>
                  </a:lnTo>
                  <a:lnTo>
                    <a:pt x="678657" y="135731"/>
                  </a:lnTo>
                  <a:lnTo>
                    <a:pt x="666750" y="183356"/>
                  </a:lnTo>
                  <a:lnTo>
                    <a:pt x="628650" y="178594"/>
                  </a:lnTo>
                  <a:lnTo>
                    <a:pt x="611982" y="147637"/>
                  </a:lnTo>
                  <a:lnTo>
                    <a:pt x="578644" y="154781"/>
                  </a:lnTo>
                  <a:lnTo>
                    <a:pt x="566738" y="119062"/>
                  </a:lnTo>
                  <a:lnTo>
                    <a:pt x="597694" y="92869"/>
                  </a:lnTo>
                  <a:lnTo>
                    <a:pt x="597694" y="59531"/>
                  </a:lnTo>
                  <a:lnTo>
                    <a:pt x="619125" y="64294"/>
                  </a:lnTo>
                  <a:lnTo>
                    <a:pt x="626269" y="30956"/>
                  </a:lnTo>
                  <a:lnTo>
                    <a:pt x="559594" y="40481"/>
                  </a:lnTo>
                  <a:lnTo>
                    <a:pt x="526257" y="66675"/>
                  </a:lnTo>
                  <a:lnTo>
                    <a:pt x="488157" y="66675"/>
                  </a:lnTo>
                  <a:lnTo>
                    <a:pt x="435769" y="116681"/>
                  </a:lnTo>
                  <a:lnTo>
                    <a:pt x="388144" y="76200"/>
                  </a:lnTo>
                  <a:lnTo>
                    <a:pt x="316707" y="111919"/>
                  </a:lnTo>
                  <a:lnTo>
                    <a:pt x="233363" y="33337"/>
                  </a:lnTo>
                  <a:lnTo>
                    <a:pt x="195263" y="23812"/>
                  </a:lnTo>
                  <a:lnTo>
                    <a:pt x="154782" y="47625"/>
                  </a:lnTo>
                  <a:cubicBezTo>
                    <a:pt x="134303" y="56039"/>
                    <a:pt x="90964" y="26352"/>
                    <a:pt x="93345" y="72866"/>
                  </a:cubicBezTo>
                  <a:lnTo>
                    <a:pt x="95250" y="161925"/>
                  </a:lnTo>
                  <a:lnTo>
                    <a:pt x="0" y="250031"/>
                  </a:lnTo>
                  <a:lnTo>
                    <a:pt x="64294" y="271462"/>
                  </a:lnTo>
                  <a:lnTo>
                    <a:pt x="114300" y="371475"/>
                  </a:lnTo>
                  <a:lnTo>
                    <a:pt x="166688" y="338137"/>
                  </a:lnTo>
                  <a:lnTo>
                    <a:pt x="221457" y="278606"/>
                  </a:lnTo>
                  <a:lnTo>
                    <a:pt x="283369" y="311944"/>
                  </a:lnTo>
                  <a:lnTo>
                    <a:pt x="321469" y="297656"/>
                  </a:lnTo>
                  <a:lnTo>
                    <a:pt x="350044" y="280987"/>
                  </a:lnTo>
                  <a:lnTo>
                    <a:pt x="345282" y="316706"/>
                  </a:lnTo>
                  <a:lnTo>
                    <a:pt x="390525" y="321469"/>
                  </a:lnTo>
                  <a:lnTo>
                    <a:pt x="395288" y="352425"/>
                  </a:lnTo>
                  <a:lnTo>
                    <a:pt x="492919" y="292894"/>
                  </a:lnTo>
                  <a:lnTo>
                    <a:pt x="509588" y="269081"/>
                  </a:lnTo>
                  <a:lnTo>
                    <a:pt x="542925" y="297656"/>
                  </a:lnTo>
                  <a:lnTo>
                    <a:pt x="573882" y="283369"/>
                  </a:lnTo>
                  <a:lnTo>
                    <a:pt x="590550" y="297656"/>
                  </a:lnTo>
                  <a:lnTo>
                    <a:pt x="597694" y="328612"/>
                  </a:lnTo>
                  <a:lnTo>
                    <a:pt x="628650" y="347662"/>
                  </a:lnTo>
                  <a:lnTo>
                    <a:pt x="683419" y="316706"/>
                  </a:lnTo>
                  <a:lnTo>
                    <a:pt x="711994" y="335756"/>
                  </a:lnTo>
                  <a:lnTo>
                    <a:pt x="742950" y="261937"/>
                  </a:lnTo>
                  <a:lnTo>
                    <a:pt x="783432" y="269081"/>
                  </a:lnTo>
                  <a:lnTo>
                    <a:pt x="833438" y="257175"/>
                  </a:lnTo>
                  <a:lnTo>
                    <a:pt x="900113" y="280987"/>
                  </a:lnTo>
                  <a:close/>
                </a:path>
              </a:pathLst>
            </a:custGeom>
            <a:solidFill>
              <a:schemeClr val="tx2">
                <a:alpha val="69804"/>
              </a:schemeClr>
            </a:solidFill>
            <a:ln w="127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 dirty="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9" name="Freeform 97">
              <a:extLst>
                <a:ext uri="{FF2B5EF4-FFF2-40B4-BE49-F238E27FC236}">
                  <a16:creationId xmlns:a16="http://schemas.microsoft.com/office/drawing/2014/main" id="{7648E44E-F113-A320-F5F2-813572D0E4F6}"/>
                </a:ext>
              </a:extLst>
            </p:cNvPr>
            <p:cNvSpPr/>
            <p:nvPr/>
          </p:nvSpPr>
          <p:spPr>
            <a:xfrm>
              <a:off x="7304101" y="2038346"/>
              <a:ext cx="571501" cy="334962"/>
            </a:xfrm>
            <a:custGeom>
              <a:avLst/>
              <a:gdLst>
                <a:gd name="connsiteX0" fmla="*/ 571500 w 571500"/>
                <a:gd name="connsiteY0" fmla="*/ 154781 h 335756"/>
                <a:gd name="connsiteX1" fmla="*/ 547688 w 571500"/>
                <a:gd name="connsiteY1" fmla="*/ 66675 h 335756"/>
                <a:gd name="connsiteX2" fmla="*/ 485775 w 571500"/>
                <a:gd name="connsiteY2" fmla="*/ 78581 h 335756"/>
                <a:gd name="connsiteX3" fmla="*/ 433388 w 571500"/>
                <a:gd name="connsiteY3" fmla="*/ 59531 h 335756"/>
                <a:gd name="connsiteX4" fmla="*/ 390525 w 571500"/>
                <a:gd name="connsiteY4" fmla="*/ 85725 h 335756"/>
                <a:gd name="connsiteX5" fmla="*/ 369094 w 571500"/>
                <a:gd name="connsiteY5" fmla="*/ 54769 h 335756"/>
                <a:gd name="connsiteX6" fmla="*/ 314325 w 571500"/>
                <a:gd name="connsiteY6" fmla="*/ 78581 h 335756"/>
                <a:gd name="connsiteX7" fmla="*/ 330994 w 571500"/>
                <a:gd name="connsiteY7" fmla="*/ 123825 h 335756"/>
                <a:gd name="connsiteX8" fmla="*/ 304800 w 571500"/>
                <a:gd name="connsiteY8" fmla="*/ 142875 h 335756"/>
                <a:gd name="connsiteX9" fmla="*/ 269082 w 571500"/>
                <a:gd name="connsiteY9" fmla="*/ 109538 h 335756"/>
                <a:gd name="connsiteX10" fmla="*/ 228600 w 571500"/>
                <a:gd name="connsiteY10" fmla="*/ 123825 h 335756"/>
                <a:gd name="connsiteX11" fmla="*/ 209550 w 571500"/>
                <a:gd name="connsiteY11" fmla="*/ 92869 h 335756"/>
                <a:gd name="connsiteX12" fmla="*/ 183357 w 571500"/>
                <a:gd name="connsiteY12" fmla="*/ 83344 h 335756"/>
                <a:gd name="connsiteX13" fmla="*/ 221457 w 571500"/>
                <a:gd name="connsiteY13" fmla="*/ 42863 h 335756"/>
                <a:gd name="connsiteX14" fmla="*/ 257175 w 571500"/>
                <a:gd name="connsiteY14" fmla="*/ 40481 h 335756"/>
                <a:gd name="connsiteX15" fmla="*/ 259557 w 571500"/>
                <a:gd name="connsiteY15" fmla="*/ 4763 h 335756"/>
                <a:gd name="connsiteX16" fmla="*/ 188119 w 571500"/>
                <a:gd name="connsiteY16" fmla="*/ 0 h 335756"/>
                <a:gd name="connsiteX17" fmla="*/ 183357 w 571500"/>
                <a:gd name="connsiteY17" fmla="*/ 38100 h 335756"/>
                <a:gd name="connsiteX18" fmla="*/ 147638 w 571500"/>
                <a:gd name="connsiteY18" fmla="*/ 30956 h 335756"/>
                <a:gd name="connsiteX19" fmla="*/ 109538 w 571500"/>
                <a:gd name="connsiteY19" fmla="*/ 69056 h 335756"/>
                <a:gd name="connsiteX20" fmla="*/ 95250 w 571500"/>
                <a:gd name="connsiteY20" fmla="*/ 121444 h 335756"/>
                <a:gd name="connsiteX21" fmla="*/ 0 w 571500"/>
                <a:gd name="connsiteY21" fmla="*/ 130969 h 335756"/>
                <a:gd name="connsiteX22" fmla="*/ 7144 w 571500"/>
                <a:gd name="connsiteY22" fmla="*/ 157163 h 335756"/>
                <a:gd name="connsiteX23" fmla="*/ 33338 w 571500"/>
                <a:gd name="connsiteY23" fmla="*/ 171450 h 335756"/>
                <a:gd name="connsiteX24" fmla="*/ 40482 w 571500"/>
                <a:gd name="connsiteY24" fmla="*/ 214313 h 335756"/>
                <a:gd name="connsiteX25" fmla="*/ 42863 w 571500"/>
                <a:gd name="connsiteY25" fmla="*/ 252413 h 335756"/>
                <a:gd name="connsiteX26" fmla="*/ 83344 w 571500"/>
                <a:gd name="connsiteY26" fmla="*/ 271463 h 335756"/>
                <a:gd name="connsiteX27" fmla="*/ 130969 w 571500"/>
                <a:gd name="connsiteY27" fmla="*/ 223838 h 335756"/>
                <a:gd name="connsiteX28" fmla="*/ 197644 w 571500"/>
                <a:gd name="connsiteY28" fmla="*/ 214313 h 335756"/>
                <a:gd name="connsiteX29" fmla="*/ 228600 w 571500"/>
                <a:gd name="connsiteY29" fmla="*/ 202406 h 335756"/>
                <a:gd name="connsiteX30" fmla="*/ 278607 w 571500"/>
                <a:gd name="connsiteY30" fmla="*/ 195263 h 335756"/>
                <a:gd name="connsiteX31" fmla="*/ 259557 w 571500"/>
                <a:gd name="connsiteY31" fmla="*/ 226219 h 335756"/>
                <a:gd name="connsiteX32" fmla="*/ 259557 w 571500"/>
                <a:gd name="connsiteY32" fmla="*/ 226219 h 335756"/>
                <a:gd name="connsiteX33" fmla="*/ 242888 w 571500"/>
                <a:gd name="connsiteY33" fmla="*/ 257175 h 335756"/>
                <a:gd name="connsiteX34" fmla="*/ 219075 w 571500"/>
                <a:gd name="connsiteY34" fmla="*/ 280988 h 335756"/>
                <a:gd name="connsiteX35" fmla="*/ 219075 w 571500"/>
                <a:gd name="connsiteY35" fmla="*/ 309563 h 335756"/>
                <a:gd name="connsiteX36" fmla="*/ 254794 w 571500"/>
                <a:gd name="connsiteY36" fmla="*/ 309563 h 335756"/>
                <a:gd name="connsiteX37" fmla="*/ 278607 w 571500"/>
                <a:gd name="connsiteY37" fmla="*/ 330994 h 335756"/>
                <a:gd name="connsiteX38" fmla="*/ 309563 w 571500"/>
                <a:gd name="connsiteY38" fmla="*/ 335756 h 335756"/>
                <a:gd name="connsiteX39" fmla="*/ 335757 w 571500"/>
                <a:gd name="connsiteY39" fmla="*/ 278606 h 335756"/>
                <a:gd name="connsiteX40" fmla="*/ 400050 w 571500"/>
                <a:gd name="connsiteY40" fmla="*/ 259556 h 335756"/>
                <a:gd name="connsiteX41" fmla="*/ 435769 w 571500"/>
                <a:gd name="connsiteY41" fmla="*/ 285750 h 335756"/>
                <a:gd name="connsiteX42" fmla="*/ 461963 w 571500"/>
                <a:gd name="connsiteY42" fmla="*/ 278606 h 335756"/>
                <a:gd name="connsiteX43" fmla="*/ 447675 w 571500"/>
                <a:gd name="connsiteY43" fmla="*/ 230981 h 335756"/>
                <a:gd name="connsiteX44" fmla="*/ 478632 w 571500"/>
                <a:gd name="connsiteY44" fmla="*/ 226219 h 335756"/>
                <a:gd name="connsiteX45" fmla="*/ 516732 w 571500"/>
                <a:gd name="connsiteY45" fmla="*/ 230981 h 335756"/>
                <a:gd name="connsiteX46" fmla="*/ 571500 w 571500"/>
                <a:gd name="connsiteY46" fmla="*/ 154781 h 335756"/>
                <a:gd name="connsiteX0" fmla="*/ 571500 w 571500"/>
                <a:gd name="connsiteY0" fmla="*/ 154781 h 335756"/>
                <a:gd name="connsiteX1" fmla="*/ 547688 w 571500"/>
                <a:gd name="connsiteY1" fmla="*/ 66675 h 335756"/>
                <a:gd name="connsiteX2" fmla="*/ 493395 w 571500"/>
                <a:gd name="connsiteY2" fmla="*/ 59531 h 335756"/>
                <a:gd name="connsiteX3" fmla="*/ 433388 w 571500"/>
                <a:gd name="connsiteY3" fmla="*/ 59531 h 335756"/>
                <a:gd name="connsiteX4" fmla="*/ 390525 w 571500"/>
                <a:gd name="connsiteY4" fmla="*/ 85725 h 335756"/>
                <a:gd name="connsiteX5" fmla="*/ 369094 w 571500"/>
                <a:gd name="connsiteY5" fmla="*/ 54769 h 335756"/>
                <a:gd name="connsiteX6" fmla="*/ 314325 w 571500"/>
                <a:gd name="connsiteY6" fmla="*/ 78581 h 335756"/>
                <a:gd name="connsiteX7" fmla="*/ 330994 w 571500"/>
                <a:gd name="connsiteY7" fmla="*/ 123825 h 335756"/>
                <a:gd name="connsiteX8" fmla="*/ 304800 w 571500"/>
                <a:gd name="connsiteY8" fmla="*/ 142875 h 335756"/>
                <a:gd name="connsiteX9" fmla="*/ 269082 w 571500"/>
                <a:gd name="connsiteY9" fmla="*/ 109538 h 335756"/>
                <a:gd name="connsiteX10" fmla="*/ 228600 w 571500"/>
                <a:gd name="connsiteY10" fmla="*/ 123825 h 335756"/>
                <a:gd name="connsiteX11" fmla="*/ 209550 w 571500"/>
                <a:gd name="connsiteY11" fmla="*/ 92869 h 335756"/>
                <a:gd name="connsiteX12" fmla="*/ 183357 w 571500"/>
                <a:gd name="connsiteY12" fmla="*/ 83344 h 335756"/>
                <a:gd name="connsiteX13" fmla="*/ 221457 w 571500"/>
                <a:gd name="connsiteY13" fmla="*/ 42863 h 335756"/>
                <a:gd name="connsiteX14" fmla="*/ 257175 w 571500"/>
                <a:gd name="connsiteY14" fmla="*/ 40481 h 335756"/>
                <a:gd name="connsiteX15" fmla="*/ 259557 w 571500"/>
                <a:gd name="connsiteY15" fmla="*/ 4763 h 335756"/>
                <a:gd name="connsiteX16" fmla="*/ 188119 w 571500"/>
                <a:gd name="connsiteY16" fmla="*/ 0 h 335756"/>
                <a:gd name="connsiteX17" fmla="*/ 183357 w 571500"/>
                <a:gd name="connsiteY17" fmla="*/ 38100 h 335756"/>
                <a:gd name="connsiteX18" fmla="*/ 147638 w 571500"/>
                <a:gd name="connsiteY18" fmla="*/ 30956 h 335756"/>
                <a:gd name="connsiteX19" fmla="*/ 109538 w 571500"/>
                <a:gd name="connsiteY19" fmla="*/ 69056 h 335756"/>
                <a:gd name="connsiteX20" fmla="*/ 95250 w 571500"/>
                <a:gd name="connsiteY20" fmla="*/ 121444 h 335756"/>
                <a:gd name="connsiteX21" fmla="*/ 0 w 571500"/>
                <a:gd name="connsiteY21" fmla="*/ 130969 h 335756"/>
                <a:gd name="connsiteX22" fmla="*/ 7144 w 571500"/>
                <a:gd name="connsiteY22" fmla="*/ 157163 h 335756"/>
                <a:gd name="connsiteX23" fmla="*/ 33338 w 571500"/>
                <a:gd name="connsiteY23" fmla="*/ 171450 h 335756"/>
                <a:gd name="connsiteX24" fmla="*/ 40482 w 571500"/>
                <a:gd name="connsiteY24" fmla="*/ 214313 h 335756"/>
                <a:gd name="connsiteX25" fmla="*/ 42863 w 571500"/>
                <a:gd name="connsiteY25" fmla="*/ 252413 h 335756"/>
                <a:gd name="connsiteX26" fmla="*/ 83344 w 571500"/>
                <a:gd name="connsiteY26" fmla="*/ 271463 h 335756"/>
                <a:gd name="connsiteX27" fmla="*/ 130969 w 571500"/>
                <a:gd name="connsiteY27" fmla="*/ 223838 h 335756"/>
                <a:gd name="connsiteX28" fmla="*/ 197644 w 571500"/>
                <a:gd name="connsiteY28" fmla="*/ 214313 h 335756"/>
                <a:gd name="connsiteX29" fmla="*/ 228600 w 571500"/>
                <a:gd name="connsiteY29" fmla="*/ 202406 h 335756"/>
                <a:gd name="connsiteX30" fmla="*/ 278607 w 571500"/>
                <a:gd name="connsiteY30" fmla="*/ 195263 h 335756"/>
                <a:gd name="connsiteX31" fmla="*/ 259557 w 571500"/>
                <a:gd name="connsiteY31" fmla="*/ 226219 h 335756"/>
                <a:gd name="connsiteX32" fmla="*/ 259557 w 571500"/>
                <a:gd name="connsiteY32" fmla="*/ 226219 h 335756"/>
                <a:gd name="connsiteX33" fmla="*/ 242888 w 571500"/>
                <a:gd name="connsiteY33" fmla="*/ 257175 h 335756"/>
                <a:gd name="connsiteX34" fmla="*/ 219075 w 571500"/>
                <a:gd name="connsiteY34" fmla="*/ 280988 h 335756"/>
                <a:gd name="connsiteX35" fmla="*/ 219075 w 571500"/>
                <a:gd name="connsiteY35" fmla="*/ 309563 h 335756"/>
                <a:gd name="connsiteX36" fmla="*/ 254794 w 571500"/>
                <a:gd name="connsiteY36" fmla="*/ 309563 h 335756"/>
                <a:gd name="connsiteX37" fmla="*/ 278607 w 571500"/>
                <a:gd name="connsiteY37" fmla="*/ 330994 h 335756"/>
                <a:gd name="connsiteX38" fmla="*/ 309563 w 571500"/>
                <a:gd name="connsiteY38" fmla="*/ 335756 h 335756"/>
                <a:gd name="connsiteX39" fmla="*/ 335757 w 571500"/>
                <a:gd name="connsiteY39" fmla="*/ 278606 h 335756"/>
                <a:gd name="connsiteX40" fmla="*/ 400050 w 571500"/>
                <a:gd name="connsiteY40" fmla="*/ 259556 h 335756"/>
                <a:gd name="connsiteX41" fmla="*/ 435769 w 571500"/>
                <a:gd name="connsiteY41" fmla="*/ 285750 h 335756"/>
                <a:gd name="connsiteX42" fmla="*/ 461963 w 571500"/>
                <a:gd name="connsiteY42" fmla="*/ 278606 h 335756"/>
                <a:gd name="connsiteX43" fmla="*/ 447675 w 571500"/>
                <a:gd name="connsiteY43" fmla="*/ 230981 h 335756"/>
                <a:gd name="connsiteX44" fmla="*/ 478632 w 571500"/>
                <a:gd name="connsiteY44" fmla="*/ 226219 h 335756"/>
                <a:gd name="connsiteX45" fmla="*/ 516732 w 571500"/>
                <a:gd name="connsiteY45" fmla="*/ 230981 h 335756"/>
                <a:gd name="connsiteX46" fmla="*/ 571500 w 571500"/>
                <a:gd name="connsiteY46" fmla="*/ 154781 h 33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71500" h="335756">
                  <a:moveTo>
                    <a:pt x="571500" y="154781"/>
                  </a:moveTo>
                  <a:lnTo>
                    <a:pt x="547688" y="66675"/>
                  </a:lnTo>
                  <a:lnTo>
                    <a:pt x="493395" y="59531"/>
                  </a:lnTo>
                  <a:lnTo>
                    <a:pt x="433388" y="59531"/>
                  </a:lnTo>
                  <a:lnTo>
                    <a:pt x="390525" y="85725"/>
                  </a:lnTo>
                  <a:lnTo>
                    <a:pt x="369094" y="54769"/>
                  </a:lnTo>
                  <a:lnTo>
                    <a:pt x="314325" y="78581"/>
                  </a:lnTo>
                  <a:lnTo>
                    <a:pt x="330994" y="123825"/>
                  </a:lnTo>
                  <a:lnTo>
                    <a:pt x="304800" y="142875"/>
                  </a:lnTo>
                  <a:lnTo>
                    <a:pt x="269082" y="109538"/>
                  </a:lnTo>
                  <a:lnTo>
                    <a:pt x="228600" y="123825"/>
                  </a:lnTo>
                  <a:lnTo>
                    <a:pt x="209550" y="92869"/>
                  </a:lnTo>
                  <a:lnTo>
                    <a:pt x="183357" y="83344"/>
                  </a:lnTo>
                  <a:lnTo>
                    <a:pt x="221457" y="42863"/>
                  </a:lnTo>
                  <a:lnTo>
                    <a:pt x="257175" y="40481"/>
                  </a:lnTo>
                  <a:lnTo>
                    <a:pt x="259557" y="4763"/>
                  </a:lnTo>
                  <a:lnTo>
                    <a:pt x="188119" y="0"/>
                  </a:lnTo>
                  <a:lnTo>
                    <a:pt x="183357" y="38100"/>
                  </a:lnTo>
                  <a:lnTo>
                    <a:pt x="147638" y="30956"/>
                  </a:lnTo>
                  <a:lnTo>
                    <a:pt x="109538" y="69056"/>
                  </a:lnTo>
                  <a:lnTo>
                    <a:pt x="95250" y="121444"/>
                  </a:lnTo>
                  <a:lnTo>
                    <a:pt x="0" y="130969"/>
                  </a:lnTo>
                  <a:lnTo>
                    <a:pt x="7144" y="157163"/>
                  </a:lnTo>
                  <a:lnTo>
                    <a:pt x="33338" y="171450"/>
                  </a:lnTo>
                  <a:lnTo>
                    <a:pt x="40482" y="214313"/>
                  </a:lnTo>
                  <a:lnTo>
                    <a:pt x="42863" y="252413"/>
                  </a:lnTo>
                  <a:lnTo>
                    <a:pt x="83344" y="271463"/>
                  </a:lnTo>
                  <a:lnTo>
                    <a:pt x="130969" y="223838"/>
                  </a:lnTo>
                  <a:lnTo>
                    <a:pt x="197644" y="214313"/>
                  </a:lnTo>
                  <a:lnTo>
                    <a:pt x="228600" y="202406"/>
                  </a:lnTo>
                  <a:lnTo>
                    <a:pt x="278607" y="195263"/>
                  </a:lnTo>
                  <a:lnTo>
                    <a:pt x="259557" y="226219"/>
                  </a:lnTo>
                  <a:lnTo>
                    <a:pt x="259557" y="226219"/>
                  </a:lnTo>
                  <a:lnTo>
                    <a:pt x="242888" y="257175"/>
                  </a:lnTo>
                  <a:lnTo>
                    <a:pt x="219075" y="280988"/>
                  </a:lnTo>
                  <a:lnTo>
                    <a:pt x="219075" y="309563"/>
                  </a:lnTo>
                  <a:lnTo>
                    <a:pt x="254794" y="309563"/>
                  </a:lnTo>
                  <a:lnTo>
                    <a:pt x="278607" y="330994"/>
                  </a:lnTo>
                  <a:lnTo>
                    <a:pt x="309563" y="335756"/>
                  </a:lnTo>
                  <a:lnTo>
                    <a:pt x="335757" y="278606"/>
                  </a:lnTo>
                  <a:lnTo>
                    <a:pt x="400050" y="259556"/>
                  </a:lnTo>
                  <a:lnTo>
                    <a:pt x="435769" y="285750"/>
                  </a:lnTo>
                  <a:lnTo>
                    <a:pt x="461963" y="278606"/>
                  </a:lnTo>
                  <a:lnTo>
                    <a:pt x="447675" y="230981"/>
                  </a:lnTo>
                  <a:lnTo>
                    <a:pt x="478632" y="226219"/>
                  </a:lnTo>
                  <a:lnTo>
                    <a:pt x="516732" y="230981"/>
                  </a:lnTo>
                  <a:lnTo>
                    <a:pt x="571500" y="154781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00" name="Freeform 98">
              <a:extLst>
                <a:ext uri="{FF2B5EF4-FFF2-40B4-BE49-F238E27FC236}">
                  <a16:creationId xmlns:a16="http://schemas.microsoft.com/office/drawing/2014/main" id="{30D508EB-36D9-A084-D94C-663AE4768359}"/>
                </a:ext>
              </a:extLst>
            </p:cNvPr>
            <p:cNvSpPr/>
            <p:nvPr/>
          </p:nvSpPr>
          <p:spPr>
            <a:xfrm>
              <a:off x="7339017" y="1878011"/>
              <a:ext cx="504825" cy="293686"/>
            </a:xfrm>
            <a:custGeom>
              <a:avLst/>
              <a:gdLst>
                <a:gd name="connsiteX0" fmla="*/ 504825 w 504825"/>
                <a:gd name="connsiteY0" fmla="*/ 214313 h 292894"/>
                <a:gd name="connsiteX1" fmla="*/ 485775 w 504825"/>
                <a:gd name="connsiteY1" fmla="*/ 135732 h 292894"/>
                <a:gd name="connsiteX2" fmla="*/ 457200 w 504825"/>
                <a:gd name="connsiteY2" fmla="*/ 71438 h 292894"/>
                <a:gd name="connsiteX3" fmla="*/ 354806 w 504825"/>
                <a:gd name="connsiteY3" fmla="*/ 57150 h 292894"/>
                <a:gd name="connsiteX4" fmla="*/ 316706 w 504825"/>
                <a:gd name="connsiteY4" fmla="*/ 57150 h 292894"/>
                <a:gd name="connsiteX5" fmla="*/ 257175 w 504825"/>
                <a:gd name="connsiteY5" fmla="*/ 50007 h 292894"/>
                <a:gd name="connsiteX6" fmla="*/ 250031 w 504825"/>
                <a:gd name="connsiteY6" fmla="*/ 33338 h 292894"/>
                <a:gd name="connsiteX7" fmla="*/ 221456 w 504825"/>
                <a:gd name="connsiteY7" fmla="*/ 42863 h 292894"/>
                <a:gd name="connsiteX8" fmla="*/ 188119 w 504825"/>
                <a:gd name="connsiteY8" fmla="*/ 0 h 292894"/>
                <a:gd name="connsiteX9" fmla="*/ 109538 w 504825"/>
                <a:gd name="connsiteY9" fmla="*/ 66675 h 292894"/>
                <a:gd name="connsiteX10" fmla="*/ 76200 w 504825"/>
                <a:gd name="connsiteY10" fmla="*/ 142875 h 292894"/>
                <a:gd name="connsiteX11" fmla="*/ 0 w 504825"/>
                <a:gd name="connsiteY11" fmla="*/ 204788 h 292894"/>
                <a:gd name="connsiteX12" fmla="*/ 4763 w 504825"/>
                <a:gd name="connsiteY12" fmla="*/ 233363 h 292894"/>
                <a:gd name="connsiteX13" fmla="*/ 47625 w 504825"/>
                <a:gd name="connsiteY13" fmla="*/ 226219 h 292894"/>
                <a:gd name="connsiteX14" fmla="*/ 76200 w 504825"/>
                <a:gd name="connsiteY14" fmla="*/ 240507 h 292894"/>
                <a:gd name="connsiteX15" fmla="*/ 123825 w 504825"/>
                <a:gd name="connsiteY15" fmla="*/ 192882 h 292894"/>
                <a:gd name="connsiteX16" fmla="*/ 138113 w 504825"/>
                <a:gd name="connsiteY16" fmla="*/ 195263 h 292894"/>
                <a:gd name="connsiteX17" fmla="*/ 147638 w 504825"/>
                <a:gd name="connsiteY17" fmla="*/ 147638 h 292894"/>
                <a:gd name="connsiteX18" fmla="*/ 219075 w 504825"/>
                <a:gd name="connsiteY18" fmla="*/ 164307 h 292894"/>
                <a:gd name="connsiteX19" fmla="*/ 207169 w 504825"/>
                <a:gd name="connsiteY19" fmla="*/ 195263 h 292894"/>
                <a:gd name="connsiteX20" fmla="*/ 176213 w 504825"/>
                <a:gd name="connsiteY20" fmla="*/ 209550 h 292894"/>
                <a:gd name="connsiteX21" fmla="*/ 145256 w 504825"/>
                <a:gd name="connsiteY21" fmla="*/ 245269 h 292894"/>
                <a:gd name="connsiteX22" fmla="*/ 192881 w 504825"/>
                <a:gd name="connsiteY22" fmla="*/ 273844 h 292894"/>
                <a:gd name="connsiteX23" fmla="*/ 230981 w 504825"/>
                <a:gd name="connsiteY23" fmla="*/ 257175 h 292894"/>
                <a:gd name="connsiteX24" fmla="*/ 278606 w 504825"/>
                <a:gd name="connsiteY24" fmla="*/ 292894 h 292894"/>
                <a:gd name="connsiteX25" fmla="*/ 297656 w 504825"/>
                <a:gd name="connsiteY25" fmla="*/ 278607 h 292894"/>
                <a:gd name="connsiteX26" fmla="*/ 292894 w 504825"/>
                <a:gd name="connsiteY26" fmla="*/ 221457 h 292894"/>
                <a:gd name="connsiteX27" fmla="*/ 330994 w 504825"/>
                <a:gd name="connsiteY27" fmla="*/ 214313 h 292894"/>
                <a:gd name="connsiteX28" fmla="*/ 357188 w 504825"/>
                <a:gd name="connsiteY28" fmla="*/ 238125 h 292894"/>
                <a:gd name="connsiteX29" fmla="*/ 392906 w 504825"/>
                <a:gd name="connsiteY29" fmla="*/ 214313 h 292894"/>
                <a:gd name="connsiteX30" fmla="*/ 504825 w 504825"/>
                <a:gd name="connsiteY30" fmla="*/ 214313 h 292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4825" h="292894">
                  <a:moveTo>
                    <a:pt x="504825" y="214313"/>
                  </a:moveTo>
                  <a:lnTo>
                    <a:pt x="485775" y="135732"/>
                  </a:lnTo>
                  <a:lnTo>
                    <a:pt x="457200" y="71438"/>
                  </a:lnTo>
                  <a:lnTo>
                    <a:pt x="354806" y="57150"/>
                  </a:lnTo>
                  <a:lnTo>
                    <a:pt x="316706" y="57150"/>
                  </a:lnTo>
                  <a:lnTo>
                    <a:pt x="257175" y="50007"/>
                  </a:lnTo>
                  <a:lnTo>
                    <a:pt x="250031" y="33338"/>
                  </a:lnTo>
                  <a:lnTo>
                    <a:pt x="221456" y="42863"/>
                  </a:lnTo>
                  <a:lnTo>
                    <a:pt x="188119" y="0"/>
                  </a:lnTo>
                  <a:lnTo>
                    <a:pt x="109538" y="66675"/>
                  </a:lnTo>
                  <a:lnTo>
                    <a:pt x="76200" y="142875"/>
                  </a:lnTo>
                  <a:lnTo>
                    <a:pt x="0" y="204788"/>
                  </a:lnTo>
                  <a:lnTo>
                    <a:pt x="4763" y="233363"/>
                  </a:lnTo>
                  <a:lnTo>
                    <a:pt x="47625" y="226219"/>
                  </a:lnTo>
                  <a:lnTo>
                    <a:pt x="76200" y="240507"/>
                  </a:lnTo>
                  <a:lnTo>
                    <a:pt x="123825" y="192882"/>
                  </a:lnTo>
                  <a:lnTo>
                    <a:pt x="138113" y="195263"/>
                  </a:lnTo>
                  <a:lnTo>
                    <a:pt x="147638" y="147638"/>
                  </a:lnTo>
                  <a:lnTo>
                    <a:pt x="219075" y="164307"/>
                  </a:lnTo>
                  <a:lnTo>
                    <a:pt x="207169" y="195263"/>
                  </a:lnTo>
                  <a:lnTo>
                    <a:pt x="176213" y="209550"/>
                  </a:lnTo>
                  <a:lnTo>
                    <a:pt x="145256" y="245269"/>
                  </a:lnTo>
                  <a:lnTo>
                    <a:pt x="192881" y="273844"/>
                  </a:lnTo>
                  <a:lnTo>
                    <a:pt x="230981" y="257175"/>
                  </a:lnTo>
                  <a:lnTo>
                    <a:pt x="278606" y="292894"/>
                  </a:lnTo>
                  <a:lnTo>
                    <a:pt x="297656" y="278607"/>
                  </a:lnTo>
                  <a:lnTo>
                    <a:pt x="292894" y="221457"/>
                  </a:lnTo>
                  <a:lnTo>
                    <a:pt x="330994" y="214313"/>
                  </a:lnTo>
                  <a:lnTo>
                    <a:pt x="357188" y="238125"/>
                  </a:lnTo>
                  <a:lnTo>
                    <a:pt x="392906" y="214313"/>
                  </a:lnTo>
                  <a:lnTo>
                    <a:pt x="504825" y="214313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01" name="Freeform 99">
              <a:extLst>
                <a:ext uri="{FF2B5EF4-FFF2-40B4-BE49-F238E27FC236}">
                  <a16:creationId xmlns:a16="http://schemas.microsoft.com/office/drawing/2014/main" id="{4BCB9528-F9DD-D34D-B6F8-7E5DBA04CC60}"/>
                </a:ext>
              </a:extLst>
            </p:cNvPr>
            <p:cNvSpPr/>
            <p:nvPr/>
          </p:nvSpPr>
          <p:spPr>
            <a:xfrm>
              <a:off x="6923089" y="1589087"/>
              <a:ext cx="611187" cy="711199"/>
            </a:xfrm>
            <a:custGeom>
              <a:avLst/>
              <a:gdLst>
                <a:gd name="connsiteX0" fmla="*/ 611982 w 611982"/>
                <a:gd name="connsiteY0" fmla="*/ 288131 h 711994"/>
                <a:gd name="connsiteX1" fmla="*/ 545307 w 611982"/>
                <a:gd name="connsiteY1" fmla="*/ 276225 h 711994"/>
                <a:gd name="connsiteX2" fmla="*/ 519113 w 611982"/>
                <a:gd name="connsiteY2" fmla="*/ 221456 h 711994"/>
                <a:gd name="connsiteX3" fmla="*/ 457200 w 611982"/>
                <a:gd name="connsiteY3" fmla="*/ 192881 h 711994"/>
                <a:gd name="connsiteX4" fmla="*/ 314325 w 611982"/>
                <a:gd name="connsiteY4" fmla="*/ 66675 h 711994"/>
                <a:gd name="connsiteX5" fmla="*/ 276225 w 611982"/>
                <a:gd name="connsiteY5" fmla="*/ 66675 h 711994"/>
                <a:gd name="connsiteX6" fmla="*/ 188119 w 611982"/>
                <a:gd name="connsiteY6" fmla="*/ 0 h 711994"/>
                <a:gd name="connsiteX7" fmla="*/ 19050 w 611982"/>
                <a:gd name="connsiteY7" fmla="*/ 28575 h 711994"/>
                <a:gd name="connsiteX8" fmla="*/ 0 w 611982"/>
                <a:gd name="connsiteY8" fmla="*/ 97631 h 711994"/>
                <a:gd name="connsiteX9" fmla="*/ 40482 w 611982"/>
                <a:gd name="connsiteY9" fmla="*/ 135731 h 711994"/>
                <a:gd name="connsiteX10" fmla="*/ 47625 w 611982"/>
                <a:gd name="connsiteY10" fmla="*/ 209550 h 711994"/>
                <a:gd name="connsiteX11" fmla="*/ 26194 w 611982"/>
                <a:gd name="connsiteY11" fmla="*/ 266700 h 711994"/>
                <a:gd name="connsiteX12" fmla="*/ 57150 w 611982"/>
                <a:gd name="connsiteY12" fmla="*/ 400050 h 711994"/>
                <a:gd name="connsiteX13" fmla="*/ 80963 w 611982"/>
                <a:gd name="connsiteY13" fmla="*/ 442912 h 711994"/>
                <a:gd name="connsiteX14" fmla="*/ 92869 w 611982"/>
                <a:gd name="connsiteY14" fmla="*/ 545306 h 711994"/>
                <a:gd name="connsiteX15" fmla="*/ 133350 w 611982"/>
                <a:gd name="connsiteY15" fmla="*/ 547687 h 711994"/>
                <a:gd name="connsiteX16" fmla="*/ 121444 w 611982"/>
                <a:gd name="connsiteY16" fmla="*/ 647700 h 711994"/>
                <a:gd name="connsiteX17" fmla="*/ 176213 w 611982"/>
                <a:gd name="connsiteY17" fmla="*/ 659606 h 711994"/>
                <a:gd name="connsiteX18" fmla="*/ 252413 w 611982"/>
                <a:gd name="connsiteY18" fmla="*/ 638175 h 711994"/>
                <a:gd name="connsiteX19" fmla="*/ 316707 w 611982"/>
                <a:gd name="connsiteY19" fmla="*/ 690562 h 711994"/>
                <a:gd name="connsiteX20" fmla="*/ 352425 w 611982"/>
                <a:gd name="connsiteY20" fmla="*/ 711994 h 711994"/>
                <a:gd name="connsiteX21" fmla="*/ 414338 w 611982"/>
                <a:gd name="connsiteY21" fmla="*/ 695325 h 711994"/>
                <a:gd name="connsiteX22" fmla="*/ 428625 w 611982"/>
                <a:gd name="connsiteY22" fmla="*/ 659606 h 711994"/>
                <a:gd name="connsiteX23" fmla="*/ 407194 w 611982"/>
                <a:gd name="connsiteY23" fmla="*/ 602456 h 711994"/>
                <a:gd name="connsiteX24" fmla="*/ 383382 w 611982"/>
                <a:gd name="connsiteY24" fmla="*/ 597694 h 711994"/>
                <a:gd name="connsiteX25" fmla="*/ 376238 w 611982"/>
                <a:gd name="connsiteY25" fmla="*/ 578644 h 711994"/>
                <a:gd name="connsiteX26" fmla="*/ 404813 w 611982"/>
                <a:gd name="connsiteY26" fmla="*/ 578644 h 711994"/>
                <a:gd name="connsiteX27" fmla="*/ 466725 w 611982"/>
                <a:gd name="connsiteY27" fmla="*/ 576262 h 711994"/>
                <a:gd name="connsiteX28" fmla="*/ 490538 w 611982"/>
                <a:gd name="connsiteY28" fmla="*/ 531019 h 711994"/>
                <a:gd name="connsiteX29" fmla="*/ 457200 w 611982"/>
                <a:gd name="connsiteY29" fmla="*/ 516731 h 711994"/>
                <a:gd name="connsiteX30" fmla="*/ 414338 w 611982"/>
                <a:gd name="connsiteY30" fmla="*/ 521494 h 711994"/>
                <a:gd name="connsiteX31" fmla="*/ 421482 w 611982"/>
                <a:gd name="connsiteY31" fmla="*/ 483394 h 711994"/>
                <a:gd name="connsiteX32" fmla="*/ 488157 w 611982"/>
                <a:gd name="connsiteY32" fmla="*/ 433387 h 711994"/>
                <a:gd name="connsiteX33" fmla="*/ 523875 w 611982"/>
                <a:gd name="connsiteY33" fmla="*/ 350044 h 711994"/>
                <a:gd name="connsiteX34" fmla="*/ 611982 w 611982"/>
                <a:gd name="connsiteY34" fmla="*/ 288131 h 711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11982" h="711994">
                  <a:moveTo>
                    <a:pt x="611982" y="288131"/>
                  </a:moveTo>
                  <a:lnTo>
                    <a:pt x="545307" y="276225"/>
                  </a:lnTo>
                  <a:lnTo>
                    <a:pt x="519113" y="221456"/>
                  </a:lnTo>
                  <a:lnTo>
                    <a:pt x="457200" y="192881"/>
                  </a:lnTo>
                  <a:lnTo>
                    <a:pt x="314325" y="66675"/>
                  </a:lnTo>
                  <a:lnTo>
                    <a:pt x="276225" y="66675"/>
                  </a:lnTo>
                  <a:lnTo>
                    <a:pt x="188119" y="0"/>
                  </a:lnTo>
                  <a:lnTo>
                    <a:pt x="19050" y="28575"/>
                  </a:lnTo>
                  <a:lnTo>
                    <a:pt x="0" y="97631"/>
                  </a:lnTo>
                  <a:lnTo>
                    <a:pt x="40482" y="135731"/>
                  </a:lnTo>
                  <a:lnTo>
                    <a:pt x="47625" y="209550"/>
                  </a:lnTo>
                  <a:lnTo>
                    <a:pt x="26194" y="266700"/>
                  </a:lnTo>
                  <a:lnTo>
                    <a:pt x="57150" y="400050"/>
                  </a:lnTo>
                  <a:lnTo>
                    <a:pt x="80963" y="442912"/>
                  </a:lnTo>
                  <a:lnTo>
                    <a:pt x="92869" y="545306"/>
                  </a:lnTo>
                  <a:lnTo>
                    <a:pt x="133350" y="547687"/>
                  </a:lnTo>
                  <a:lnTo>
                    <a:pt x="121444" y="647700"/>
                  </a:lnTo>
                  <a:lnTo>
                    <a:pt x="176213" y="659606"/>
                  </a:lnTo>
                  <a:lnTo>
                    <a:pt x="252413" y="638175"/>
                  </a:lnTo>
                  <a:lnTo>
                    <a:pt x="316707" y="690562"/>
                  </a:lnTo>
                  <a:lnTo>
                    <a:pt x="352425" y="711994"/>
                  </a:lnTo>
                  <a:lnTo>
                    <a:pt x="414338" y="695325"/>
                  </a:lnTo>
                  <a:lnTo>
                    <a:pt x="428625" y="659606"/>
                  </a:lnTo>
                  <a:lnTo>
                    <a:pt x="407194" y="602456"/>
                  </a:lnTo>
                  <a:lnTo>
                    <a:pt x="383382" y="597694"/>
                  </a:lnTo>
                  <a:lnTo>
                    <a:pt x="376238" y="578644"/>
                  </a:lnTo>
                  <a:lnTo>
                    <a:pt x="404813" y="578644"/>
                  </a:lnTo>
                  <a:lnTo>
                    <a:pt x="466725" y="576262"/>
                  </a:lnTo>
                  <a:lnTo>
                    <a:pt x="490538" y="531019"/>
                  </a:lnTo>
                  <a:lnTo>
                    <a:pt x="457200" y="516731"/>
                  </a:lnTo>
                  <a:lnTo>
                    <a:pt x="414338" y="521494"/>
                  </a:lnTo>
                  <a:lnTo>
                    <a:pt x="421482" y="483394"/>
                  </a:lnTo>
                  <a:lnTo>
                    <a:pt x="488157" y="433387"/>
                  </a:lnTo>
                  <a:lnTo>
                    <a:pt x="523875" y="350044"/>
                  </a:lnTo>
                  <a:lnTo>
                    <a:pt x="611982" y="288131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</p:grpSp>
      <p:sp>
        <p:nvSpPr>
          <p:cNvPr id="102" name="Rounded Rectangle 176">
            <a:extLst>
              <a:ext uri="{FF2B5EF4-FFF2-40B4-BE49-F238E27FC236}">
                <a16:creationId xmlns:a16="http://schemas.microsoft.com/office/drawing/2014/main" id="{5E221CCE-1F73-DAE0-95A4-70B299430D48}"/>
              </a:ext>
            </a:extLst>
          </p:cNvPr>
          <p:cNvSpPr/>
          <p:nvPr/>
        </p:nvSpPr>
        <p:spPr>
          <a:xfrm>
            <a:off x="5602663" y="3470420"/>
            <a:ext cx="862114" cy="21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SUDESTE</a:t>
            </a:r>
          </a:p>
        </p:txBody>
      </p:sp>
      <p:sp>
        <p:nvSpPr>
          <p:cNvPr id="103" name="TextBox 178">
            <a:extLst>
              <a:ext uri="{FF2B5EF4-FFF2-40B4-BE49-F238E27FC236}">
                <a16:creationId xmlns:a16="http://schemas.microsoft.com/office/drawing/2014/main" id="{CD979389-914B-0F1C-DA55-5B0C62FD6C9A}"/>
              </a:ext>
            </a:extLst>
          </p:cNvPr>
          <p:cNvSpPr txBox="1"/>
          <p:nvPr/>
        </p:nvSpPr>
        <p:spPr>
          <a:xfrm>
            <a:off x="5634620" y="3769515"/>
            <a:ext cx="3258549" cy="11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pt-BR" sz="788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Paulo (SP): </a:t>
            </a:r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Sendo o maior centro logístico do Brasil, São Paulo concentra a maior demanda por armazéns. Por isso, os preços tendem a ser os mais altos do país. A proximidade com grandes centros urbanos e centros de distribuição de e-commerce, como Jundiaí, Guarulhos e Barueri, eleva ainda mais os custos.</a:t>
            </a:r>
          </a:p>
          <a:p>
            <a:pPr>
              <a:spcBef>
                <a:spcPct val="20000"/>
              </a:spcBef>
              <a:defRPr/>
            </a:pPr>
            <a:r>
              <a:rPr lang="pt-BR" sz="788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Minas Gerais (MG): </a:t>
            </a:r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 a crescente demanda por hubs logísticos na região do Triângulo Mineiro (Uberlândia), os preços em Minas Gerais também têm subido. O estado é atraente devido à sua posição estratégica, conectando o Sudeste ao Nordeste e Centro-Oeste.</a:t>
            </a:r>
          </a:p>
        </p:txBody>
      </p:sp>
      <p:sp>
        <p:nvSpPr>
          <p:cNvPr id="104" name="Rounded Rectangle 176">
            <a:extLst>
              <a:ext uri="{FF2B5EF4-FFF2-40B4-BE49-F238E27FC236}">
                <a16:creationId xmlns:a16="http://schemas.microsoft.com/office/drawing/2014/main" id="{07622E1C-8439-BD33-7769-BB566EA06F94}"/>
              </a:ext>
            </a:extLst>
          </p:cNvPr>
          <p:cNvSpPr/>
          <p:nvPr/>
        </p:nvSpPr>
        <p:spPr>
          <a:xfrm>
            <a:off x="271233" y="1222763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NORTE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A0E27BD3-B0DB-19B4-ECC4-D6A0E5FF0E03}"/>
              </a:ext>
            </a:extLst>
          </p:cNvPr>
          <p:cNvSpPr txBox="1"/>
          <p:nvPr/>
        </p:nvSpPr>
        <p:spPr>
          <a:xfrm>
            <a:off x="188788" y="1474278"/>
            <a:ext cx="2683928" cy="965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spcBef>
                <a:spcPct val="20000"/>
              </a:spcBef>
              <a:defRPr/>
            </a:pPr>
            <a:r>
              <a:rPr lang="pt-BR" sz="788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Pará (PA) e Amazonas (AM): </a:t>
            </a:r>
          </a:p>
          <a:p>
            <a:pPr fontAlgn="ctr">
              <a:spcBef>
                <a:spcPct val="20000"/>
              </a:spcBef>
              <a:defRPr/>
            </a:pPr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Os custos de armazenagem no Norte são influenciados pela dificuldade logística e pelo isolamento geográfico. Armazéns multiclientes na Zona Franca de Manaus, por exemplo, podem ter preços mais altos devido ao alto custo de transporte de produtos para o restante do Brasil.</a:t>
            </a:r>
          </a:p>
        </p:txBody>
      </p:sp>
      <p:sp>
        <p:nvSpPr>
          <p:cNvPr id="106" name="Rounded Rectangle 176">
            <a:extLst>
              <a:ext uri="{FF2B5EF4-FFF2-40B4-BE49-F238E27FC236}">
                <a16:creationId xmlns:a16="http://schemas.microsoft.com/office/drawing/2014/main" id="{70C57E70-697A-49F7-8594-1090950C6571}"/>
              </a:ext>
            </a:extLst>
          </p:cNvPr>
          <p:cNvSpPr/>
          <p:nvPr/>
        </p:nvSpPr>
        <p:spPr>
          <a:xfrm>
            <a:off x="6117196" y="1652023"/>
            <a:ext cx="862114" cy="21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NORDESTE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908F0D57-1CD4-9943-ABDC-9B15B44CD023}"/>
              </a:ext>
            </a:extLst>
          </p:cNvPr>
          <p:cNvSpPr txBox="1"/>
          <p:nvPr/>
        </p:nvSpPr>
        <p:spPr>
          <a:xfrm>
            <a:off x="6070415" y="1913213"/>
            <a:ext cx="2918727" cy="941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pt-BR" sz="788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Pernambuco (PE) e Bahia (BA): </a:t>
            </a:r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 polos industriais como Suape (PE) e Salvador (BA), o Nordeste começa a se estruturar como um hub logístico, ainda apresenta preços mais baixos do que o Sudeste.</a:t>
            </a:r>
          </a:p>
          <a:p>
            <a:pPr fontAlgn="ctr"/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infraestrutura ainda está em desenvolvimento, e a demanda está crescendo à medida que o consumo interno na região aumenta.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34C95CCE-4F21-7D2D-DD1B-B1A4510BE2ED}"/>
              </a:ext>
            </a:extLst>
          </p:cNvPr>
          <p:cNvSpPr txBox="1"/>
          <p:nvPr/>
        </p:nvSpPr>
        <p:spPr>
          <a:xfrm>
            <a:off x="188788" y="4283438"/>
            <a:ext cx="4110783" cy="601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>
              <a:spcBef>
                <a:spcPct val="20000"/>
              </a:spcBef>
              <a:defRPr/>
            </a:pPr>
            <a:r>
              <a:rPr lang="pt-BR" sz="788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Paraná (PR): </a:t>
            </a:r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Paraná, especialmente Curitiba e sua região metropolitana, tem se tornado um polo logístico importante devido à sua localização estratégica no Mercosul.</a:t>
            </a:r>
          </a:p>
          <a:p>
            <a:pPr fontAlgn="ctr">
              <a:spcBef>
                <a:spcPct val="20000"/>
              </a:spcBef>
              <a:defRPr/>
            </a:pPr>
            <a:r>
              <a:rPr lang="pt-BR" sz="788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Santa Catarina (SC): </a:t>
            </a:r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Florianópolis e Joinville têm um papel importante no setor de armazenagem, com destaque para indústrias e comércio.</a:t>
            </a:r>
          </a:p>
        </p:txBody>
      </p:sp>
      <p:sp>
        <p:nvSpPr>
          <p:cNvPr id="109" name="Rounded Rectangle 176">
            <a:extLst>
              <a:ext uri="{FF2B5EF4-FFF2-40B4-BE49-F238E27FC236}">
                <a16:creationId xmlns:a16="http://schemas.microsoft.com/office/drawing/2014/main" id="{FF482C24-767F-0760-CD76-781B419EC074}"/>
              </a:ext>
            </a:extLst>
          </p:cNvPr>
          <p:cNvSpPr/>
          <p:nvPr/>
        </p:nvSpPr>
        <p:spPr>
          <a:xfrm>
            <a:off x="271233" y="4066554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SUL</a:t>
            </a:r>
          </a:p>
        </p:txBody>
      </p:sp>
      <p:sp>
        <p:nvSpPr>
          <p:cNvPr id="110" name="Rounded Rectangle 176">
            <a:extLst>
              <a:ext uri="{FF2B5EF4-FFF2-40B4-BE49-F238E27FC236}">
                <a16:creationId xmlns:a16="http://schemas.microsoft.com/office/drawing/2014/main" id="{33553952-23C8-CF69-3B6D-1EA0DAE88E26}"/>
              </a:ext>
            </a:extLst>
          </p:cNvPr>
          <p:cNvSpPr/>
          <p:nvPr/>
        </p:nvSpPr>
        <p:spPr>
          <a:xfrm>
            <a:off x="271233" y="2746390"/>
            <a:ext cx="864000" cy="21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CENTRO-OESTE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E307F844-8C1D-75F6-0A28-18FEE3C0EC31}"/>
              </a:ext>
            </a:extLst>
          </p:cNvPr>
          <p:cNvSpPr txBox="1"/>
          <p:nvPr/>
        </p:nvSpPr>
        <p:spPr>
          <a:xfrm>
            <a:off x="188788" y="3002636"/>
            <a:ext cx="3920229" cy="81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pt-BR" sz="788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Goiás (GO) e Mato Grosso (MT): </a:t>
            </a:r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Essas regiões são cruciais para o agronegócio, com armazéns voltados para estocagem de grãos e produtos agrícolas, além de distribuição para o restante do país. A sazonalidade das safras impacta os preços, que podem ser mais baixos fora dos períodos de colheita.</a:t>
            </a:r>
          </a:p>
          <a:p>
            <a:pPr fontAlgn="ctr"/>
            <a:r>
              <a:rPr lang="pt-BR" sz="788" b="1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Distrito Federal (DF): </a:t>
            </a:r>
            <a:r>
              <a:rPr lang="pt-BR" sz="788" dirty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região do entorno de Brasília tem se destacado por atender demandas logísticas do Centro-Oeste.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3C74B129-45A2-7BBD-F6DB-DD971D770A78}"/>
              </a:ext>
            </a:extLst>
          </p:cNvPr>
          <p:cNvSpPr txBox="1"/>
          <p:nvPr/>
        </p:nvSpPr>
        <p:spPr>
          <a:xfrm>
            <a:off x="4512775" y="1828740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PA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3F685968-EE5F-800C-661A-40313CC7642E}"/>
              </a:ext>
            </a:extLst>
          </p:cNvPr>
          <p:cNvSpPr txBox="1"/>
          <p:nvPr/>
        </p:nvSpPr>
        <p:spPr>
          <a:xfrm>
            <a:off x="5348110" y="2363304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BA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30782AF7-9BDB-F249-AB10-A65E05826684}"/>
              </a:ext>
            </a:extLst>
          </p:cNvPr>
          <p:cNvSpPr txBox="1"/>
          <p:nvPr/>
        </p:nvSpPr>
        <p:spPr>
          <a:xfrm>
            <a:off x="4735336" y="2617560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GO</a:t>
            </a: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9A997F46-770D-6E4F-B551-03184D509267}"/>
              </a:ext>
            </a:extLst>
          </p:cNvPr>
          <p:cNvSpPr txBox="1"/>
          <p:nvPr/>
        </p:nvSpPr>
        <p:spPr>
          <a:xfrm>
            <a:off x="5599359" y="2038713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PE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C7BE218F-1CFC-8A1C-39EE-E5F86124E8C9}"/>
              </a:ext>
            </a:extLst>
          </p:cNvPr>
          <p:cNvSpPr txBox="1"/>
          <p:nvPr/>
        </p:nvSpPr>
        <p:spPr>
          <a:xfrm>
            <a:off x="4818529" y="3119370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SP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AF57184D-6FB3-D2E3-831B-015F07F4608A}"/>
              </a:ext>
            </a:extLst>
          </p:cNvPr>
          <p:cNvSpPr txBox="1"/>
          <p:nvPr/>
        </p:nvSpPr>
        <p:spPr>
          <a:xfrm>
            <a:off x="5289130" y="3111920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RJ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04E0E235-D2A6-A93B-A5EC-0EF65467F90E}"/>
              </a:ext>
            </a:extLst>
          </p:cNvPr>
          <p:cNvSpPr txBox="1"/>
          <p:nvPr/>
        </p:nvSpPr>
        <p:spPr>
          <a:xfrm>
            <a:off x="4509873" y="3727851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RS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86983021-8227-77DD-97C3-F0386CC62BE9}"/>
              </a:ext>
            </a:extLst>
          </p:cNvPr>
          <p:cNvSpPr txBox="1"/>
          <p:nvPr/>
        </p:nvSpPr>
        <p:spPr>
          <a:xfrm>
            <a:off x="4611230" y="3330216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PR</a:t>
            </a:r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19572DBE-80D4-41F2-BE9F-70B10E3D7580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85A9040B-1F49-82CA-424F-CEB415183BF5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69" name="Retângulo 68">
            <a:extLst>
              <a:ext uri="{FF2B5EF4-FFF2-40B4-BE49-F238E27FC236}">
                <a16:creationId xmlns:a16="http://schemas.microsoft.com/office/drawing/2014/main" id="{32916B61-33D6-5C83-952E-3E567469BBD5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70" name="Retângulo 69">
            <a:extLst>
              <a:ext uri="{FF2B5EF4-FFF2-40B4-BE49-F238E27FC236}">
                <a16:creationId xmlns:a16="http://schemas.microsoft.com/office/drawing/2014/main" id="{2CEBEBAC-0DB6-4FD5-BA8A-65BF55D5698C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72" name="Retângulo 71">
            <a:extLst>
              <a:ext uri="{FF2B5EF4-FFF2-40B4-BE49-F238E27FC236}">
                <a16:creationId xmlns:a16="http://schemas.microsoft.com/office/drawing/2014/main" id="{9C3F383A-FBFE-C575-EFD3-12B6206D19EE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86D14473-5820-3C83-9F7C-4FFE3851DCF9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26408B80-B26A-31E5-BAA6-34CD2FF59C38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76" name="object 5">
            <a:extLst>
              <a:ext uri="{FF2B5EF4-FFF2-40B4-BE49-F238E27FC236}">
                <a16:creationId xmlns:a16="http://schemas.microsoft.com/office/drawing/2014/main" id="{CA50B4FE-D9BA-5AA6-564F-06C81C6187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78" name="CaixaDeTexto 77">
            <a:extLst>
              <a:ext uri="{FF2B5EF4-FFF2-40B4-BE49-F238E27FC236}">
                <a16:creationId xmlns:a16="http://schemas.microsoft.com/office/drawing/2014/main" id="{E6871A4C-46B1-6645-BC88-A38FE2D6B7F4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4B1533E9-15DF-DAFA-0880-B9AAA96C7319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3425243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8E64B-33C8-A31A-E8D3-AA13A747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58CFCBA-C4BA-4F60-C125-7035D1934333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EF93C66-2497-55D6-9EC5-B68E6B428303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CB6DEF3-0EAF-DCDE-40AA-88FDF40F0C4E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MERCADO</a:t>
            </a:r>
          </a:p>
        </p:txBody>
      </p:sp>
      <p:grpSp>
        <p:nvGrpSpPr>
          <p:cNvPr id="67" name="Group 68">
            <a:extLst>
              <a:ext uri="{FF2B5EF4-FFF2-40B4-BE49-F238E27FC236}">
                <a16:creationId xmlns:a16="http://schemas.microsoft.com/office/drawing/2014/main" id="{157D30BE-262D-BCC9-75A8-EFBF008C66D2}"/>
              </a:ext>
            </a:extLst>
          </p:cNvPr>
          <p:cNvGrpSpPr/>
          <p:nvPr/>
        </p:nvGrpSpPr>
        <p:grpSpPr>
          <a:xfrm>
            <a:off x="301854" y="1802465"/>
            <a:ext cx="2957821" cy="3046457"/>
            <a:chOff x="2163763" y="449263"/>
            <a:chExt cx="5721350" cy="5892800"/>
          </a:xfrm>
          <a:solidFill>
            <a:schemeClr val="bg1">
              <a:lumMod val="95000"/>
            </a:schemeClr>
          </a:solidFill>
          <a:effectLst>
            <a:outerShdw blurRad="381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68" name="Freeform 69">
              <a:extLst>
                <a:ext uri="{FF2B5EF4-FFF2-40B4-BE49-F238E27FC236}">
                  <a16:creationId xmlns:a16="http://schemas.microsoft.com/office/drawing/2014/main" id="{7EB21657-884F-0440-B2BB-2E8D7BEB8AAB}"/>
                </a:ext>
              </a:extLst>
            </p:cNvPr>
            <p:cNvSpPr/>
            <p:nvPr/>
          </p:nvSpPr>
          <p:spPr>
            <a:xfrm>
              <a:off x="4962525" y="557213"/>
              <a:ext cx="714375" cy="827087"/>
            </a:xfrm>
            <a:custGeom>
              <a:avLst/>
              <a:gdLst>
                <a:gd name="connsiteX0" fmla="*/ 489284 w 713874"/>
                <a:gd name="connsiteY0" fmla="*/ 0 h 826169"/>
                <a:gd name="connsiteX1" fmla="*/ 421105 w 713874"/>
                <a:gd name="connsiteY1" fmla="*/ 72190 h 826169"/>
                <a:gd name="connsiteX2" fmla="*/ 429126 w 713874"/>
                <a:gd name="connsiteY2" fmla="*/ 96253 h 826169"/>
                <a:gd name="connsiteX3" fmla="*/ 364958 w 713874"/>
                <a:gd name="connsiteY3" fmla="*/ 168442 h 826169"/>
                <a:gd name="connsiteX4" fmla="*/ 328863 w 713874"/>
                <a:gd name="connsiteY4" fmla="*/ 292769 h 826169"/>
                <a:gd name="connsiteX5" fmla="*/ 252663 w 713874"/>
                <a:gd name="connsiteY5" fmla="*/ 352926 h 826169"/>
                <a:gd name="connsiteX6" fmla="*/ 188495 w 713874"/>
                <a:gd name="connsiteY6" fmla="*/ 356937 h 826169"/>
                <a:gd name="connsiteX7" fmla="*/ 128337 w 713874"/>
                <a:gd name="connsiteY7" fmla="*/ 389021 h 826169"/>
                <a:gd name="connsiteX8" fmla="*/ 40105 w 713874"/>
                <a:gd name="connsiteY8" fmla="*/ 368969 h 826169"/>
                <a:gd name="connsiteX9" fmla="*/ 0 w 713874"/>
                <a:gd name="connsiteY9" fmla="*/ 312821 h 826169"/>
                <a:gd name="connsiteX10" fmla="*/ 16042 w 713874"/>
                <a:gd name="connsiteY10" fmla="*/ 413084 h 826169"/>
                <a:gd name="connsiteX11" fmla="*/ 156410 w 713874"/>
                <a:gd name="connsiteY11" fmla="*/ 465221 h 826169"/>
                <a:gd name="connsiteX12" fmla="*/ 164431 w 713874"/>
                <a:gd name="connsiteY12" fmla="*/ 521369 h 826169"/>
                <a:gd name="connsiteX13" fmla="*/ 232610 w 713874"/>
                <a:gd name="connsiteY13" fmla="*/ 565484 h 826169"/>
                <a:gd name="connsiteX14" fmla="*/ 240631 w 713874"/>
                <a:gd name="connsiteY14" fmla="*/ 649705 h 826169"/>
                <a:gd name="connsiteX15" fmla="*/ 328863 w 713874"/>
                <a:gd name="connsiteY15" fmla="*/ 701842 h 826169"/>
                <a:gd name="connsiteX16" fmla="*/ 324852 w 713874"/>
                <a:gd name="connsiteY16" fmla="*/ 741948 h 826169"/>
                <a:gd name="connsiteX17" fmla="*/ 356937 w 713874"/>
                <a:gd name="connsiteY17" fmla="*/ 774032 h 826169"/>
                <a:gd name="connsiteX18" fmla="*/ 360947 w 713874"/>
                <a:gd name="connsiteY18" fmla="*/ 822158 h 826169"/>
                <a:gd name="connsiteX19" fmla="*/ 401052 w 713874"/>
                <a:gd name="connsiteY19" fmla="*/ 826169 h 826169"/>
                <a:gd name="connsiteX20" fmla="*/ 481263 w 713874"/>
                <a:gd name="connsiteY20" fmla="*/ 709863 h 826169"/>
                <a:gd name="connsiteX21" fmla="*/ 553452 w 713874"/>
                <a:gd name="connsiteY21" fmla="*/ 665748 h 826169"/>
                <a:gd name="connsiteX22" fmla="*/ 597568 w 713874"/>
                <a:gd name="connsiteY22" fmla="*/ 593558 h 826169"/>
                <a:gd name="connsiteX23" fmla="*/ 681789 w 713874"/>
                <a:gd name="connsiteY23" fmla="*/ 493295 h 826169"/>
                <a:gd name="connsiteX24" fmla="*/ 713874 w 713874"/>
                <a:gd name="connsiteY24" fmla="*/ 385011 h 826169"/>
                <a:gd name="connsiteX25" fmla="*/ 641684 w 713874"/>
                <a:gd name="connsiteY25" fmla="*/ 372979 h 826169"/>
                <a:gd name="connsiteX26" fmla="*/ 641684 w 713874"/>
                <a:gd name="connsiteY26" fmla="*/ 372979 h 826169"/>
                <a:gd name="connsiteX27" fmla="*/ 573505 w 713874"/>
                <a:gd name="connsiteY27" fmla="*/ 220579 h 826169"/>
                <a:gd name="connsiteX28" fmla="*/ 557463 w 713874"/>
                <a:gd name="connsiteY28" fmla="*/ 76200 h 826169"/>
                <a:gd name="connsiteX29" fmla="*/ 533400 w 713874"/>
                <a:gd name="connsiteY29" fmla="*/ 112295 h 826169"/>
                <a:gd name="connsiteX30" fmla="*/ 521368 w 713874"/>
                <a:gd name="connsiteY30" fmla="*/ 40105 h 826169"/>
                <a:gd name="connsiteX31" fmla="*/ 489284 w 713874"/>
                <a:gd name="connsiteY31" fmla="*/ 0 h 826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713874" h="826169">
                  <a:moveTo>
                    <a:pt x="489284" y="0"/>
                  </a:moveTo>
                  <a:lnTo>
                    <a:pt x="421105" y="72190"/>
                  </a:lnTo>
                  <a:lnTo>
                    <a:pt x="429126" y="96253"/>
                  </a:lnTo>
                  <a:lnTo>
                    <a:pt x="364958" y="168442"/>
                  </a:lnTo>
                  <a:lnTo>
                    <a:pt x="328863" y="292769"/>
                  </a:lnTo>
                  <a:lnTo>
                    <a:pt x="252663" y="352926"/>
                  </a:lnTo>
                  <a:lnTo>
                    <a:pt x="188495" y="356937"/>
                  </a:lnTo>
                  <a:lnTo>
                    <a:pt x="128337" y="389021"/>
                  </a:lnTo>
                  <a:lnTo>
                    <a:pt x="40105" y="368969"/>
                  </a:lnTo>
                  <a:lnTo>
                    <a:pt x="0" y="312821"/>
                  </a:lnTo>
                  <a:lnTo>
                    <a:pt x="16042" y="413084"/>
                  </a:lnTo>
                  <a:lnTo>
                    <a:pt x="156410" y="465221"/>
                  </a:lnTo>
                  <a:lnTo>
                    <a:pt x="164431" y="521369"/>
                  </a:lnTo>
                  <a:lnTo>
                    <a:pt x="232610" y="565484"/>
                  </a:lnTo>
                  <a:lnTo>
                    <a:pt x="240631" y="649705"/>
                  </a:lnTo>
                  <a:lnTo>
                    <a:pt x="328863" y="701842"/>
                  </a:lnTo>
                  <a:lnTo>
                    <a:pt x="324852" y="741948"/>
                  </a:lnTo>
                  <a:lnTo>
                    <a:pt x="356937" y="774032"/>
                  </a:lnTo>
                  <a:lnTo>
                    <a:pt x="360947" y="822158"/>
                  </a:lnTo>
                  <a:lnTo>
                    <a:pt x="401052" y="826169"/>
                  </a:lnTo>
                  <a:lnTo>
                    <a:pt x="481263" y="709863"/>
                  </a:lnTo>
                  <a:lnTo>
                    <a:pt x="553452" y="665748"/>
                  </a:lnTo>
                  <a:lnTo>
                    <a:pt x="597568" y="593558"/>
                  </a:lnTo>
                  <a:lnTo>
                    <a:pt x="681789" y="493295"/>
                  </a:lnTo>
                  <a:lnTo>
                    <a:pt x="713874" y="385011"/>
                  </a:lnTo>
                  <a:lnTo>
                    <a:pt x="641684" y="372979"/>
                  </a:lnTo>
                  <a:lnTo>
                    <a:pt x="641684" y="372979"/>
                  </a:lnTo>
                  <a:lnTo>
                    <a:pt x="573505" y="220579"/>
                  </a:lnTo>
                  <a:lnTo>
                    <a:pt x="557463" y="76200"/>
                  </a:lnTo>
                  <a:lnTo>
                    <a:pt x="533400" y="112295"/>
                  </a:lnTo>
                  <a:lnTo>
                    <a:pt x="521368" y="40105"/>
                  </a:lnTo>
                  <a:lnTo>
                    <a:pt x="489284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69" name="Freeform 70">
              <a:extLst>
                <a:ext uri="{FF2B5EF4-FFF2-40B4-BE49-F238E27FC236}">
                  <a16:creationId xmlns:a16="http://schemas.microsoft.com/office/drawing/2014/main" id="{EC00D5BE-800A-D131-8087-8F0A6F0F4510}"/>
                </a:ext>
              </a:extLst>
            </p:cNvPr>
            <p:cNvSpPr/>
            <p:nvPr/>
          </p:nvSpPr>
          <p:spPr>
            <a:xfrm>
              <a:off x="5619750" y="858838"/>
              <a:ext cx="23813" cy="50800"/>
            </a:xfrm>
            <a:custGeom>
              <a:avLst/>
              <a:gdLst>
                <a:gd name="connsiteX0" fmla="*/ 4011 w 24063"/>
                <a:gd name="connsiteY0" fmla="*/ 0 h 52136"/>
                <a:gd name="connsiteX1" fmla="*/ 0 w 24063"/>
                <a:gd name="connsiteY1" fmla="*/ 52136 h 52136"/>
                <a:gd name="connsiteX2" fmla="*/ 24063 w 24063"/>
                <a:gd name="connsiteY2" fmla="*/ 48126 h 52136"/>
                <a:gd name="connsiteX3" fmla="*/ 4011 w 24063"/>
                <a:gd name="connsiteY3" fmla="*/ 0 h 52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" h="52136">
                  <a:moveTo>
                    <a:pt x="4011" y="0"/>
                  </a:moveTo>
                  <a:lnTo>
                    <a:pt x="0" y="52136"/>
                  </a:lnTo>
                  <a:lnTo>
                    <a:pt x="24063" y="48126"/>
                  </a:lnTo>
                  <a:lnTo>
                    <a:pt x="4011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0" name="Freeform 71">
              <a:extLst>
                <a:ext uri="{FF2B5EF4-FFF2-40B4-BE49-F238E27FC236}">
                  <a16:creationId xmlns:a16="http://schemas.microsoft.com/office/drawing/2014/main" id="{829E92F8-491D-BF84-9DB2-16D3D5D5B72C}"/>
                </a:ext>
              </a:extLst>
            </p:cNvPr>
            <p:cNvSpPr/>
            <p:nvPr/>
          </p:nvSpPr>
          <p:spPr>
            <a:xfrm>
              <a:off x="4368800" y="858838"/>
              <a:ext cx="1884363" cy="1760537"/>
            </a:xfrm>
            <a:custGeom>
              <a:avLst/>
              <a:gdLst>
                <a:gd name="connsiteX0" fmla="*/ 589547 w 1816768"/>
                <a:gd name="connsiteY0" fmla="*/ 12031 h 1760621"/>
                <a:gd name="connsiteX1" fmla="*/ 537410 w 1816768"/>
                <a:gd name="connsiteY1" fmla="*/ 0 h 1760621"/>
                <a:gd name="connsiteX2" fmla="*/ 477253 w 1816768"/>
                <a:gd name="connsiteY2" fmla="*/ 16042 h 1760621"/>
                <a:gd name="connsiteX3" fmla="*/ 437147 w 1816768"/>
                <a:gd name="connsiteY3" fmla="*/ 4010 h 1760621"/>
                <a:gd name="connsiteX4" fmla="*/ 449179 w 1816768"/>
                <a:gd name="connsiteY4" fmla="*/ 52136 h 1760621"/>
                <a:gd name="connsiteX5" fmla="*/ 429126 w 1816768"/>
                <a:gd name="connsiteY5" fmla="*/ 84221 h 1760621"/>
                <a:gd name="connsiteX6" fmla="*/ 344905 w 1816768"/>
                <a:gd name="connsiteY6" fmla="*/ 80210 h 1760621"/>
                <a:gd name="connsiteX7" fmla="*/ 316832 w 1816768"/>
                <a:gd name="connsiteY7" fmla="*/ 100263 h 1760621"/>
                <a:gd name="connsiteX8" fmla="*/ 268705 w 1816768"/>
                <a:gd name="connsiteY8" fmla="*/ 104273 h 1760621"/>
                <a:gd name="connsiteX9" fmla="*/ 216568 w 1816768"/>
                <a:gd name="connsiteY9" fmla="*/ 68179 h 1760621"/>
                <a:gd name="connsiteX10" fmla="*/ 204537 w 1816768"/>
                <a:gd name="connsiteY10" fmla="*/ 100263 h 1760621"/>
                <a:gd name="connsiteX11" fmla="*/ 128337 w 1816768"/>
                <a:gd name="connsiteY11" fmla="*/ 128336 h 1760621"/>
                <a:gd name="connsiteX12" fmla="*/ 100263 w 1816768"/>
                <a:gd name="connsiteY12" fmla="*/ 124326 h 1760621"/>
                <a:gd name="connsiteX13" fmla="*/ 60158 w 1816768"/>
                <a:gd name="connsiteY13" fmla="*/ 140368 h 1760621"/>
                <a:gd name="connsiteX14" fmla="*/ 68179 w 1816768"/>
                <a:gd name="connsiteY14" fmla="*/ 168442 h 1760621"/>
                <a:gd name="connsiteX15" fmla="*/ 44116 w 1816768"/>
                <a:gd name="connsiteY15" fmla="*/ 184484 h 1760621"/>
                <a:gd name="connsiteX16" fmla="*/ 0 w 1816768"/>
                <a:gd name="connsiteY16" fmla="*/ 176463 h 1760621"/>
                <a:gd name="connsiteX17" fmla="*/ 36095 w 1816768"/>
                <a:gd name="connsiteY17" fmla="*/ 429126 h 1760621"/>
                <a:gd name="connsiteX18" fmla="*/ 100263 w 1816768"/>
                <a:gd name="connsiteY18" fmla="*/ 485273 h 1760621"/>
                <a:gd name="connsiteX19" fmla="*/ 132347 w 1816768"/>
                <a:gd name="connsiteY19" fmla="*/ 573505 h 1760621"/>
                <a:gd name="connsiteX20" fmla="*/ 268705 w 1816768"/>
                <a:gd name="connsiteY20" fmla="*/ 589547 h 1760621"/>
                <a:gd name="connsiteX21" fmla="*/ 308810 w 1816768"/>
                <a:gd name="connsiteY21" fmla="*/ 633663 h 1760621"/>
                <a:gd name="connsiteX22" fmla="*/ 372979 w 1816768"/>
                <a:gd name="connsiteY22" fmla="*/ 601579 h 1760621"/>
                <a:gd name="connsiteX23" fmla="*/ 417095 w 1816768"/>
                <a:gd name="connsiteY23" fmla="*/ 597568 h 1760621"/>
                <a:gd name="connsiteX24" fmla="*/ 389021 w 1816768"/>
                <a:gd name="connsiteY24" fmla="*/ 593558 h 1760621"/>
                <a:gd name="connsiteX25" fmla="*/ 332874 w 1816768"/>
                <a:gd name="connsiteY25" fmla="*/ 589547 h 1760621"/>
                <a:gd name="connsiteX26" fmla="*/ 276726 w 1816768"/>
                <a:gd name="connsiteY26" fmla="*/ 561473 h 1760621"/>
                <a:gd name="connsiteX27" fmla="*/ 256674 w 1816768"/>
                <a:gd name="connsiteY27" fmla="*/ 521368 h 1760621"/>
                <a:gd name="connsiteX28" fmla="*/ 292768 w 1816768"/>
                <a:gd name="connsiteY28" fmla="*/ 553452 h 1760621"/>
                <a:gd name="connsiteX29" fmla="*/ 328863 w 1816768"/>
                <a:gd name="connsiteY29" fmla="*/ 541421 h 1760621"/>
                <a:gd name="connsiteX30" fmla="*/ 356937 w 1816768"/>
                <a:gd name="connsiteY30" fmla="*/ 569494 h 1760621"/>
                <a:gd name="connsiteX31" fmla="*/ 397042 w 1816768"/>
                <a:gd name="connsiteY31" fmla="*/ 569494 h 1760621"/>
                <a:gd name="connsiteX32" fmla="*/ 449179 w 1816768"/>
                <a:gd name="connsiteY32" fmla="*/ 549442 h 1760621"/>
                <a:gd name="connsiteX33" fmla="*/ 453189 w 1816768"/>
                <a:gd name="connsiteY33" fmla="*/ 597568 h 1760621"/>
                <a:gd name="connsiteX34" fmla="*/ 469232 w 1816768"/>
                <a:gd name="connsiteY34" fmla="*/ 613610 h 1760621"/>
                <a:gd name="connsiteX35" fmla="*/ 521368 w 1816768"/>
                <a:gd name="connsiteY35" fmla="*/ 617621 h 1760621"/>
                <a:gd name="connsiteX36" fmla="*/ 513347 w 1816768"/>
                <a:gd name="connsiteY36" fmla="*/ 637673 h 1760621"/>
                <a:gd name="connsiteX37" fmla="*/ 453189 w 1816768"/>
                <a:gd name="connsiteY37" fmla="*/ 637673 h 1760621"/>
                <a:gd name="connsiteX38" fmla="*/ 409074 w 1816768"/>
                <a:gd name="connsiteY38" fmla="*/ 629652 h 1760621"/>
                <a:gd name="connsiteX39" fmla="*/ 324853 w 1816768"/>
                <a:gd name="connsiteY39" fmla="*/ 725905 h 1760621"/>
                <a:gd name="connsiteX40" fmla="*/ 56147 w 1816768"/>
                <a:gd name="connsiteY40" fmla="*/ 1291389 h 1760621"/>
                <a:gd name="connsiteX41" fmla="*/ 108284 w 1816768"/>
                <a:gd name="connsiteY41" fmla="*/ 1471863 h 1760621"/>
                <a:gd name="connsiteX42" fmla="*/ 184484 w 1816768"/>
                <a:gd name="connsiteY42" fmla="*/ 1640305 h 1760621"/>
                <a:gd name="connsiteX43" fmla="*/ 284747 w 1816768"/>
                <a:gd name="connsiteY43" fmla="*/ 1740568 h 1760621"/>
                <a:gd name="connsiteX44" fmla="*/ 360947 w 1816768"/>
                <a:gd name="connsiteY44" fmla="*/ 1752600 h 1760621"/>
                <a:gd name="connsiteX45" fmla="*/ 1303421 w 1816768"/>
                <a:gd name="connsiteY45" fmla="*/ 1760621 h 1760621"/>
                <a:gd name="connsiteX46" fmla="*/ 1427747 w 1816768"/>
                <a:gd name="connsiteY46" fmla="*/ 1556084 h 1760621"/>
                <a:gd name="connsiteX47" fmla="*/ 1407695 w 1816768"/>
                <a:gd name="connsiteY47" fmla="*/ 1499936 h 1760621"/>
                <a:gd name="connsiteX48" fmla="*/ 1431758 w 1816768"/>
                <a:gd name="connsiteY48" fmla="*/ 1403684 h 1760621"/>
                <a:gd name="connsiteX49" fmla="*/ 1407695 w 1816768"/>
                <a:gd name="connsiteY49" fmla="*/ 1359568 h 1760621"/>
                <a:gd name="connsiteX50" fmla="*/ 1511968 w 1816768"/>
                <a:gd name="connsiteY50" fmla="*/ 1323473 h 1760621"/>
                <a:gd name="connsiteX51" fmla="*/ 1544053 w 1816768"/>
                <a:gd name="connsiteY51" fmla="*/ 1187115 h 1760621"/>
                <a:gd name="connsiteX52" fmla="*/ 1487905 w 1816768"/>
                <a:gd name="connsiteY52" fmla="*/ 1143000 h 1760621"/>
                <a:gd name="connsiteX53" fmla="*/ 1495926 w 1816768"/>
                <a:gd name="connsiteY53" fmla="*/ 1082842 h 1760621"/>
                <a:gd name="connsiteX54" fmla="*/ 1592179 w 1816768"/>
                <a:gd name="connsiteY54" fmla="*/ 1050758 h 1760621"/>
                <a:gd name="connsiteX55" fmla="*/ 1716505 w 1816768"/>
                <a:gd name="connsiteY55" fmla="*/ 894347 h 1760621"/>
                <a:gd name="connsiteX56" fmla="*/ 1700463 w 1816768"/>
                <a:gd name="connsiteY56" fmla="*/ 798094 h 1760621"/>
                <a:gd name="connsiteX57" fmla="*/ 1816768 w 1816768"/>
                <a:gd name="connsiteY57" fmla="*/ 677779 h 1760621"/>
                <a:gd name="connsiteX58" fmla="*/ 1816768 w 1816768"/>
                <a:gd name="connsiteY58" fmla="*/ 497305 h 1760621"/>
                <a:gd name="connsiteX59" fmla="*/ 1752600 w 1816768"/>
                <a:gd name="connsiteY59" fmla="*/ 449179 h 1760621"/>
                <a:gd name="connsiteX60" fmla="*/ 1656347 w 1816768"/>
                <a:gd name="connsiteY60" fmla="*/ 417094 h 1760621"/>
                <a:gd name="connsiteX61" fmla="*/ 1580147 w 1816768"/>
                <a:gd name="connsiteY61" fmla="*/ 429126 h 1760621"/>
                <a:gd name="connsiteX62" fmla="*/ 1524000 w 1816768"/>
                <a:gd name="connsiteY62" fmla="*/ 489284 h 1760621"/>
                <a:gd name="connsiteX63" fmla="*/ 1524000 w 1816768"/>
                <a:gd name="connsiteY63" fmla="*/ 537410 h 1760621"/>
                <a:gd name="connsiteX64" fmla="*/ 1536032 w 1816768"/>
                <a:gd name="connsiteY64" fmla="*/ 549442 h 1760621"/>
                <a:gd name="connsiteX65" fmla="*/ 1503947 w 1816768"/>
                <a:gd name="connsiteY65" fmla="*/ 557463 h 1760621"/>
                <a:gd name="connsiteX66" fmla="*/ 1483895 w 1816768"/>
                <a:gd name="connsiteY66" fmla="*/ 545431 h 1760621"/>
                <a:gd name="connsiteX67" fmla="*/ 1371600 w 1816768"/>
                <a:gd name="connsiteY67" fmla="*/ 697831 h 1760621"/>
                <a:gd name="connsiteX68" fmla="*/ 1395663 w 1816768"/>
                <a:gd name="connsiteY68" fmla="*/ 593558 h 1760621"/>
                <a:gd name="connsiteX69" fmla="*/ 1155032 w 1816768"/>
                <a:gd name="connsiteY69" fmla="*/ 605589 h 1760621"/>
                <a:gd name="connsiteX70" fmla="*/ 1471863 w 1816768"/>
                <a:gd name="connsiteY70" fmla="*/ 533400 h 1760621"/>
                <a:gd name="connsiteX71" fmla="*/ 1524000 w 1816768"/>
                <a:gd name="connsiteY71" fmla="*/ 376989 h 1760621"/>
                <a:gd name="connsiteX72" fmla="*/ 1447800 w 1816768"/>
                <a:gd name="connsiteY72" fmla="*/ 352926 h 1760621"/>
                <a:gd name="connsiteX73" fmla="*/ 1251284 w 1816768"/>
                <a:gd name="connsiteY73" fmla="*/ 372979 h 1760621"/>
                <a:gd name="connsiteX74" fmla="*/ 1207168 w 1816768"/>
                <a:gd name="connsiteY74" fmla="*/ 501315 h 1760621"/>
                <a:gd name="connsiteX75" fmla="*/ 1167063 w 1816768"/>
                <a:gd name="connsiteY75" fmla="*/ 485273 h 1760621"/>
                <a:gd name="connsiteX76" fmla="*/ 986589 w 1816768"/>
                <a:gd name="connsiteY76" fmla="*/ 577515 h 1760621"/>
                <a:gd name="connsiteX77" fmla="*/ 966537 w 1816768"/>
                <a:gd name="connsiteY77" fmla="*/ 697831 h 1760621"/>
                <a:gd name="connsiteX78" fmla="*/ 946484 w 1816768"/>
                <a:gd name="connsiteY78" fmla="*/ 625642 h 1760621"/>
                <a:gd name="connsiteX79" fmla="*/ 970547 w 1816768"/>
                <a:gd name="connsiteY79" fmla="*/ 561473 h 1760621"/>
                <a:gd name="connsiteX80" fmla="*/ 830179 w 1816768"/>
                <a:gd name="connsiteY80" fmla="*/ 601579 h 1760621"/>
                <a:gd name="connsiteX81" fmla="*/ 962526 w 1816768"/>
                <a:gd name="connsiteY81" fmla="*/ 537410 h 1760621"/>
                <a:gd name="connsiteX82" fmla="*/ 946484 w 1816768"/>
                <a:gd name="connsiteY82" fmla="*/ 469231 h 1760621"/>
                <a:gd name="connsiteX83" fmla="*/ 922421 w 1816768"/>
                <a:gd name="connsiteY83" fmla="*/ 449179 h 1760621"/>
                <a:gd name="connsiteX84" fmla="*/ 918410 w 1816768"/>
                <a:gd name="connsiteY84" fmla="*/ 397042 h 1760621"/>
                <a:gd name="connsiteX85" fmla="*/ 830179 w 1816768"/>
                <a:gd name="connsiteY85" fmla="*/ 356936 h 1760621"/>
                <a:gd name="connsiteX86" fmla="*/ 818147 w 1816768"/>
                <a:gd name="connsiteY86" fmla="*/ 252663 h 1760621"/>
                <a:gd name="connsiteX87" fmla="*/ 774032 w 1816768"/>
                <a:gd name="connsiteY87" fmla="*/ 224589 h 1760621"/>
                <a:gd name="connsiteX88" fmla="*/ 737937 w 1816768"/>
                <a:gd name="connsiteY88" fmla="*/ 164431 h 1760621"/>
                <a:gd name="connsiteX89" fmla="*/ 605589 w 1816768"/>
                <a:gd name="connsiteY89" fmla="*/ 116305 h 1760621"/>
                <a:gd name="connsiteX90" fmla="*/ 589547 w 1816768"/>
                <a:gd name="connsiteY90" fmla="*/ 12031 h 1760621"/>
                <a:gd name="connsiteX0" fmla="*/ 589547 w 1816768"/>
                <a:gd name="connsiteY0" fmla="*/ 12031 h 1760621"/>
                <a:gd name="connsiteX1" fmla="*/ 537410 w 1816768"/>
                <a:gd name="connsiteY1" fmla="*/ 0 h 1760621"/>
                <a:gd name="connsiteX2" fmla="*/ 477253 w 1816768"/>
                <a:gd name="connsiteY2" fmla="*/ 16042 h 1760621"/>
                <a:gd name="connsiteX3" fmla="*/ 437147 w 1816768"/>
                <a:gd name="connsiteY3" fmla="*/ 4010 h 1760621"/>
                <a:gd name="connsiteX4" fmla="*/ 449179 w 1816768"/>
                <a:gd name="connsiteY4" fmla="*/ 52136 h 1760621"/>
                <a:gd name="connsiteX5" fmla="*/ 429126 w 1816768"/>
                <a:gd name="connsiteY5" fmla="*/ 84221 h 1760621"/>
                <a:gd name="connsiteX6" fmla="*/ 344905 w 1816768"/>
                <a:gd name="connsiteY6" fmla="*/ 80210 h 1760621"/>
                <a:gd name="connsiteX7" fmla="*/ 316832 w 1816768"/>
                <a:gd name="connsiteY7" fmla="*/ 100263 h 1760621"/>
                <a:gd name="connsiteX8" fmla="*/ 268705 w 1816768"/>
                <a:gd name="connsiteY8" fmla="*/ 104273 h 1760621"/>
                <a:gd name="connsiteX9" fmla="*/ 216568 w 1816768"/>
                <a:gd name="connsiteY9" fmla="*/ 68179 h 1760621"/>
                <a:gd name="connsiteX10" fmla="*/ 204537 w 1816768"/>
                <a:gd name="connsiteY10" fmla="*/ 100263 h 1760621"/>
                <a:gd name="connsiteX11" fmla="*/ 128337 w 1816768"/>
                <a:gd name="connsiteY11" fmla="*/ 128336 h 1760621"/>
                <a:gd name="connsiteX12" fmla="*/ 100263 w 1816768"/>
                <a:gd name="connsiteY12" fmla="*/ 124326 h 1760621"/>
                <a:gd name="connsiteX13" fmla="*/ 60158 w 1816768"/>
                <a:gd name="connsiteY13" fmla="*/ 140368 h 1760621"/>
                <a:gd name="connsiteX14" fmla="*/ 68179 w 1816768"/>
                <a:gd name="connsiteY14" fmla="*/ 168442 h 1760621"/>
                <a:gd name="connsiteX15" fmla="*/ 44116 w 1816768"/>
                <a:gd name="connsiteY15" fmla="*/ 184484 h 1760621"/>
                <a:gd name="connsiteX16" fmla="*/ 0 w 1816768"/>
                <a:gd name="connsiteY16" fmla="*/ 176463 h 1760621"/>
                <a:gd name="connsiteX17" fmla="*/ 36095 w 1816768"/>
                <a:gd name="connsiteY17" fmla="*/ 429126 h 1760621"/>
                <a:gd name="connsiteX18" fmla="*/ 100263 w 1816768"/>
                <a:gd name="connsiteY18" fmla="*/ 485273 h 1760621"/>
                <a:gd name="connsiteX19" fmla="*/ 132347 w 1816768"/>
                <a:gd name="connsiteY19" fmla="*/ 573505 h 1760621"/>
                <a:gd name="connsiteX20" fmla="*/ 268705 w 1816768"/>
                <a:gd name="connsiteY20" fmla="*/ 589547 h 1760621"/>
                <a:gd name="connsiteX21" fmla="*/ 308810 w 1816768"/>
                <a:gd name="connsiteY21" fmla="*/ 633663 h 1760621"/>
                <a:gd name="connsiteX22" fmla="*/ 372979 w 1816768"/>
                <a:gd name="connsiteY22" fmla="*/ 601579 h 1760621"/>
                <a:gd name="connsiteX23" fmla="*/ 417095 w 1816768"/>
                <a:gd name="connsiteY23" fmla="*/ 597568 h 1760621"/>
                <a:gd name="connsiteX24" fmla="*/ 389021 w 1816768"/>
                <a:gd name="connsiteY24" fmla="*/ 593558 h 1760621"/>
                <a:gd name="connsiteX25" fmla="*/ 332874 w 1816768"/>
                <a:gd name="connsiteY25" fmla="*/ 589547 h 1760621"/>
                <a:gd name="connsiteX26" fmla="*/ 276726 w 1816768"/>
                <a:gd name="connsiteY26" fmla="*/ 561473 h 1760621"/>
                <a:gd name="connsiteX27" fmla="*/ 256674 w 1816768"/>
                <a:gd name="connsiteY27" fmla="*/ 521368 h 1760621"/>
                <a:gd name="connsiteX28" fmla="*/ 292768 w 1816768"/>
                <a:gd name="connsiteY28" fmla="*/ 553452 h 1760621"/>
                <a:gd name="connsiteX29" fmla="*/ 328863 w 1816768"/>
                <a:gd name="connsiteY29" fmla="*/ 541421 h 1760621"/>
                <a:gd name="connsiteX30" fmla="*/ 356937 w 1816768"/>
                <a:gd name="connsiteY30" fmla="*/ 569494 h 1760621"/>
                <a:gd name="connsiteX31" fmla="*/ 397042 w 1816768"/>
                <a:gd name="connsiteY31" fmla="*/ 569494 h 1760621"/>
                <a:gd name="connsiteX32" fmla="*/ 449179 w 1816768"/>
                <a:gd name="connsiteY32" fmla="*/ 549442 h 1760621"/>
                <a:gd name="connsiteX33" fmla="*/ 453189 w 1816768"/>
                <a:gd name="connsiteY33" fmla="*/ 597568 h 1760621"/>
                <a:gd name="connsiteX34" fmla="*/ 469232 w 1816768"/>
                <a:gd name="connsiteY34" fmla="*/ 613610 h 1760621"/>
                <a:gd name="connsiteX35" fmla="*/ 521368 w 1816768"/>
                <a:gd name="connsiteY35" fmla="*/ 617621 h 1760621"/>
                <a:gd name="connsiteX36" fmla="*/ 513347 w 1816768"/>
                <a:gd name="connsiteY36" fmla="*/ 637673 h 1760621"/>
                <a:gd name="connsiteX37" fmla="*/ 453189 w 1816768"/>
                <a:gd name="connsiteY37" fmla="*/ 637673 h 1760621"/>
                <a:gd name="connsiteX38" fmla="*/ 409074 w 1816768"/>
                <a:gd name="connsiteY38" fmla="*/ 629652 h 1760621"/>
                <a:gd name="connsiteX39" fmla="*/ 324853 w 1816768"/>
                <a:gd name="connsiteY39" fmla="*/ 725905 h 1760621"/>
                <a:gd name="connsiteX40" fmla="*/ 56147 w 1816768"/>
                <a:gd name="connsiteY40" fmla="*/ 1291389 h 1760621"/>
                <a:gd name="connsiteX41" fmla="*/ 108284 w 1816768"/>
                <a:gd name="connsiteY41" fmla="*/ 1471863 h 1760621"/>
                <a:gd name="connsiteX42" fmla="*/ 184484 w 1816768"/>
                <a:gd name="connsiteY42" fmla="*/ 1640305 h 1760621"/>
                <a:gd name="connsiteX43" fmla="*/ 284747 w 1816768"/>
                <a:gd name="connsiteY43" fmla="*/ 1740568 h 1760621"/>
                <a:gd name="connsiteX44" fmla="*/ 360947 w 1816768"/>
                <a:gd name="connsiteY44" fmla="*/ 1752600 h 1760621"/>
                <a:gd name="connsiteX45" fmla="*/ 1303421 w 1816768"/>
                <a:gd name="connsiteY45" fmla="*/ 1760621 h 1760621"/>
                <a:gd name="connsiteX46" fmla="*/ 1427747 w 1816768"/>
                <a:gd name="connsiteY46" fmla="*/ 1556084 h 1760621"/>
                <a:gd name="connsiteX47" fmla="*/ 1407695 w 1816768"/>
                <a:gd name="connsiteY47" fmla="*/ 1499936 h 1760621"/>
                <a:gd name="connsiteX48" fmla="*/ 1431758 w 1816768"/>
                <a:gd name="connsiteY48" fmla="*/ 1403684 h 1760621"/>
                <a:gd name="connsiteX49" fmla="*/ 1407695 w 1816768"/>
                <a:gd name="connsiteY49" fmla="*/ 1359568 h 1760621"/>
                <a:gd name="connsiteX50" fmla="*/ 1511968 w 1816768"/>
                <a:gd name="connsiteY50" fmla="*/ 1323473 h 1760621"/>
                <a:gd name="connsiteX51" fmla="*/ 1544053 w 1816768"/>
                <a:gd name="connsiteY51" fmla="*/ 1187115 h 1760621"/>
                <a:gd name="connsiteX52" fmla="*/ 1487905 w 1816768"/>
                <a:gd name="connsiteY52" fmla="*/ 1143000 h 1760621"/>
                <a:gd name="connsiteX53" fmla="*/ 1495926 w 1816768"/>
                <a:gd name="connsiteY53" fmla="*/ 1082842 h 1760621"/>
                <a:gd name="connsiteX54" fmla="*/ 1592179 w 1816768"/>
                <a:gd name="connsiteY54" fmla="*/ 1050758 h 1760621"/>
                <a:gd name="connsiteX55" fmla="*/ 1716505 w 1816768"/>
                <a:gd name="connsiteY55" fmla="*/ 894347 h 1760621"/>
                <a:gd name="connsiteX56" fmla="*/ 1700463 w 1816768"/>
                <a:gd name="connsiteY56" fmla="*/ 798094 h 1760621"/>
                <a:gd name="connsiteX57" fmla="*/ 1816768 w 1816768"/>
                <a:gd name="connsiteY57" fmla="*/ 677779 h 1760621"/>
                <a:gd name="connsiteX58" fmla="*/ 1812758 w 1816768"/>
                <a:gd name="connsiteY58" fmla="*/ 577515 h 1760621"/>
                <a:gd name="connsiteX59" fmla="*/ 1816768 w 1816768"/>
                <a:gd name="connsiteY59" fmla="*/ 497305 h 1760621"/>
                <a:gd name="connsiteX60" fmla="*/ 1752600 w 1816768"/>
                <a:gd name="connsiteY60" fmla="*/ 449179 h 1760621"/>
                <a:gd name="connsiteX61" fmla="*/ 1656347 w 1816768"/>
                <a:gd name="connsiteY61" fmla="*/ 417094 h 1760621"/>
                <a:gd name="connsiteX62" fmla="*/ 1580147 w 1816768"/>
                <a:gd name="connsiteY62" fmla="*/ 429126 h 1760621"/>
                <a:gd name="connsiteX63" fmla="*/ 1524000 w 1816768"/>
                <a:gd name="connsiteY63" fmla="*/ 489284 h 1760621"/>
                <a:gd name="connsiteX64" fmla="*/ 1524000 w 1816768"/>
                <a:gd name="connsiteY64" fmla="*/ 537410 h 1760621"/>
                <a:gd name="connsiteX65" fmla="*/ 1536032 w 1816768"/>
                <a:gd name="connsiteY65" fmla="*/ 549442 h 1760621"/>
                <a:gd name="connsiteX66" fmla="*/ 1503947 w 1816768"/>
                <a:gd name="connsiteY66" fmla="*/ 557463 h 1760621"/>
                <a:gd name="connsiteX67" fmla="*/ 1483895 w 1816768"/>
                <a:gd name="connsiteY67" fmla="*/ 545431 h 1760621"/>
                <a:gd name="connsiteX68" fmla="*/ 1371600 w 1816768"/>
                <a:gd name="connsiteY68" fmla="*/ 697831 h 1760621"/>
                <a:gd name="connsiteX69" fmla="*/ 1395663 w 1816768"/>
                <a:gd name="connsiteY69" fmla="*/ 593558 h 1760621"/>
                <a:gd name="connsiteX70" fmla="*/ 1155032 w 1816768"/>
                <a:gd name="connsiteY70" fmla="*/ 605589 h 1760621"/>
                <a:gd name="connsiteX71" fmla="*/ 1471863 w 1816768"/>
                <a:gd name="connsiteY71" fmla="*/ 533400 h 1760621"/>
                <a:gd name="connsiteX72" fmla="*/ 1524000 w 1816768"/>
                <a:gd name="connsiteY72" fmla="*/ 376989 h 1760621"/>
                <a:gd name="connsiteX73" fmla="*/ 1447800 w 1816768"/>
                <a:gd name="connsiteY73" fmla="*/ 352926 h 1760621"/>
                <a:gd name="connsiteX74" fmla="*/ 1251284 w 1816768"/>
                <a:gd name="connsiteY74" fmla="*/ 372979 h 1760621"/>
                <a:gd name="connsiteX75" fmla="*/ 1207168 w 1816768"/>
                <a:gd name="connsiteY75" fmla="*/ 501315 h 1760621"/>
                <a:gd name="connsiteX76" fmla="*/ 1167063 w 1816768"/>
                <a:gd name="connsiteY76" fmla="*/ 485273 h 1760621"/>
                <a:gd name="connsiteX77" fmla="*/ 986589 w 1816768"/>
                <a:gd name="connsiteY77" fmla="*/ 577515 h 1760621"/>
                <a:gd name="connsiteX78" fmla="*/ 966537 w 1816768"/>
                <a:gd name="connsiteY78" fmla="*/ 697831 h 1760621"/>
                <a:gd name="connsiteX79" fmla="*/ 946484 w 1816768"/>
                <a:gd name="connsiteY79" fmla="*/ 625642 h 1760621"/>
                <a:gd name="connsiteX80" fmla="*/ 970547 w 1816768"/>
                <a:gd name="connsiteY80" fmla="*/ 561473 h 1760621"/>
                <a:gd name="connsiteX81" fmla="*/ 830179 w 1816768"/>
                <a:gd name="connsiteY81" fmla="*/ 601579 h 1760621"/>
                <a:gd name="connsiteX82" fmla="*/ 962526 w 1816768"/>
                <a:gd name="connsiteY82" fmla="*/ 537410 h 1760621"/>
                <a:gd name="connsiteX83" fmla="*/ 946484 w 1816768"/>
                <a:gd name="connsiteY83" fmla="*/ 469231 h 1760621"/>
                <a:gd name="connsiteX84" fmla="*/ 922421 w 1816768"/>
                <a:gd name="connsiteY84" fmla="*/ 449179 h 1760621"/>
                <a:gd name="connsiteX85" fmla="*/ 918410 w 1816768"/>
                <a:gd name="connsiteY85" fmla="*/ 397042 h 1760621"/>
                <a:gd name="connsiteX86" fmla="*/ 830179 w 1816768"/>
                <a:gd name="connsiteY86" fmla="*/ 356936 h 1760621"/>
                <a:gd name="connsiteX87" fmla="*/ 818147 w 1816768"/>
                <a:gd name="connsiteY87" fmla="*/ 252663 h 1760621"/>
                <a:gd name="connsiteX88" fmla="*/ 774032 w 1816768"/>
                <a:gd name="connsiteY88" fmla="*/ 224589 h 1760621"/>
                <a:gd name="connsiteX89" fmla="*/ 737937 w 1816768"/>
                <a:gd name="connsiteY89" fmla="*/ 164431 h 1760621"/>
                <a:gd name="connsiteX90" fmla="*/ 605589 w 1816768"/>
                <a:gd name="connsiteY90" fmla="*/ 116305 h 1760621"/>
                <a:gd name="connsiteX91" fmla="*/ 589547 w 1816768"/>
                <a:gd name="connsiteY91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16768 w 1868906"/>
                <a:gd name="connsiteY59" fmla="*/ 497305 h 1760621"/>
                <a:gd name="connsiteX60" fmla="*/ 1752600 w 1868906"/>
                <a:gd name="connsiteY60" fmla="*/ 449179 h 1760621"/>
                <a:gd name="connsiteX61" fmla="*/ 1656347 w 1868906"/>
                <a:gd name="connsiteY61" fmla="*/ 417094 h 1760621"/>
                <a:gd name="connsiteX62" fmla="*/ 1580147 w 1868906"/>
                <a:gd name="connsiteY62" fmla="*/ 429126 h 1760621"/>
                <a:gd name="connsiteX63" fmla="*/ 1524000 w 1868906"/>
                <a:gd name="connsiteY63" fmla="*/ 489284 h 1760621"/>
                <a:gd name="connsiteX64" fmla="*/ 1524000 w 1868906"/>
                <a:gd name="connsiteY64" fmla="*/ 537410 h 1760621"/>
                <a:gd name="connsiteX65" fmla="*/ 1536032 w 1868906"/>
                <a:gd name="connsiteY65" fmla="*/ 549442 h 1760621"/>
                <a:gd name="connsiteX66" fmla="*/ 1503947 w 1868906"/>
                <a:gd name="connsiteY66" fmla="*/ 557463 h 1760621"/>
                <a:gd name="connsiteX67" fmla="*/ 1483895 w 1868906"/>
                <a:gd name="connsiteY67" fmla="*/ 545431 h 1760621"/>
                <a:gd name="connsiteX68" fmla="*/ 1371600 w 1868906"/>
                <a:gd name="connsiteY68" fmla="*/ 697831 h 1760621"/>
                <a:gd name="connsiteX69" fmla="*/ 1395663 w 1868906"/>
                <a:gd name="connsiteY69" fmla="*/ 593558 h 1760621"/>
                <a:gd name="connsiteX70" fmla="*/ 1155032 w 1868906"/>
                <a:gd name="connsiteY70" fmla="*/ 605589 h 1760621"/>
                <a:gd name="connsiteX71" fmla="*/ 1471863 w 1868906"/>
                <a:gd name="connsiteY71" fmla="*/ 533400 h 1760621"/>
                <a:gd name="connsiteX72" fmla="*/ 1524000 w 1868906"/>
                <a:gd name="connsiteY72" fmla="*/ 376989 h 1760621"/>
                <a:gd name="connsiteX73" fmla="*/ 1447800 w 1868906"/>
                <a:gd name="connsiteY73" fmla="*/ 352926 h 1760621"/>
                <a:gd name="connsiteX74" fmla="*/ 1251284 w 1868906"/>
                <a:gd name="connsiteY74" fmla="*/ 372979 h 1760621"/>
                <a:gd name="connsiteX75" fmla="*/ 1207168 w 1868906"/>
                <a:gd name="connsiteY75" fmla="*/ 501315 h 1760621"/>
                <a:gd name="connsiteX76" fmla="*/ 1167063 w 1868906"/>
                <a:gd name="connsiteY76" fmla="*/ 485273 h 1760621"/>
                <a:gd name="connsiteX77" fmla="*/ 986589 w 1868906"/>
                <a:gd name="connsiteY77" fmla="*/ 577515 h 1760621"/>
                <a:gd name="connsiteX78" fmla="*/ 966537 w 1868906"/>
                <a:gd name="connsiteY78" fmla="*/ 697831 h 1760621"/>
                <a:gd name="connsiteX79" fmla="*/ 946484 w 1868906"/>
                <a:gd name="connsiteY79" fmla="*/ 625642 h 1760621"/>
                <a:gd name="connsiteX80" fmla="*/ 970547 w 1868906"/>
                <a:gd name="connsiteY80" fmla="*/ 561473 h 1760621"/>
                <a:gd name="connsiteX81" fmla="*/ 830179 w 1868906"/>
                <a:gd name="connsiteY81" fmla="*/ 601579 h 1760621"/>
                <a:gd name="connsiteX82" fmla="*/ 962526 w 1868906"/>
                <a:gd name="connsiteY82" fmla="*/ 537410 h 1760621"/>
                <a:gd name="connsiteX83" fmla="*/ 946484 w 1868906"/>
                <a:gd name="connsiteY83" fmla="*/ 469231 h 1760621"/>
                <a:gd name="connsiteX84" fmla="*/ 922421 w 1868906"/>
                <a:gd name="connsiteY84" fmla="*/ 449179 h 1760621"/>
                <a:gd name="connsiteX85" fmla="*/ 918410 w 1868906"/>
                <a:gd name="connsiteY85" fmla="*/ 397042 h 1760621"/>
                <a:gd name="connsiteX86" fmla="*/ 830179 w 1868906"/>
                <a:gd name="connsiteY86" fmla="*/ 356936 h 1760621"/>
                <a:gd name="connsiteX87" fmla="*/ 818147 w 1868906"/>
                <a:gd name="connsiteY87" fmla="*/ 252663 h 1760621"/>
                <a:gd name="connsiteX88" fmla="*/ 774032 w 1868906"/>
                <a:gd name="connsiteY88" fmla="*/ 224589 h 1760621"/>
                <a:gd name="connsiteX89" fmla="*/ 737937 w 1868906"/>
                <a:gd name="connsiteY89" fmla="*/ 164431 h 1760621"/>
                <a:gd name="connsiteX90" fmla="*/ 605589 w 1868906"/>
                <a:gd name="connsiteY90" fmla="*/ 116305 h 1760621"/>
                <a:gd name="connsiteX91" fmla="*/ 589547 w 1868906"/>
                <a:gd name="connsiteY91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22100 w 1868906"/>
                <a:gd name="connsiteY59" fmla="*/ 481309 h 1760621"/>
                <a:gd name="connsiteX60" fmla="*/ 1752600 w 1868906"/>
                <a:gd name="connsiteY60" fmla="*/ 449179 h 1760621"/>
                <a:gd name="connsiteX61" fmla="*/ 1656347 w 1868906"/>
                <a:gd name="connsiteY61" fmla="*/ 417094 h 1760621"/>
                <a:gd name="connsiteX62" fmla="*/ 1580147 w 1868906"/>
                <a:gd name="connsiteY62" fmla="*/ 429126 h 1760621"/>
                <a:gd name="connsiteX63" fmla="*/ 1524000 w 1868906"/>
                <a:gd name="connsiteY63" fmla="*/ 489284 h 1760621"/>
                <a:gd name="connsiteX64" fmla="*/ 1524000 w 1868906"/>
                <a:gd name="connsiteY64" fmla="*/ 537410 h 1760621"/>
                <a:gd name="connsiteX65" fmla="*/ 1536032 w 1868906"/>
                <a:gd name="connsiteY65" fmla="*/ 549442 h 1760621"/>
                <a:gd name="connsiteX66" fmla="*/ 1503947 w 1868906"/>
                <a:gd name="connsiteY66" fmla="*/ 557463 h 1760621"/>
                <a:gd name="connsiteX67" fmla="*/ 1483895 w 1868906"/>
                <a:gd name="connsiteY67" fmla="*/ 545431 h 1760621"/>
                <a:gd name="connsiteX68" fmla="*/ 1371600 w 1868906"/>
                <a:gd name="connsiteY68" fmla="*/ 697831 h 1760621"/>
                <a:gd name="connsiteX69" fmla="*/ 1395663 w 1868906"/>
                <a:gd name="connsiteY69" fmla="*/ 593558 h 1760621"/>
                <a:gd name="connsiteX70" fmla="*/ 1155032 w 1868906"/>
                <a:gd name="connsiteY70" fmla="*/ 605589 h 1760621"/>
                <a:gd name="connsiteX71" fmla="*/ 1471863 w 1868906"/>
                <a:gd name="connsiteY71" fmla="*/ 533400 h 1760621"/>
                <a:gd name="connsiteX72" fmla="*/ 1524000 w 1868906"/>
                <a:gd name="connsiteY72" fmla="*/ 376989 h 1760621"/>
                <a:gd name="connsiteX73" fmla="*/ 1447800 w 1868906"/>
                <a:gd name="connsiteY73" fmla="*/ 352926 h 1760621"/>
                <a:gd name="connsiteX74" fmla="*/ 1251284 w 1868906"/>
                <a:gd name="connsiteY74" fmla="*/ 372979 h 1760621"/>
                <a:gd name="connsiteX75" fmla="*/ 1207168 w 1868906"/>
                <a:gd name="connsiteY75" fmla="*/ 501315 h 1760621"/>
                <a:gd name="connsiteX76" fmla="*/ 1167063 w 1868906"/>
                <a:gd name="connsiteY76" fmla="*/ 485273 h 1760621"/>
                <a:gd name="connsiteX77" fmla="*/ 986589 w 1868906"/>
                <a:gd name="connsiteY77" fmla="*/ 577515 h 1760621"/>
                <a:gd name="connsiteX78" fmla="*/ 966537 w 1868906"/>
                <a:gd name="connsiteY78" fmla="*/ 697831 h 1760621"/>
                <a:gd name="connsiteX79" fmla="*/ 946484 w 1868906"/>
                <a:gd name="connsiteY79" fmla="*/ 625642 h 1760621"/>
                <a:gd name="connsiteX80" fmla="*/ 970547 w 1868906"/>
                <a:gd name="connsiteY80" fmla="*/ 561473 h 1760621"/>
                <a:gd name="connsiteX81" fmla="*/ 830179 w 1868906"/>
                <a:gd name="connsiteY81" fmla="*/ 601579 h 1760621"/>
                <a:gd name="connsiteX82" fmla="*/ 962526 w 1868906"/>
                <a:gd name="connsiteY82" fmla="*/ 537410 h 1760621"/>
                <a:gd name="connsiteX83" fmla="*/ 946484 w 1868906"/>
                <a:gd name="connsiteY83" fmla="*/ 469231 h 1760621"/>
                <a:gd name="connsiteX84" fmla="*/ 922421 w 1868906"/>
                <a:gd name="connsiteY84" fmla="*/ 449179 h 1760621"/>
                <a:gd name="connsiteX85" fmla="*/ 918410 w 1868906"/>
                <a:gd name="connsiteY85" fmla="*/ 397042 h 1760621"/>
                <a:gd name="connsiteX86" fmla="*/ 830179 w 1868906"/>
                <a:gd name="connsiteY86" fmla="*/ 356936 h 1760621"/>
                <a:gd name="connsiteX87" fmla="*/ 818147 w 1868906"/>
                <a:gd name="connsiteY87" fmla="*/ 252663 h 1760621"/>
                <a:gd name="connsiteX88" fmla="*/ 774032 w 1868906"/>
                <a:gd name="connsiteY88" fmla="*/ 224589 h 1760621"/>
                <a:gd name="connsiteX89" fmla="*/ 737937 w 1868906"/>
                <a:gd name="connsiteY89" fmla="*/ 164431 h 1760621"/>
                <a:gd name="connsiteX90" fmla="*/ 605589 w 1868906"/>
                <a:gd name="connsiteY90" fmla="*/ 116305 h 1760621"/>
                <a:gd name="connsiteX91" fmla="*/ 589547 w 1868906"/>
                <a:gd name="connsiteY91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22100 w 1868906"/>
                <a:gd name="connsiteY59" fmla="*/ 481309 h 1760621"/>
                <a:gd name="connsiteX60" fmla="*/ 1843930 w 1868906"/>
                <a:gd name="connsiteY60" fmla="*/ 501350 h 1760621"/>
                <a:gd name="connsiteX61" fmla="*/ 1752600 w 1868906"/>
                <a:gd name="connsiteY61" fmla="*/ 449179 h 1760621"/>
                <a:gd name="connsiteX62" fmla="*/ 1656347 w 1868906"/>
                <a:gd name="connsiteY62" fmla="*/ 417094 h 1760621"/>
                <a:gd name="connsiteX63" fmla="*/ 1580147 w 1868906"/>
                <a:gd name="connsiteY63" fmla="*/ 429126 h 1760621"/>
                <a:gd name="connsiteX64" fmla="*/ 1524000 w 1868906"/>
                <a:gd name="connsiteY64" fmla="*/ 489284 h 1760621"/>
                <a:gd name="connsiteX65" fmla="*/ 1524000 w 1868906"/>
                <a:gd name="connsiteY65" fmla="*/ 537410 h 1760621"/>
                <a:gd name="connsiteX66" fmla="*/ 1536032 w 1868906"/>
                <a:gd name="connsiteY66" fmla="*/ 549442 h 1760621"/>
                <a:gd name="connsiteX67" fmla="*/ 1503947 w 1868906"/>
                <a:gd name="connsiteY67" fmla="*/ 557463 h 1760621"/>
                <a:gd name="connsiteX68" fmla="*/ 1483895 w 1868906"/>
                <a:gd name="connsiteY68" fmla="*/ 545431 h 1760621"/>
                <a:gd name="connsiteX69" fmla="*/ 1371600 w 1868906"/>
                <a:gd name="connsiteY69" fmla="*/ 697831 h 1760621"/>
                <a:gd name="connsiteX70" fmla="*/ 1395663 w 1868906"/>
                <a:gd name="connsiteY70" fmla="*/ 593558 h 1760621"/>
                <a:gd name="connsiteX71" fmla="*/ 1155032 w 1868906"/>
                <a:gd name="connsiteY71" fmla="*/ 605589 h 1760621"/>
                <a:gd name="connsiteX72" fmla="*/ 1471863 w 1868906"/>
                <a:gd name="connsiteY72" fmla="*/ 533400 h 1760621"/>
                <a:gd name="connsiteX73" fmla="*/ 1524000 w 1868906"/>
                <a:gd name="connsiteY73" fmla="*/ 376989 h 1760621"/>
                <a:gd name="connsiteX74" fmla="*/ 1447800 w 1868906"/>
                <a:gd name="connsiteY74" fmla="*/ 352926 h 1760621"/>
                <a:gd name="connsiteX75" fmla="*/ 1251284 w 1868906"/>
                <a:gd name="connsiteY75" fmla="*/ 372979 h 1760621"/>
                <a:gd name="connsiteX76" fmla="*/ 1207168 w 1868906"/>
                <a:gd name="connsiteY76" fmla="*/ 501315 h 1760621"/>
                <a:gd name="connsiteX77" fmla="*/ 1167063 w 1868906"/>
                <a:gd name="connsiteY77" fmla="*/ 485273 h 1760621"/>
                <a:gd name="connsiteX78" fmla="*/ 986589 w 1868906"/>
                <a:gd name="connsiteY78" fmla="*/ 577515 h 1760621"/>
                <a:gd name="connsiteX79" fmla="*/ 966537 w 1868906"/>
                <a:gd name="connsiteY79" fmla="*/ 697831 h 1760621"/>
                <a:gd name="connsiteX80" fmla="*/ 946484 w 1868906"/>
                <a:gd name="connsiteY80" fmla="*/ 625642 h 1760621"/>
                <a:gd name="connsiteX81" fmla="*/ 970547 w 1868906"/>
                <a:gd name="connsiteY81" fmla="*/ 561473 h 1760621"/>
                <a:gd name="connsiteX82" fmla="*/ 830179 w 1868906"/>
                <a:gd name="connsiteY82" fmla="*/ 601579 h 1760621"/>
                <a:gd name="connsiteX83" fmla="*/ 962526 w 1868906"/>
                <a:gd name="connsiteY83" fmla="*/ 537410 h 1760621"/>
                <a:gd name="connsiteX84" fmla="*/ 946484 w 1868906"/>
                <a:gd name="connsiteY84" fmla="*/ 469231 h 1760621"/>
                <a:gd name="connsiteX85" fmla="*/ 922421 w 1868906"/>
                <a:gd name="connsiteY85" fmla="*/ 449179 h 1760621"/>
                <a:gd name="connsiteX86" fmla="*/ 918410 w 1868906"/>
                <a:gd name="connsiteY86" fmla="*/ 397042 h 1760621"/>
                <a:gd name="connsiteX87" fmla="*/ 830179 w 1868906"/>
                <a:gd name="connsiteY87" fmla="*/ 356936 h 1760621"/>
                <a:gd name="connsiteX88" fmla="*/ 818147 w 1868906"/>
                <a:gd name="connsiteY88" fmla="*/ 252663 h 1760621"/>
                <a:gd name="connsiteX89" fmla="*/ 774032 w 1868906"/>
                <a:gd name="connsiteY89" fmla="*/ 224589 h 1760621"/>
                <a:gd name="connsiteX90" fmla="*/ 737937 w 1868906"/>
                <a:gd name="connsiteY90" fmla="*/ 164431 h 1760621"/>
                <a:gd name="connsiteX91" fmla="*/ 605589 w 1868906"/>
                <a:gd name="connsiteY91" fmla="*/ 116305 h 1760621"/>
                <a:gd name="connsiteX92" fmla="*/ 589547 w 1868906"/>
                <a:gd name="connsiteY92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22100 w 1868906"/>
                <a:gd name="connsiteY59" fmla="*/ 481309 h 1760621"/>
                <a:gd name="connsiteX60" fmla="*/ 1854594 w 1868906"/>
                <a:gd name="connsiteY60" fmla="*/ 485354 h 1760621"/>
                <a:gd name="connsiteX61" fmla="*/ 1752600 w 1868906"/>
                <a:gd name="connsiteY61" fmla="*/ 449179 h 1760621"/>
                <a:gd name="connsiteX62" fmla="*/ 1656347 w 1868906"/>
                <a:gd name="connsiteY62" fmla="*/ 417094 h 1760621"/>
                <a:gd name="connsiteX63" fmla="*/ 1580147 w 1868906"/>
                <a:gd name="connsiteY63" fmla="*/ 429126 h 1760621"/>
                <a:gd name="connsiteX64" fmla="*/ 1524000 w 1868906"/>
                <a:gd name="connsiteY64" fmla="*/ 489284 h 1760621"/>
                <a:gd name="connsiteX65" fmla="*/ 1524000 w 1868906"/>
                <a:gd name="connsiteY65" fmla="*/ 537410 h 1760621"/>
                <a:gd name="connsiteX66" fmla="*/ 1536032 w 1868906"/>
                <a:gd name="connsiteY66" fmla="*/ 549442 h 1760621"/>
                <a:gd name="connsiteX67" fmla="*/ 1503947 w 1868906"/>
                <a:gd name="connsiteY67" fmla="*/ 557463 h 1760621"/>
                <a:gd name="connsiteX68" fmla="*/ 1483895 w 1868906"/>
                <a:gd name="connsiteY68" fmla="*/ 545431 h 1760621"/>
                <a:gd name="connsiteX69" fmla="*/ 1371600 w 1868906"/>
                <a:gd name="connsiteY69" fmla="*/ 697831 h 1760621"/>
                <a:gd name="connsiteX70" fmla="*/ 1395663 w 1868906"/>
                <a:gd name="connsiteY70" fmla="*/ 593558 h 1760621"/>
                <a:gd name="connsiteX71" fmla="*/ 1155032 w 1868906"/>
                <a:gd name="connsiteY71" fmla="*/ 605589 h 1760621"/>
                <a:gd name="connsiteX72" fmla="*/ 1471863 w 1868906"/>
                <a:gd name="connsiteY72" fmla="*/ 533400 h 1760621"/>
                <a:gd name="connsiteX73" fmla="*/ 1524000 w 1868906"/>
                <a:gd name="connsiteY73" fmla="*/ 376989 h 1760621"/>
                <a:gd name="connsiteX74" fmla="*/ 1447800 w 1868906"/>
                <a:gd name="connsiteY74" fmla="*/ 352926 h 1760621"/>
                <a:gd name="connsiteX75" fmla="*/ 1251284 w 1868906"/>
                <a:gd name="connsiteY75" fmla="*/ 372979 h 1760621"/>
                <a:gd name="connsiteX76" fmla="*/ 1207168 w 1868906"/>
                <a:gd name="connsiteY76" fmla="*/ 501315 h 1760621"/>
                <a:gd name="connsiteX77" fmla="*/ 1167063 w 1868906"/>
                <a:gd name="connsiteY77" fmla="*/ 485273 h 1760621"/>
                <a:gd name="connsiteX78" fmla="*/ 986589 w 1868906"/>
                <a:gd name="connsiteY78" fmla="*/ 577515 h 1760621"/>
                <a:gd name="connsiteX79" fmla="*/ 966537 w 1868906"/>
                <a:gd name="connsiteY79" fmla="*/ 697831 h 1760621"/>
                <a:gd name="connsiteX80" fmla="*/ 946484 w 1868906"/>
                <a:gd name="connsiteY80" fmla="*/ 625642 h 1760621"/>
                <a:gd name="connsiteX81" fmla="*/ 970547 w 1868906"/>
                <a:gd name="connsiteY81" fmla="*/ 561473 h 1760621"/>
                <a:gd name="connsiteX82" fmla="*/ 830179 w 1868906"/>
                <a:gd name="connsiteY82" fmla="*/ 601579 h 1760621"/>
                <a:gd name="connsiteX83" fmla="*/ 962526 w 1868906"/>
                <a:gd name="connsiteY83" fmla="*/ 537410 h 1760621"/>
                <a:gd name="connsiteX84" fmla="*/ 946484 w 1868906"/>
                <a:gd name="connsiteY84" fmla="*/ 469231 h 1760621"/>
                <a:gd name="connsiteX85" fmla="*/ 922421 w 1868906"/>
                <a:gd name="connsiteY85" fmla="*/ 449179 h 1760621"/>
                <a:gd name="connsiteX86" fmla="*/ 918410 w 1868906"/>
                <a:gd name="connsiteY86" fmla="*/ 397042 h 1760621"/>
                <a:gd name="connsiteX87" fmla="*/ 830179 w 1868906"/>
                <a:gd name="connsiteY87" fmla="*/ 356936 h 1760621"/>
                <a:gd name="connsiteX88" fmla="*/ 818147 w 1868906"/>
                <a:gd name="connsiteY88" fmla="*/ 252663 h 1760621"/>
                <a:gd name="connsiteX89" fmla="*/ 774032 w 1868906"/>
                <a:gd name="connsiteY89" fmla="*/ 224589 h 1760621"/>
                <a:gd name="connsiteX90" fmla="*/ 737937 w 1868906"/>
                <a:gd name="connsiteY90" fmla="*/ 164431 h 1760621"/>
                <a:gd name="connsiteX91" fmla="*/ 605589 w 1868906"/>
                <a:gd name="connsiteY91" fmla="*/ 116305 h 1760621"/>
                <a:gd name="connsiteX92" fmla="*/ 589547 w 1868906"/>
                <a:gd name="connsiteY92" fmla="*/ 12031 h 1760621"/>
                <a:gd name="connsiteX0" fmla="*/ 589547 w 1868906"/>
                <a:gd name="connsiteY0" fmla="*/ 12031 h 1760621"/>
                <a:gd name="connsiteX1" fmla="*/ 537410 w 1868906"/>
                <a:gd name="connsiteY1" fmla="*/ 0 h 1760621"/>
                <a:gd name="connsiteX2" fmla="*/ 477253 w 1868906"/>
                <a:gd name="connsiteY2" fmla="*/ 16042 h 1760621"/>
                <a:gd name="connsiteX3" fmla="*/ 437147 w 1868906"/>
                <a:gd name="connsiteY3" fmla="*/ 4010 h 1760621"/>
                <a:gd name="connsiteX4" fmla="*/ 449179 w 1868906"/>
                <a:gd name="connsiteY4" fmla="*/ 52136 h 1760621"/>
                <a:gd name="connsiteX5" fmla="*/ 429126 w 1868906"/>
                <a:gd name="connsiteY5" fmla="*/ 84221 h 1760621"/>
                <a:gd name="connsiteX6" fmla="*/ 344905 w 1868906"/>
                <a:gd name="connsiteY6" fmla="*/ 80210 h 1760621"/>
                <a:gd name="connsiteX7" fmla="*/ 316832 w 1868906"/>
                <a:gd name="connsiteY7" fmla="*/ 100263 h 1760621"/>
                <a:gd name="connsiteX8" fmla="*/ 268705 w 1868906"/>
                <a:gd name="connsiteY8" fmla="*/ 104273 h 1760621"/>
                <a:gd name="connsiteX9" fmla="*/ 216568 w 1868906"/>
                <a:gd name="connsiteY9" fmla="*/ 68179 h 1760621"/>
                <a:gd name="connsiteX10" fmla="*/ 204537 w 1868906"/>
                <a:gd name="connsiteY10" fmla="*/ 100263 h 1760621"/>
                <a:gd name="connsiteX11" fmla="*/ 128337 w 1868906"/>
                <a:gd name="connsiteY11" fmla="*/ 128336 h 1760621"/>
                <a:gd name="connsiteX12" fmla="*/ 100263 w 1868906"/>
                <a:gd name="connsiteY12" fmla="*/ 124326 h 1760621"/>
                <a:gd name="connsiteX13" fmla="*/ 60158 w 1868906"/>
                <a:gd name="connsiteY13" fmla="*/ 140368 h 1760621"/>
                <a:gd name="connsiteX14" fmla="*/ 68179 w 1868906"/>
                <a:gd name="connsiteY14" fmla="*/ 168442 h 1760621"/>
                <a:gd name="connsiteX15" fmla="*/ 44116 w 1868906"/>
                <a:gd name="connsiteY15" fmla="*/ 184484 h 1760621"/>
                <a:gd name="connsiteX16" fmla="*/ 0 w 1868906"/>
                <a:gd name="connsiteY16" fmla="*/ 176463 h 1760621"/>
                <a:gd name="connsiteX17" fmla="*/ 36095 w 1868906"/>
                <a:gd name="connsiteY17" fmla="*/ 429126 h 1760621"/>
                <a:gd name="connsiteX18" fmla="*/ 100263 w 1868906"/>
                <a:gd name="connsiteY18" fmla="*/ 485273 h 1760621"/>
                <a:gd name="connsiteX19" fmla="*/ 132347 w 1868906"/>
                <a:gd name="connsiteY19" fmla="*/ 573505 h 1760621"/>
                <a:gd name="connsiteX20" fmla="*/ 268705 w 1868906"/>
                <a:gd name="connsiteY20" fmla="*/ 589547 h 1760621"/>
                <a:gd name="connsiteX21" fmla="*/ 308810 w 1868906"/>
                <a:gd name="connsiteY21" fmla="*/ 633663 h 1760621"/>
                <a:gd name="connsiteX22" fmla="*/ 372979 w 1868906"/>
                <a:gd name="connsiteY22" fmla="*/ 601579 h 1760621"/>
                <a:gd name="connsiteX23" fmla="*/ 417095 w 1868906"/>
                <a:gd name="connsiteY23" fmla="*/ 597568 h 1760621"/>
                <a:gd name="connsiteX24" fmla="*/ 389021 w 1868906"/>
                <a:gd name="connsiteY24" fmla="*/ 593558 h 1760621"/>
                <a:gd name="connsiteX25" fmla="*/ 332874 w 1868906"/>
                <a:gd name="connsiteY25" fmla="*/ 589547 h 1760621"/>
                <a:gd name="connsiteX26" fmla="*/ 276726 w 1868906"/>
                <a:gd name="connsiteY26" fmla="*/ 561473 h 1760621"/>
                <a:gd name="connsiteX27" fmla="*/ 256674 w 1868906"/>
                <a:gd name="connsiteY27" fmla="*/ 521368 h 1760621"/>
                <a:gd name="connsiteX28" fmla="*/ 292768 w 1868906"/>
                <a:gd name="connsiteY28" fmla="*/ 553452 h 1760621"/>
                <a:gd name="connsiteX29" fmla="*/ 328863 w 1868906"/>
                <a:gd name="connsiteY29" fmla="*/ 541421 h 1760621"/>
                <a:gd name="connsiteX30" fmla="*/ 356937 w 1868906"/>
                <a:gd name="connsiteY30" fmla="*/ 569494 h 1760621"/>
                <a:gd name="connsiteX31" fmla="*/ 397042 w 1868906"/>
                <a:gd name="connsiteY31" fmla="*/ 569494 h 1760621"/>
                <a:gd name="connsiteX32" fmla="*/ 449179 w 1868906"/>
                <a:gd name="connsiteY32" fmla="*/ 549442 h 1760621"/>
                <a:gd name="connsiteX33" fmla="*/ 453189 w 1868906"/>
                <a:gd name="connsiteY33" fmla="*/ 597568 h 1760621"/>
                <a:gd name="connsiteX34" fmla="*/ 469232 w 1868906"/>
                <a:gd name="connsiteY34" fmla="*/ 613610 h 1760621"/>
                <a:gd name="connsiteX35" fmla="*/ 521368 w 1868906"/>
                <a:gd name="connsiteY35" fmla="*/ 617621 h 1760621"/>
                <a:gd name="connsiteX36" fmla="*/ 513347 w 1868906"/>
                <a:gd name="connsiteY36" fmla="*/ 637673 h 1760621"/>
                <a:gd name="connsiteX37" fmla="*/ 453189 w 1868906"/>
                <a:gd name="connsiteY37" fmla="*/ 637673 h 1760621"/>
                <a:gd name="connsiteX38" fmla="*/ 409074 w 1868906"/>
                <a:gd name="connsiteY38" fmla="*/ 629652 h 1760621"/>
                <a:gd name="connsiteX39" fmla="*/ 324853 w 1868906"/>
                <a:gd name="connsiteY39" fmla="*/ 725905 h 1760621"/>
                <a:gd name="connsiteX40" fmla="*/ 56147 w 1868906"/>
                <a:gd name="connsiteY40" fmla="*/ 1291389 h 1760621"/>
                <a:gd name="connsiteX41" fmla="*/ 108284 w 1868906"/>
                <a:gd name="connsiteY41" fmla="*/ 1471863 h 1760621"/>
                <a:gd name="connsiteX42" fmla="*/ 184484 w 1868906"/>
                <a:gd name="connsiteY42" fmla="*/ 1640305 h 1760621"/>
                <a:gd name="connsiteX43" fmla="*/ 284747 w 1868906"/>
                <a:gd name="connsiteY43" fmla="*/ 1740568 h 1760621"/>
                <a:gd name="connsiteX44" fmla="*/ 360947 w 1868906"/>
                <a:gd name="connsiteY44" fmla="*/ 1752600 h 1760621"/>
                <a:gd name="connsiteX45" fmla="*/ 1303421 w 1868906"/>
                <a:gd name="connsiteY45" fmla="*/ 1760621 h 1760621"/>
                <a:gd name="connsiteX46" fmla="*/ 1427747 w 1868906"/>
                <a:gd name="connsiteY46" fmla="*/ 1556084 h 1760621"/>
                <a:gd name="connsiteX47" fmla="*/ 1407695 w 1868906"/>
                <a:gd name="connsiteY47" fmla="*/ 1499936 h 1760621"/>
                <a:gd name="connsiteX48" fmla="*/ 1431758 w 1868906"/>
                <a:gd name="connsiteY48" fmla="*/ 1403684 h 1760621"/>
                <a:gd name="connsiteX49" fmla="*/ 1407695 w 1868906"/>
                <a:gd name="connsiteY49" fmla="*/ 1359568 h 1760621"/>
                <a:gd name="connsiteX50" fmla="*/ 1511968 w 1868906"/>
                <a:gd name="connsiteY50" fmla="*/ 1323473 h 1760621"/>
                <a:gd name="connsiteX51" fmla="*/ 1544053 w 1868906"/>
                <a:gd name="connsiteY51" fmla="*/ 1187115 h 1760621"/>
                <a:gd name="connsiteX52" fmla="*/ 1487905 w 1868906"/>
                <a:gd name="connsiteY52" fmla="*/ 1143000 h 1760621"/>
                <a:gd name="connsiteX53" fmla="*/ 1495926 w 1868906"/>
                <a:gd name="connsiteY53" fmla="*/ 1082842 h 1760621"/>
                <a:gd name="connsiteX54" fmla="*/ 1592179 w 1868906"/>
                <a:gd name="connsiteY54" fmla="*/ 1050758 h 1760621"/>
                <a:gd name="connsiteX55" fmla="*/ 1716505 w 1868906"/>
                <a:gd name="connsiteY55" fmla="*/ 894347 h 1760621"/>
                <a:gd name="connsiteX56" fmla="*/ 1700463 w 1868906"/>
                <a:gd name="connsiteY56" fmla="*/ 798094 h 1760621"/>
                <a:gd name="connsiteX57" fmla="*/ 1816768 w 1868906"/>
                <a:gd name="connsiteY57" fmla="*/ 677779 h 1760621"/>
                <a:gd name="connsiteX58" fmla="*/ 1868906 w 1868906"/>
                <a:gd name="connsiteY58" fmla="*/ 521368 h 1760621"/>
                <a:gd name="connsiteX59" fmla="*/ 1843930 w 1868906"/>
                <a:gd name="connsiteY59" fmla="*/ 501350 h 1760621"/>
                <a:gd name="connsiteX60" fmla="*/ 1822100 w 1868906"/>
                <a:gd name="connsiteY60" fmla="*/ 481309 h 1760621"/>
                <a:gd name="connsiteX61" fmla="*/ 1854594 w 1868906"/>
                <a:gd name="connsiteY61" fmla="*/ 485354 h 1760621"/>
                <a:gd name="connsiteX62" fmla="*/ 1752600 w 1868906"/>
                <a:gd name="connsiteY62" fmla="*/ 449179 h 1760621"/>
                <a:gd name="connsiteX63" fmla="*/ 1656347 w 1868906"/>
                <a:gd name="connsiteY63" fmla="*/ 417094 h 1760621"/>
                <a:gd name="connsiteX64" fmla="*/ 1580147 w 1868906"/>
                <a:gd name="connsiteY64" fmla="*/ 429126 h 1760621"/>
                <a:gd name="connsiteX65" fmla="*/ 1524000 w 1868906"/>
                <a:gd name="connsiteY65" fmla="*/ 489284 h 1760621"/>
                <a:gd name="connsiteX66" fmla="*/ 1524000 w 1868906"/>
                <a:gd name="connsiteY66" fmla="*/ 537410 h 1760621"/>
                <a:gd name="connsiteX67" fmla="*/ 1536032 w 1868906"/>
                <a:gd name="connsiteY67" fmla="*/ 549442 h 1760621"/>
                <a:gd name="connsiteX68" fmla="*/ 1503947 w 1868906"/>
                <a:gd name="connsiteY68" fmla="*/ 557463 h 1760621"/>
                <a:gd name="connsiteX69" fmla="*/ 1483895 w 1868906"/>
                <a:gd name="connsiteY69" fmla="*/ 545431 h 1760621"/>
                <a:gd name="connsiteX70" fmla="*/ 1371600 w 1868906"/>
                <a:gd name="connsiteY70" fmla="*/ 697831 h 1760621"/>
                <a:gd name="connsiteX71" fmla="*/ 1395663 w 1868906"/>
                <a:gd name="connsiteY71" fmla="*/ 593558 h 1760621"/>
                <a:gd name="connsiteX72" fmla="*/ 1155032 w 1868906"/>
                <a:gd name="connsiteY72" fmla="*/ 605589 h 1760621"/>
                <a:gd name="connsiteX73" fmla="*/ 1471863 w 1868906"/>
                <a:gd name="connsiteY73" fmla="*/ 533400 h 1760621"/>
                <a:gd name="connsiteX74" fmla="*/ 1524000 w 1868906"/>
                <a:gd name="connsiteY74" fmla="*/ 376989 h 1760621"/>
                <a:gd name="connsiteX75" fmla="*/ 1447800 w 1868906"/>
                <a:gd name="connsiteY75" fmla="*/ 352926 h 1760621"/>
                <a:gd name="connsiteX76" fmla="*/ 1251284 w 1868906"/>
                <a:gd name="connsiteY76" fmla="*/ 372979 h 1760621"/>
                <a:gd name="connsiteX77" fmla="*/ 1207168 w 1868906"/>
                <a:gd name="connsiteY77" fmla="*/ 501315 h 1760621"/>
                <a:gd name="connsiteX78" fmla="*/ 1167063 w 1868906"/>
                <a:gd name="connsiteY78" fmla="*/ 485273 h 1760621"/>
                <a:gd name="connsiteX79" fmla="*/ 986589 w 1868906"/>
                <a:gd name="connsiteY79" fmla="*/ 577515 h 1760621"/>
                <a:gd name="connsiteX80" fmla="*/ 966537 w 1868906"/>
                <a:gd name="connsiteY80" fmla="*/ 697831 h 1760621"/>
                <a:gd name="connsiteX81" fmla="*/ 946484 w 1868906"/>
                <a:gd name="connsiteY81" fmla="*/ 625642 h 1760621"/>
                <a:gd name="connsiteX82" fmla="*/ 970547 w 1868906"/>
                <a:gd name="connsiteY82" fmla="*/ 561473 h 1760621"/>
                <a:gd name="connsiteX83" fmla="*/ 830179 w 1868906"/>
                <a:gd name="connsiteY83" fmla="*/ 601579 h 1760621"/>
                <a:gd name="connsiteX84" fmla="*/ 962526 w 1868906"/>
                <a:gd name="connsiteY84" fmla="*/ 537410 h 1760621"/>
                <a:gd name="connsiteX85" fmla="*/ 946484 w 1868906"/>
                <a:gd name="connsiteY85" fmla="*/ 469231 h 1760621"/>
                <a:gd name="connsiteX86" fmla="*/ 922421 w 1868906"/>
                <a:gd name="connsiteY86" fmla="*/ 449179 h 1760621"/>
                <a:gd name="connsiteX87" fmla="*/ 918410 w 1868906"/>
                <a:gd name="connsiteY87" fmla="*/ 397042 h 1760621"/>
                <a:gd name="connsiteX88" fmla="*/ 830179 w 1868906"/>
                <a:gd name="connsiteY88" fmla="*/ 356936 h 1760621"/>
                <a:gd name="connsiteX89" fmla="*/ 818147 w 1868906"/>
                <a:gd name="connsiteY89" fmla="*/ 252663 h 1760621"/>
                <a:gd name="connsiteX90" fmla="*/ 774032 w 1868906"/>
                <a:gd name="connsiteY90" fmla="*/ 224589 h 1760621"/>
                <a:gd name="connsiteX91" fmla="*/ 737937 w 1868906"/>
                <a:gd name="connsiteY91" fmla="*/ 164431 h 1760621"/>
                <a:gd name="connsiteX92" fmla="*/ 605589 w 1868906"/>
                <a:gd name="connsiteY92" fmla="*/ 116305 h 1760621"/>
                <a:gd name="connsiteX93" fmla="*/ 589547 w 1868906"/>
                <a:gd name="connsiteY93" fmla="*/ 12031 h 1760621"/>
                <a:gd name="connsiteX0" fmla="*/ 589547 w 1872588"/>
                <a:gd name="connsiteY0" fmla="*/ 12031 h 1760621"/>
                <a:gd name="connsiteX1" fmla="*/ 537410 w 1872588"/>
                <a:gd name="connsiteY1" fmla="*/ 0 h 1760621"/>
                <a:gd name="connsiteX2" fmla="*/ 477253 w 1872588"/>
                <a:gd name="connsiteY2" fmla="*/ 16042 h 1760621"/>
                <a:gd name="connsiteX3" fmla="*/ 437147 w 1872588"/>
                <a:gd name="connsiteY3" fmla="*/ 4010 h 1760621"/>
                <a:gd name="connsiteX4" fmla="*/ 449179 w 1872588"/>
                <a:gd name="connsiteY4" fmla="*/ 52136 h 1760621"/>
                <a:gd name="connsiteX5" fmla="*/ 429126 w 1872588"/>
                <a:gd name="connsiteY5" fmla="*/ 84221 h 1760621"/>
                <a:gd name="connsiteX6" fmla="*/ 344905 w 1872588"/>
                <a:gd name="connsiteY6" fmla="*/ 80210 h 1760621"/>
                <a:gd name="connsiteX7" fmla="*/ 316832 w 1872588"/>
                <a:gd name="connsiteY7" fmla="*/ 100263 h 1760621"/>
                <a:gd name="connsiteX8" fmla="*/ 268705 w 1872588"/>
                <a:gd name="connsiteY8" fmla="*/ 104273 h 1760621"/>
                <a:gd name="connsiteX9" fmla="*/ 216568 w 1872588"/>
                <a:gd name="connsiteY9" fmla="*/ 68179 h 1760621"/>
                <a:gd name="connsiteX10" fmla="*/ 204537 w 1872588"/>
                <a:gd name="connsiteY10" fmla="*/ 100263 h 1760621"/>
                <a:gd name="connsiteX11" fmla="*/ 128337 w 1872588"/>
                <a:gd name="connsiteY11" fmla="*/ 128336 h 1760621"/>
                <a:gd name="connsiteX12" fmla="*/ 100263 w 1872588"/>
                <a:gd name="connsiteY12" fmla="*/ 124326 h 1760621"/>
                <a:gd name="connsiteX13" fmla="*/ 60158 w 1872588"/>
                <a:gd name="connsiteY13" fmla="*/ 140368 h 1760621"/>
                <a:gd name="connsiteX14" fmla="*/ 68179 w 1872588"/>
                <a:gd name="connsiteY14" fmla="*/ 168442 h 1760621"/>
                <a:gd name="connsiteX15" fmla="*/ 44116 w 1872588"/>
                <a:gd name="connsiteY15" fmla="*/ 184484 h 1760621"/>
                <a:gd name="connsiteX16" fmla="*/ 0 w 1872588"/>
                <a:gd name="connsiteY16" fmla="*/ 176463 h 1760621"/>
                <a:gd name="connsiteX17" fmla="*/ 36095 w 1872588"/>
                <a:gd name="connsiteY17" fmla="*/ 429126 h 1760621"/>
                <a:gd name="connsiteX18" fmla="*/ 100263 w 1872588"/>
                <a:gd name="connsiteY18" fmla="*/ 485273 h 1760621"/>
                <a:gd name="connsiteX19" fmla="*/ 132347 w 1872588"/>
                <a:gd name="connsiteY19" fmla="*/ 573505 h 1760621"/>
                <a:gd name="connsiteX20" fmla="*/ 268705 w 1872588"/>
                <a:gd name="connsiteY20" fmla="*/ 589547 h 1760621"/>
                <a:gd name="connsiteX21" fmla="*/ 308810 w 1872588"/>
                <a:gd name="connsiteY21" fmla="*/ 633663 h 1760621"/>
                <a:gd name="connsiteX22" fmla="*/ 372979 w 1872588"/>
                <a:gd name="connsiteY22" fmla="*/ 601579 h 1760621"/>
                <a:gd name="connsiteX23" fmla="*/ 417095 w 1872588"/>
                <a:gd name="connsiteY23" fmla="*/ 597568 h 1760621"/>
                <a:gd name="connsiteX24" fmla="*/ 389021 w 1872588"/>
                <a:gd name="connsiteY24" fmla="*/ 593558 h 1760621"/>
                <a:gd name="connsiteX25" fmla="*/ 332874 w 1872588"/>
                <a:gd name="connsiteY25" fmla="*/ 589547 h 1760621"/>
                <a:gd name="connsiteX26" fmla="*/ 276726 w 1872588"/>
                <a:gd name="connsiteY26" fmla="*/ 561473 h 1760621"/>
                <a:gd name="connsiteX27" fmla="*/ 256674 w 1872588"/>
                <a:gd name="connsiteY27" fmla="*/ 521368 h 1760621"/>
                <a:gd name="connsiteX28" fmla="*/ 292768 w 1872588"/>
                <a:gd name="connsiteY28" fmla="*/ 553452 h 1760621"/>
                <a:gd name="connsiteX29" fmla="*/ 328863 w 1872588"/>
                <a:gd name="connsiteY29" fmla="*/ 541421 h 1760621"/>
                <a:gd name="connsiteX30" fmla="*/ 356937 w 1872588"/>
                <a:gd name="connsiteY30" fmla="*/ 569494 h 1760621"/>
                <a:gd name="connsiteX31" fmla="*/ 397042 w 1872588"/>
                <a:gd name="connsiteY31" fmla="*/ 569494 h 1760621"/>
                <a:gd name="connsiteX32" fmla="*/ 449179 w 1872588"/>
                <a:gd name="connsiteY32" fmla="*/ 549442 h 1760621"/>
                <a:gd name="connsiteX33" fmla="*/ 453189 w 1872588"/>
                <a:gd name="connsiteY33" fmla="*/ 597568 h 1760621"/>
                <a:gd name="connsiteX34" fmla="*/ 469232 w 1872588"/>
                <a:gd name="connsiteY34" fmla="*/ 613610 h 1760621"/>
                <a:gd name="connsiteX35" fmla="*/ 521368 w 1872588"/>
                <a:gd name="connsiteY35" fmla="*/ 617621 h 1760621"/>
                <a:gd name="connsiteX36" fmla="*/ 513347 w 1872588"/>
                <a:gd name="connsiteY36" fmla="*/ 637673 h 1760621"/>
                <a:gd name="connsiteX37" fmla="*/ 453189 w 1872588"/>
                <a:gd name="connsiteY37" fmla="*/ 637673 h 1760621"/>
                <a:gd name="connsiteX38" fmla="*/ 409074 w 1872588"/>
                <a:gd name="connsiteY38" fmla="*/ 629652 h 1760621"/>
                <a:gd name="connsiteX39" fmla="*/ 324853 w 1872588"/>
                <a:gd name="connsiteY39" fmla="*/ 725905 h 1760621"/>
                <a:gd name="connsiteX40" fmla="*/ 56147 w 1872588"/>
                <a:gd name="connsiteY40" fmla="*/ 1291389 h 1760621"/>
                <a:gd name="connsiteX41" fmla="*/ 108284 w 1872588"/>
                <a:gd name="connsiteY41" fmla="*/ 1471863 h 1760621"/>
                <a:gd name="connsiteX42" fmla="*/ 184484 w 1872588"/>
                <a:gd name="connsiteY42" fmla="*/ 1640305 h 1760621"/>
                <a:gd name="connsiteX43" fmla="*/ 284747 w 1872588"/>
                <a:gd name="connsiteY43" fmla="*/ 1740568 h 1760621"/>
                <a:gd name="connsiteX44" fmla="*/ 360947 w 1872588"/>
                <a:gd name="connsiteY44" fmla="*/ 1752600 h 1760621"/>
                <a:gd name="connsiteX45" fmla="*/ 1303421 w 1872588"/>
                <a:gd name="connsiteY45" fmla="*/ 1760621 h 1760621"/>
                <a:gd name="connsiteX46" fmla="*/ 1427747 w 1872588"/>
                <a:gd name="connsiteY46" fmla="*/ 1556084 h 1760621"/>
                <a:gd name="connsiteX47" fmla="*/ 1407695 w 1872588"/>
                <a:gd name="connsiteY47" fmla="*/ 1499936 h 1760621"/>
                <a:gd name="connsiteX48" fmla="*/ 1431758 w 1872588"/>
                <a:gd name="connsiteY48" fmla="*/ 1403684 h 1760621"/>
                <a:gd name="connsiteX49" fmla="*/ 1407695 w 1872588"/>
                <a:gd name="connsiteY49" fmla="*/ 1359568 h 1760621"/>
                <a:gd name="connsiteX50" fmla="*/ 1511968 w 1872588"/>
                <a:gd name="connsiteY50" fmla="*/ 1323473 h 1760621"/>
                <a:gd name="connsiteX51" fmla="*/ 1544053 w 1872588"/>
                <a:gd name="connsiteY51" fmla="*/ 1187115 h 1760621"/>
                <a:gd name="connsiteX52" fmla="*/ 1487905 w 1872588"/>
                <a:gd name="connsiteY52" fmla="*/ 1143000 h 1760621"/>
                <a:gd name="connsiteX53" fmla="*/ 1495926 w 1872588"/>
                <a:gd name="connsiteY53" fmla="*/ 1082842 h 1760621"/>
                <a:gd name="connsiteX54" fmla="*/ 1592179 w 1872588"/>
                <a:gd name="connsiteY54" fmla="*/ 1050758 h 1760621"/>
                <a:gd name="connsiteX55" fmla="*/ 1716505 w 1872588"/>
                <a:gd name="connsiteY55" fmla="*/ 894347 h 1760621"/>
                <a:gd name="connsiteX56" fmla="*/ 1700463 w 1872588"/>
                <a:gd name="connsiteY56" fmla="*/ 798094 h 1760621"/>
                <a:gd name="connsiteX57" fmla="*/ 1816768 w 1872588"/>
                <a:gd name="connsiteY57" fmla="*/ 677779 h 1760621"/>
                <a:gd name="connsiteX58" fmla="*/ 1868906 w 1872588"/>
                <a:gd name="connsiteY58" fmla="*/ 521368 h 1760621"/>
                <a:gd name="connsiteX59" fmla="*/ 1843930 w 1872588"/>
                <a:gd name="connsiteY59" fmla="*/ 501350 h 1760621"/>
                <a:gd name="connsiteX60" fmla="*/ 1822100 w 1872588"/>
                <a:gd name="connsiteY60" fmla="*/ 481309 h 1760621"/>
                <a:gd name="connsiteX61" fmla="*/ 1854594 w 1872588"/>
                <a:gd name="connsiteY61" fmla="*/ 485354 h 1760621"/>
                <a:gd name="connsiteX62" fmla="*/ 1752600 w 1872588"/>
                <a:gd name="connsiteY62" fmla="*/ 449179 h 1760621"/>
                <a:gd name="connsiteX63" fmla="*/ 1656347 w 1872588"/>
                <a:gd name="connsiteY63" fmla="*/ 417094 h 1760621"/>
                <a:gd name="connsiteX64" fmla="*/ 1580147 w 1872588"/>
                <a:gd name="connsiteY64" fmla="*/ 429126 h 1760621"/>
                <a:gd name="connsiteX65" fmla="*/ 1524000 w 1872588"/>
                <a:gd name="connsiteY65" fmla="*/ 489284 h 1760621"/>
                <a:gd name="connsiteX66" fmla="*/ 1524000 w 1872588"/>
                <a:gd name="connsiteY66" fmla="*/ 537410 h 1760621"/>
                <a:gd name="connsiteX67" fmla="*/ 1536032 w 1872588"/>
                <a:gd name="connsiteY67" fmla="*/ 549442 h 1760621"/>
                <a:gd name="connsiteX68" fmla="*/ 1503947 w 1872588"/>
                <a:gd name="connsiteY68" fmla="*/ 557463 h 1760621"/>
                <a:gd name="connsiteX69" fmla="*/ 1483895 w 1872588"/>
                <a:gd name="connsiteY69" fmla="*/ 545431 h 1760621"/>
                <a:gd name="connsiteX70" fmla="*/ 1371600 w 1872588"/>
                <a:gd name="connsiteY70" fmla="*/ 697831 h 1760621"/>
                <a:gd name="connsiteX71" fmla="*/ 1395663 w 1872588"/>
                <a:gd name="connsiteY71" fmla="*/ 593558 h 1760621"/>
                <a:gd name="connsiteX72" fmla="*/ 1155032 w 1872588"/>
                <a:gd name="connsiteY72" fmla="*/ 605589 h 1760621"/>
                <a:gd name="connsiteX73" fmla="*/ 1471863 w 1872588"/>
                <a:gd name="connsiteY73" fmla="*/ 533400 h 1760621"/>
                <a:gd name="connsiteX74" fmla="*/ 1524000 w 1872588"/>
                <a:gd name="connsiteY74" fmla="*/ 376989 h 1760621"/>
                <a:gd name="connsiteX75" fmla="*/ 1447800 w 1872588"/>
                <a:gd name="connsiteY75" fmla="*/ 352926 h 1760621"/>
                <a:gd name="connsiteX76" fmla="*/ 1251284 w 1872588"/>
                <a:gd name="connsiteY76" fmla="*/ 372979 h 1760621"/>
                <a:gd name="connsiteX77" fmla="*/ 1207168 w 1872588"/>
                <a:gd name="connsiteY77" fmla="*/ 501315 h 1760621"/>
                <a:gd name="connsiteX78" fmla="*/ 1167063 w 1872588"/>
                <a:gd name="connsiteY78" fmla="*/ 485273 h 1760621"/>
                <a:gd name="connsiteX79" fmla="*/ 986589 w 1872588"/>
                <a:gd name="connsiteY79" fmla="*/ 577515 h 1760621"/>
                <a:gd name="connsiteX80" fmla="*/ 966537 w 1872588"/>
                <a:gd name="connsiteY80" fmla="*/ 697831 h 1760621"/>
                <a:gd name="connsiteX81" fmla="*/ 946484 w 1872588"/>
                <a:gd name="connsiteY81" fmla="*/ 625642 h 1760621"/>
                <a:gd name="connsiteX82" fmla="*/ 970547 w 1872588"/>
                <a:gd name="connsiteY82" fmla="*/ 561473 h 1760621"/>
                <a:gd name="connsiteX83" fmla="*/ 830179 w 1872588"/>
                <a:gd name="connsiteY83" fmla="*/ 601579 h 1760621"/>
                <a:gd name="connsiteX84" fmla="*/ 962526 w 1872588"/>
                <a:gd name="connsiteY84" fmla="*/ 537410 h 1760621"/>
                <a:gd name="connsiteX85" fmla="*/ 946484 w 1872588"/>
                <a:gd name="connsiteY85" fmla="*/ 469231 h 1760621"/>
                <a:gd name="connsiteX86" fmla="*/ 922421 w 1872588"/>
                <a:gd name="connsiteY86" fmla="*/ 449179 h 1760621"/>
                <a:gd name="connsiteX87" fmla="*/ 918410 w 1872588"/>
                <a:gd name="connsiteY87" fmla="*/ 397042 h 1760621"/>
                <a:gd name="connsiteX88" fmla="*/ 830179 w 1872588"/>
                <a:gd name="connsiteY88" fmla="*/ 356936 h 1760621"/>
                <a:gd name="connsiteX89" fmla="*/ 818147 w 1872588"/>
                <a:gd name="connsiteY89" fmla="*/ 252663 h 1760621"/>
                <a:gd name="connsiteX90" fmla="*/ 774032 w 1872588"/>
                <a:gd name="connsiteY90" fmla="*/ 224589 h 1760621"/>
                <a:gd name="connsiteX91" fmla="*/ 737937 w 1872588"/>
                <a:gd name="connsiteY91" fmla="*/ 164431 h 1760621"/>
                <a:gd name="connsiteX92" fmla="*/ 605589 w 1872588"/>
                <a:gd name="connsiteY92" fmla="*/ 116305 h 1760621"/>
                <a:gd name="connsiteX93" fmla="*/ 589547 w 1872588"/>
                <a:gd name="connsiteY93" fmla="*/ 12031 h 1760621"/>
                <a:gd name="connsiteX0" fmla="*/ 589547 w 1886081"/>
                <a:gd name="connsiteY0" fmla="*/ 12031 h 1760621"/>
                <a:gd name="connsiteX1" fmla="*/ 537410 w 1886081"/>
                <a:gd name="connsiteY1" fmla="*/ 0 h 1760621"/>
                <a:gd name="connsiteX2" fmla="*/ 477253 w 1886081"/>
                <a:gd name="connsiteY2" fmla="*/ 16042 h 1760621"/>
                <a:gd name="connsiteX3" fmla="*/ 437147 w 1886081"/>
                <a:gd name="connsiteY3" fmla="*/ 4010 h 1760621"/>
                <a:gd name="connsiteX4" fmla="*/ 449179 w 1886081"/>
                <a:gd name="connsiteY4" fmla="*/ 52136 h 1760621"/>
                <a:gd name="connsiteX5" fmla="*/ 429126 w 1886081"/>
                <a:gd name="connsiteY5" fmla="*/ 84221 h 1760621"/>
                <a:gd name="connsiteX6" fmla="*/ 344905 w 1886081"/>
                <a:gd name="connsiteY6" fmla="*/ 80210 h 1760621"/>
                <a:gd name="connsiteX7" fmla="*/ 316832 w 1886081"/>
                <a:gd name="connsiteY7" fmla="*/ 100263 h 1760621"/>
                <a:gd name="connsiteX8" fmla="*/ 268705 w 1886081"/>
                <a:gd name="connsiteY8" fmla="*/ 104273 h 1760621"/>
                <a:gd name="connsiteX9" fmla="*/ 216568 w 1886081"/>
                <a:gd name="connsiteY9" fmla="*/ 68179 h 1760621"/>
                <a:gd name="connsiteX10" fmla="*/ 204537 w 1886081"/>
                <a:gd name="connsiteY10" fmla="*/ 100263 h 1760621"/>
                <a:gd name="connsiteX11" fmla="*/ 128337 w 1886081"/>
                <a:gd name="connsiteY11" fmla="*/ 128336 h 1760621"/>
                <a:gd name="connsiteX12" fmla="*/ 100263 w 1886081"/>
                <a:gd name="connsiteY12" fmla="*/ 124326 h 1760621"/>
                <a:gd name="connsiteX13" fmla="*/ 60158 w 1886081"/>
                <a:gd name="connsiteY13" fmla="*/ 140368 h 1760621"/>
                <a:gd name="connsiteX14" fmla="*/ 68179 w 1886081"/>
                <a:gd name="connsiteY14" fmla="*/ 168442 h 1760621"/>
                <a:gd name="connsiteX15" fmla="*/ 44116 w 1886081"/>
                <a:gd name="connsiteY15" fmla="*/ 184484 h 1760621"/>
                <a:gd name="connsiteX16" fmla="*/ 0 w 1886081"/>
                <a:gd name="connsiteY16" fmla="*/ 176463 h 1760621"/>
                <a:gd name="connsiteX17" fmla="*/ 36095 w 1886081"/>
                <a:gd name="connsiteY17" fmla="*/ 429126 h 1760621"/>
                <a:gd name="connsiteX18" fmla="*/ 100263 w 1886081"/>
                <a:gd name="connsiteY18" fmla="*/ 485273 h 1760621"/>
                <a:gd name="connsiteX19" fmla="*/ 132347 w 1886081"/>
                <a:gd name="connsiteY19" fmla="*/ 573505 h 1760621"/>
                <a:gd name="connsiteX20" fmla="*/ 268705 w 1886081"/>
                <a:gd name="connsiteY20" fmla="*/ 589547 h 1760621"/>
                <a:gd name="connsiteX21" fmla="*/ 308810 w 1886081"/>
                <a:gd name="connsiteY21" fmla="*/ 633663 h 1760621"/>
                <a:gd name="connsiteX22" fmla="*/ 372979 w 1886081"/>
                <a:gd name="connsiteY22" fmla="*/ 601579 h 1760621"/>
                <a:gd name="connsiteX23" fmla="*/ 417095 w 1886081"/>
                <a:gd name="connsiteY23" fmla="*/ 597568 h 1760621"/>
                <a:gd name="connsiteX24" fmla="*/ 389021 w 1886081"/>
                <a:gd name="connsiteY24" fmla="*/ 593558 h 1760621"/>
                <a:gd name="connsiteX25" fmla="*/ 332874 w 1886081"/>
                <a:gd name="connsiteY25" fmla="*/ 589547 h 1760621"/>
                <a:gd name="connsiteX26" fmla="*/ 276726 w 1886081"/>
                <a:gd name="connsiteY26" fmla="*/ 561473 h 1760621"/>
                <a:gd name="connsiteX27" fmla="*/ 256674 w 1886081"/>
                <a:gd name="connsiteY27" fmla="*/ 521368 h 1760621"/>
                <a:gd name="connsiteX28" fmla="*/ 292768 w 1886081"/>
                <a:gd name="connsiteY28" fmla="*/ 553452 h 1760621"/>
                <a:gd name="connsiteX29" fmla="*/ 328863 w 1886081"/>
                <a:gd name="connsiteY29" fmla="*/ 541421 h 1760621"/>
                <a:gd name="connsiteX30" fmla="*/ 356937 w 1886081"/>
                <a:gd name="connsiteY30" fmla="*/ 569494 h 1760621"/>
                <a:gd name="connsiteX31" fmla="*/ 397042 w 1886081"/>
                <a:gd name="connsiteY31" fmla="*/ 569494 h 1760621"/>
                <a:gd name="connsiteX32" fmla="*/ 449179 w 1886081"/>
                <a:gd name="connsiteY32" fmla="*/ 549442 h 1760621"/>
                <a:gd name="connsiteX33" fmla="*/ 453189 w 1886081"/>
                <a:gd name="connsiteY33" fmla="*/ 597568 h 1760621"/>
                <a:gd name="connsiteX34" fmla="*/ 469232 w 1886081"/>
                <a:gd name="connsiteY34" fmla="*/ 613610 h 1760621"/>
                <a:gd name="connsiteX35" fmla="*/ 521368 w 1886081"/>
                <a:gd name="connsiteY35" fmla="*/ 617621 h 1760621"/>
                <a:gd name="connsiteX36" fmla="*/ 513347 w 1886081"/>
                <a:gd name="connsiteY36" fmla="*/ 637673 h 1760621"/>
                <a:gd name="connsiteX37" fmla="*/ 453189 w 1886081"/>
                <a:gd name="connsiteY37" fmla="*/ 637673 h 1760621"/>
                <a:gd name="connsiteX38" fmla="*/ 409074 w 1886081"/>
                <a:gd name="connsiteY38" fmla="*/ 629652 h 1760621"/>
                <a:gd name="connsiteX39" fmla="*/ 324853 w 1886081"/>
                <a:gd name="connsiteY39" fmla="*/ 725905 h 1760621"/>
                <a:gd name="connsiteX40" fmla="*/ 56147 w 1886081"/>
                <a:gd name="connsiteY40" fmla="*/ 1291389 h 1760621"/>
                <a:gd name="connsiteX41" fmla="*/ 108284 w 1886081"/>
                <a:gd name="connsiteY41" fmla="*/ 1471863 h 1760621"/>
                <a:gd name="connsiteX42" fmla="*/ 184484 w 1886081"/>
                <a:gd name="connsiteY42" fmla="*/ 1640305 h 1760621"/>
                <a:gd name="connsiteX43" fmla="*/ 284747 w 1886081"/>
                <a:gd name="connsiteY43" fmla="*/ 1740568 h 1760621"/>
                <a:gd name="connsiteX44" fmla="*/ 360947 w 1886081"/>
                <a:gd name="connsiteY44" fmla="*/ 1752600 h 1760621"/>
                <a:gd name="connsiteX45" fmla="*/ 1303421 w 1886081"/>
                <a:gd name="connsiteY45" fmla="*/ 1760621 h 1760621"/>
                <a:gd name="connsiteX46" fmla="*/ 1427747 w 1886081"/>
                <a:gd name="connsiteY46" fmla="*/ 1556084 h 1760621"/>
                <a:gd name="connsiteX47" fmla="*/ 1407695 w 1886081"/>
                <a:gd name="connsiteY47" fmla="*/ 1499936 h 1760621"/>
                <a:gd name="connsiteX48" fmla="*/ 1431758 w 1886081"/>
                <a:gd name="connsiteY48" fmla="*/ 1403684 h 1760621"/>
                <a:gd name="connsiteX49" fmla="*/ 1407695 w 1886081"/>
                <a:gd name="connsiteY49" fmla="*/ 1359568 h 1760621"/>
                <a:gd name="connsiteX50" fmla="*/ 1511968 w 1886081"/>
                <a:gd name="connsiteY50" fmla="*/ 1323473 h 1760621"/>
                <a:gd name="connsiteX51" fmla="*/ 1544053 w 1886081"/>
                <a:gd name="connsiteY51" fmla="*/ 1187115 h 1760621"/>
                <a:gd name="connsiteX52" fmla="*/ 1487905 w 1886081"/>
                <a:gd name="connsiteY52" fmla="*/ 1143000 h 1760621"/>
                <a:gd name="connsiteX53" fmla="*/ 1495926 w 1886081"/>
                <a:gd name="connsiteY53" fmla="*/ 1082842 h 1760621"/>
                <a:gd name="connsiteX54" fmla="*/ 1592179 w 1886081"/>
                <a:gd name="connsiteY54" fmla="*/ 1050758 h 1760621"/>
                <a:gd name="connsiteX55" fmla="*/ 1716505 w 1886081"/>
                <a:gd name="connsiteY55" fmla="*/ 894347 h 1760621"/>
                <a:gd name="connsiteX56" fmla="*/ 1700463 w 1886081"/>
                <a:gd name="connsiteY56" fmla="*/ 798094 h 1760621"/>
                <a:gd name="connsiteX57" fmla="*/ 1816768 w 1886081"/>
                <a:gd name="connsiteY57" fmla="*/ 677779 h 1760621"/>
                <a:gd name="connsiteX58" fmla="*/ 1868906 w 1886081"/>
                <a:gd name="connsiteY58" fmla="*/ 521368 h 1760621"/>
                <a:gd name="connsiteX59" fmla="*/ 1843930 w 1886081"/>
                <a:gd name="connsiteY59" fmla="*/ 501350 h 1760621"/>
                <a:gd name="connsiteX60" fmla="*/ 1886081 w 1886081"/>
                <a:gd name="connsiteY60" fmla="*/ 430658 h 1760621"/>
                <a:gd name="connsiteX61" fmla="*/ 1854594 w 1886081"/>
                <a:gd name="connsiteY61" fmla="*/ 485354 h 1760621"/>
                <a:gd name="connsiteX62" fmla="*/ 1752600 w 1886081"/>
                <a:gd name="connsiteY62" fmla="*/ 449179 h 1760621"/>
                <a:gd name="connsiteX63" fmla="*/ 1656347 w 1886081"/>
                <a:gd name="connsiteY63" fmla="*/ 417094 h 1760621"/>
                <a:gd name="connsiteX64" fmla="*/ 1580147 w 1886081"/>
                <a:gd name="connsiteY64" fmla="*/ 429126 h 1760621"/>
                <a:gd name="connsiteX65" fmla="*/ 1524000 w 1886081"/>
                <a:gd name="connsiteY65" fmla="*/ 489284 h 1760621"/>
                <a:gd name="connsiteX66" fmla="*/ 1524000 w 1886081"/>
                <a:gd name="connsiteY66" fmla="*/ 537410 h 1760621"/>
                <a:gd name="connsiteX67" fmla="*/ 1536032 w 1886081"/>
                <a:gd name="connsiteY67" fmla="*/ 549442 h 1760621"/>
                <a:gd name="connsiteX68" fmla="*/ 1503947 w 1886081"/>
                <a:gd name="connsiteY68" fmla="*/ 557463 h 1760621"/>
                <a:gd name="connsiteX69" fmla="*/ 1483895 w 1886081"/>
                <a:gd name="connsiteY69" fmla="*/ 545431 h 1760621"/>
                <a:gd name="connsiteX70" fmla="*/ 1371600 w 1886081"/>
                <a:gd name="connsiteY70" fmla="*/ 697831 h 1760621"/>
                <a:gd name="connsiteX71" fmla="*/ 1395663 w 1886081"/>
                <a:gd name="connsiteY71" fmla="*/ 593558 h 1760621"/>
                <a:gd name="connsiteX72" fmla="*/ 1155032 w 1886081"/>
                <a:gd name="connsiteY72" fmla="*/ 605589 h 1760621"/>
                <a:gd name="connsiteX73" fmla="*/ 1471863 w 1886081"/>
                <a:gd name="connsiteY73" fmla="*/ 533400 h 1760621"/>
                <a:gd name="connsiteX74" fmla="*/ 1524000 w 1886081"/>
                <a:gd name="connsiteY74" fmla="*/ 376989 h 1760621"/>
                <a:gd name="connsiteX75" fmla="*/ 1447800 w 1886081"/>
                <a:gd name="connsiteY75" fmla="*/ 352926 h 1760621"/>
                <a:gd name="connsiteX76" fmla="*/ 1251284 w 1886081"/>
                <a:gd name="connsiteY76" fmla="*/ 372979 h 1760621"/>
                <a:gd name="connsiteX77" fmla="*/ 1207168 w 1886081"/>
                <a:gd name="connsiteY77" fmla="*/ 501315 h 1760621"/>
                <a:gd name="connsiteX78" fmla="*/ 1167063 w 1886081"/>
                <a:gd name="connsiteY78" fmla="*/ 485273 h 1760621"/>
                <a:gd name="connsiteX79" fmla="*/ 986589 w 1886081"/>
                <a:gd name="connsiteY79" fmla="*/ 577515 h 1760621"/>
                <a:gd name="connsiteX80" fmla="*/ 966537 w 1886081"/>
                <a:gd name="connsiteY80" fmla="*/ 697831 h 1760621"/>
                <a:gd name="connsiteX81" fmla="*/ 946484 w 1886081"/>
                <a:gd name="connsiteY81" fmla="*/ 625642 h 1760621"/>
                <a:gd name="connsiteX82" fmla="*/ 970547 w 1886081"/>
                <a:gd name="connsiteY82" fmla="*/ 561473 h 1760621"/>
                <a:gd name="connsiteX83" fmla="*/ 830179 w 1886081"/>
                <a:gd name="connsiteY83" fmla="*/ 601579 h 1760621"/>
                <a:gd name="connsiteX84" fmla="*/ 962526 w 1886081"/>
                <a:gd name="connsiteY84" fmla="*/ 537410 h 1760621"/>
                <a:gd name="connsiteX85" fmla="*/ 946484 w 1886081"/>
                <a:gd name="connsiteY85" fmla="*/ 469231 h 1760621"/>
                <a:gd name="connsiteX86" fmla="*/ 922421 w 1886081"/>
                <a:gd name="connsiteY86" fmla="*/ 449179 h 1760621"/>
                <a:gd name="connsiteX87" fmla="*/ 918410 w 1886081"/>
                <a:gd name="connsiteY87" fmla="*/ 397042 h 1760621"/>
                <a:gd name="connsiteX88" fmla="*/ 830179 w 1886081"/>
                <a:gd name="connsiteY88" fmla="*/ 356936 h 1760621"/>
                <a:gd name="connsiteX89" fmla="*/ 818147 w 1886081"/>
                <a:gd name="connsiteY89" fmla="*/ 252663 h 1760621"/>
                <a:gd name="connsiteX90" fmla="*/ 774032 w 1886081"/>
                <a:gd name="connsiteY90" fmla="*/ 224589 h 1760621"/>
                <a:gd name="connsiteX91" fmla="*/ 737937 w 1886081"/>
                <a:gd name="connsiteY91" fmla="*/ 164431 h 1760621"/>
                <a:gd name="connsiteX92" fmla="*/ 605589 w 1886081"/>
                <a:gd name="connsiteY92" fmla="*/ 116305 h 1760621"/>
                <a:gd name="connsiteX93" fmla="*/ 589547 w 1886081"/>
                <a:gd name="connsiteY93" fmla="*/ 12031 h 1760621"/>
                <a:gd name="connsiteX0" fmla="*/ 589547 w 1949297"/>
                <a:gd name="connsiteY0" fmla="*/ 12031 h 1760621"/>
                <a:gd name="connsiteX1" fmla="*/ 537410 w 1949297"/>
                <a:gd name="connsiteY1" fmla="*/ 0 h 1760621"/>
                <a:gd name="connsiteX2" fmla="*/ 477253 w 1949297"/>
                <a:gd name="connsiteY2" fmla="*/ 16042 h 1760621"/>
                <a:gd name="connsiteX3" fmla="*/ 437147 w 1949297"/>
                <a:gd name="connsiteY3" fmla="*/ 4010 h 1760621"/>
                <a:gd name="connsiteX4" fmla="*/ 449179 w 1949297"/>
                <a:gd name="connsiteY4" fmla="*/ 52136 h 1760621"/>
                <a:gd name="connsiteX5" fmla="*/ 429126 w 1949297"/>
                <a:gd name="connsiteY5" fmla="*/ 84221 h 1760621"/>
                <a:gd name="connsiteX6" fmla="*/ 344905 w 1949297"/>
                <a:gd name="connsiteY6" fmla="*/ 80210 h 1760621"/>
                <a:gd name="connsiteX7" fmla="*/ 316832 w 1949297"/>
                <a:gd name="connsiteY7" fmla="*/ 100263 h 1760621"/>
                <a:gd name="connsiteX8" fmla="*/ 268705 w 1949297"/>
                <a:gd name="connsiteY8" fmla="*/ 104273 h 1760621"/>
                <a:gd name="connsiteX9" fmla="*/ 216568 w 1949297"/>
                <a:gd name="connsiteY9" fmla="*/ 68179 h 1760621"/>
                <a:gd name="connsiteX10" fmla="*/ 204537 w 1949297"/>
                <a:gd name="connsiteY10" fmla="*/ 100263 h 1760621"/>
                <a:gd name="connsiteX11" fmla="*/ 128337 w 1949297"/>
                <a:gd name="connsiteY11" fmla="*/ 128336 h 1760621"/>
                <a:gd name="connsiteX12" fmla="*/ 100263 w 1949297"/>
                <a:gd name="connsiteY12" fmla="*/ 124326 h 1760621"/>
                <a:gd name="connsiteX13" fmla="*/ 60158 w 1949297"/>
                <a:gd name="connsiteY13" fmla="*/ 140368 h 1760621"/>
                <a:gd name="connsiteX14" fmla="*/ 68179 w 1949297"/>
                <a:gd name="connsiteY14" fmla="*/ 168442 h 1760621"/>
                <a:gd name="connsiteX15" fmla="*/ 44116 w 1949297"/>
                <a:gd name="connsiteY15" fmla="*/ 184484 h 1760621"/>
                <a:gd name="connsiteX16" fmla="*/ 0 w 1949297"/>
                <a:gd name="connsiteY16" fmla="*/ 176463 h 1760621"/>
                <a:gd name="connsiteX17" fmla="*/ 36095 w 1949297"/>
                <a:gd name="connsiteY17" fmla="*/ 429126 h 1760621"/>
                <a:gd name="connsiteX18" fmla="*/ 100263 w 1949297"/>
                <a:gd name="connsiteY18" fmla="*/ 485273 h 1760621"/>
                <a:gd name="connsiteX19" fmla="*/ 132347 w 1949297"/>
                <a:gd name="connsiteY19" fmla="*/ 573505 h 1760621"/>
                <a:gd name="connsiteX20" fmla="*/ 268705 w 1949297"/>
                <a:gd name="connsiteY20" fmla="*/ 589547 h 1760621"/>
                <a:gd name="connsiteX21" fmla="*/ 308810 w 1949297"/>
                <a:gd name="connsiteY21" fmla="*/ 633663 h 1760621"/>
                <a:gd name="connsiteX22" fmla="*/ 372979 w 1949297"/>
                <a:gd name="connsiteY22" fmla="*/ 601579 h 1760621"/>
                <a:gd name="connsiteX23" fmla="*/ 417095 w 1949297"/>
                <a:gd name="connsiteY23" fmla="*/ 597568 h 1760621"/>
                <a:gd name="connsiteX24" fmla="*/ 389021 w 1949297"/>
                <a:gd name="connsiteY24" fmla="*/ 593558 h 1760621"/>
                <a:gd name="connsiteX25" fmla="*/ 332874 w 1949297"/>
                <a:gd name="connsiteY25" fmla="*/ 589547 h 1760621"/>
                <a:gd name="connsiteX26" fmla="*/ 276726 w 1949297"/>
                <a:gd name="connsiteY26" fmla="*/ 561473 h 1760621"/>
                <a:gd name="connsiteX27" fmla="*/ 256674 w 1949297"/>
                <a:gd name="connsiteY27" fmla="*/ 521368 h 1760621"/>
                <a:gd name="connsiteX28" fmla="*/ 292768 w 1949297"/>
                <a:gd name="connsiteY28" fmla="*/ 553452 h 1760621"/>
                <a:gd name="connsiteX29" fmla="*/ 328863 w 1949297"/>
                <a:gd name="connsiteY29" fmla="*/ 541421 h 1760621"/>
                <a:gd name="connsiteX30" fmla="*/ 356937 w 1949297"/>
                <a:gd name="connsiteY30" fmla="*/ 569494 h 1760621"/>
                <a:gd name="connsiteX31" fmla="*/ 397042 w 1949297"/>
                <a:gd name="connsiteY31" fmla="*/ 569494 h 1760621"/>
                <a:gd name="connsiteX32" fmla="*/ 449179 w 1949297"/>
                <a:gd name="connsiteY32" fmla="*/ 549442 h 1760621"/>
                <a:gd name="connsiteX33" fmla="*/ 453189 w 1949297"/>
                <a:gd name="connsiteY33" fmla="*/ 597568 h 1760621"/>
                <a:gd name="connsiteX34" fmla="*/ 469232 w 1949297"/>
                <a:gd name="connsiteY34" fmla="*/ 613610 h 1760621"/>
                <a:gd name="connsiteX35" fmla="*/ 521368 w 1949297"/>
                <a:gd name="connsiteY35" fmla="*/ 617621 h 1760621"/>
                <a:gd name="connsiteX36" fmla="*/ 513347 w 1949297"/>
                <a:gd name="connsiteY36" fmla="*/ 637673 h 1760621"/>
                <a:gd name="connsiteX37" fmla="*/ 453189 w 1949297"/>
                <a:gd name="connsiteY37" fmla="*/ 637673 h 1760621"/>
                <a:gd name="connsiteX38" fmla="*/ 409074 w 1949297"/>
                <a:gd name="connsiteY38" fmla="*/ 629652 h 1760621"/>
                <a:gd name="connsiteX39" fmla="*/ 324853 w 1949297"/>
                <a:gd name="connsiteY39" fmla="*/ 725905 h 1760621"/>
                <a:gd name="connsiteX40" fmla="*/ 56147 w 1949297"/>
                <a:gd name="connsiteY40" fmla="*/ 1291389 h 1760621"/>
                <a:gd name="connsiteX41" fmla="*/ 108284 w 1949297"/>
                <a:gd name="connsiteY41" fmla="*/ 1471863 h 1760621"/>
                <a:gd name="connsiteX42" fmla="*/ 184484 w 1949297"/>
                <a:gd name="connsiteY42" fmla="*/ 1640305 h 1760621"/>
                <a:gd name="connsiteX43" fmla="*/ 284747 w 1949297"/>
                <a:gd name="connsiteY43" fmla="*/ 1740568 h 1760621"/>
                <a:gd name="connsiteX44" fmla="*/ 360947 w 1949297"/>
                <a:gd name="connsiteY44" fmla="*/ 1752600 h 1760621"/>
                <a:gd name="connsiteX45" fmla="*/ 1303421 w 1949297"/>
                <a:gd name="connsiteY45" fmla="*/ 1760621 h 1760621"/>
                <a:gd name="connsiteX46" fmla="*/ 1427747 w 1949297"/>
                <a:gd name="connsiteY46" fmla="*/ 1556084 h 1760621"/>
                <a:gd name="connsiteX47" fmla="*/ 1407695 w 1949297"/>
                <a:gd name="connsiteY47" fmla="*/ 1499936 h 1760621"/>
                <a:gd name="connsiteX48" fmla="*/ 1431758 w 1949297"/>
                <a:gd name="connsiteY48" fmla="*/ 1403684 h 1760621"/>
                <a:gd name="connsiteX49" fmla="*/ 1407695 w 1949297"/>
                <a:gd name="connsiteY49" fmla="*/ 1359568 h 1760621"/>
                <a:gd name="connsiteX50" fmla="*/ 1511968 w 1949297"/>
                <a:gd name="connsiteY50" fmla="*/ 1323473 h 1760621"/>
                <a:gd name="connsiteX51" fmla="*/ 1544053 w 1949297"/>
                <a:gd name="connsiteY51" fmla="*/ 1187115 h 1760621"/>
                <a:gd name="connsiteX52" fmla="*/ 1487905 w 1949297"/>
                <a:gd name="connsiteY52" fmla="*/ 1143000 h 1760621"/>
                <a:gd name="connsiteX53" fmla="*/ 1495926 w 1949297"/>
                <a:gd name="connsiteY53" fmla="*/ 1082842 h 1760621"/>
                <a:gd name="connsiteX54" fmla="*/ 1592179 w 1949297"/>
                <a:gd name="connsiteY54" fmla="*/ 1050758 h 1760621"/>
                <a:gd name="connsiteX55" fmla="*/ 1716505 w 1949297"/>
                <a:gd name="connsiteY55" fmla="*/ 894347 h 1760621"/>
                <a:gd name="connsiteX56" fmla="*/ 1700463 w 1949297"/>
                <a:gd name="connsiteY56" fmla="*/ 798094 h 1760621"/>
                <a:gd name="connsiteX57" fmla="*/ 1816768 w 1949297"/>
                <a:gd name="connsiteY57" fmla="*/ 677779 h 1760621"/>
                <a:gd name="connsiteX58" fmla="*/ 1868906 w 1949297"/>
                <a:gd name="connsiteY58" fmla="*/ 521368 h 1760621"/>
                <a:gd name="connsiteX59" fmla="*/ 1937236 w 1949297"/>
                <a:gd name="connsiteY59" fmla="*/ 469359 h 1760621"/>
                <a:gd name="connsiteX60" fmla="*/ 1886081 w 1949297"/>
                <a:gd name="connsiteY60" fmla="*/ 430658 h 1760621"/>
                <a:gd name="connsiteX61" fmla="*/ 1854594 w 1949297"/>
                <a:gd name="connsiteY61" fmla="*/ 485354 h 1760621"/>
                <a:gd name="connsiteX62" fmla="*/ 1752600 w 1949297"/>
                <a:gd name="connsiteY62" fmla="*/ 449179 h 1760621"/>
                <a:gd name="connsiteX63" fmla="*/ 1656347 w 1949297"/>
                <a:gd name="connsiteY63" fmla="*/ 417094 h 1760621"/>
                <a:gd name="connsiteX64" fmla="*/ 1580147 w 1949297"/>
                <a:gd name="connsiteY64" fmla="*/ 429126 h 1760621"/>
                <a:gd name="connsiteX65" fmla="*/ 1524000 w 1949297"/>
                <a:gd name="connsiteY65" fmla="*/ 489284 h 1760621"/>
                <a:gd name="connsiteX66" fmla="*/ 1524000 w 1949297"/>
                <a:gd name="connsiteY66" fmla="*/ 537410 h 1760621"/>
                <a:gd name="connsiteX67" fmla="*/ 1536032 w 1949297"/>
                <a:gd name="connsiteY67" fmla="*/ 549442 h 1760621"/>
                <a:gd name="connsiteX68" fmla="*/ 1503947 w 1949297"/>
                <a:gd name="connsiteY68" fmla="*/ 557463 h 1760621"/>
                <a:gd name="connsiteX69" fmla="*/ 1483895 w 1949297"/>
                <a:gd name="connsiteY69" fmla="*/ 545431 h 1760621"/>
                <a:gd name="connsiteX70" fmla="*/ 1371600 w 1949297"/>
                <a:gd name="connsiteY70" fmla="*/ 697831 h 1760621"/>
                <a:gd name="connsiteX71" fmla="*/ 1395663 w 1949297"/>
                <a:gd name="connsiteY71" fmla="*/ 593558 h 1760621"/>
                <a:gd name="connsiteX72" fmla="*/ 1155032 w 1949297"/>
                <a:gd name="connsiteY72" fmla="*/ 605589 h 1760621"/>
                <a:gd name="connsiteX73" fmla="*/ 1471863 w 1949297"/>
                <a:gd name="connsiteY73" fmla="*/ 533400 h 1760621"/>
                <a:gd name="connsiteX74" fmla="*/ 1524000 w 1949297"/>
                <a:gd name="connsiteY74" fmla="*/ 376989 h 1760621"/>
                <a:gd name="connsiteX75" fmla="*/ 1447800 w 1949297"/>
                <a:gd name="connsiteY75" fmla="*/ 352926 h 1760621"/>
                <a:gd name="connsiteX76" fmla="*/ 1251284 w 1949297"/>
                <a:gd name="connsiteY76" fmla="*/ 372979 h 1760621"/>
                <a:gd name="connsiteX77" fmla="*/ 1207168 w 1949297"/>
                <a:gd name="connsiteY77" fmla="*/ 501315 h 1760621"/>
                <a:gd name="connsiteX78" fmla="*/ 1167063 w 1949297"/>
                <a:gd name="connsiteY78" fmla="*/ 485273 h 1760621"/>
                <a:gd name="connsiteX79" fmla="*/ 986589 w 1949297"/>
                <a:gd name="connsiteY79" fmla="*/ 577515 h 1760621"/>
                <a:gd name="connsiteX80" fmla="*/ 966537 w 1949297"/>
                <a:gd name="connsiteY80" fmla="*/ 697831 h 1760621"/>
                <a:gd name="connsiteX81" fmla="*/ 946484 w 1949297"/>
                <a:gd name="connsiteY81" fmla="*/ 625642 h 1760621"/>
                <a:gd name="connsiteX82" fmla="*/ 970547 w 1949297"/>
                <a:gd name="connsiteY82" fmla="*/ 561473 h 1760621"/>
                <a:gd name="connsiteX83" fmla="*/ 830179 w 1949297"/>
                <a:gd name="connsiteY83" fmla="*/ 601579 h 1760621"/>
                <a:gd name="connsiteX84" fmla="*/ 962526 w 1949297"/>
                <a:gd name="connsiteY84" fmla="*/ 537410 h 1760621"/>
                <a:gd name="connsiteX85" fmla="*/ 946484 w 1949297"/>
                <a:gd name="connsiteY85" fmla="*/ 469231 h 1760621"/>
                <a:gd name="connsiteX86" fmla="*/ 922421 w 1949297"/>
                <a:gd name="connsiteY86" fmla="*/ 449179 h 1760621"/>
                <a:gd name="connsiteX87" fmla="*/ 918410 w 1949297"/>
                <a:gd name="connsiteY87" fmla="*/ 397042 h 1760621"/>
                <a:gd name="connsiteX88" fmla="*/ 830179 w 1949297"/>
                <a:gd name="connsiteY88" fmla="*/ 356936 h 1760621"/>
                <a:gd name="connsiteX89" fmla="*/ 818147 w 1949297"/>
                <a:gd name="connsiteY89" fmla="*/ 252663 h 1760621"/>
                <a:gd name="connsiteX90" fmla="*/ 774032 w 1949297"/>
                <a:gd name="connsiteY90" fmla="*/ 224589 h 1760621"/>
                <a:gd name="connsiteX91" fmla="*/ 737937 w 1949297"/>
                <a:gd name="connsiteY91" fmla="*/ 164431 h 1760621"/>
                <a:gd name="connsiteX92" fmla="*/ 605589 w 1949297"/>
                <a:gd name="connsiteY92" fmla="*/ 116305 h 1760621"/>
                <a:gd name="connsiteX93" fmla="*/ 589547 w 1949297"/>
                <a:gd name="connsiteY93" fmla="*/ 12031 h 1760621"/>
                <a:gd name="connsiteX0" fmla="*/ 589547 w 1949297"/>
                <a:gd name="connsiteY0" fmla="*/ 12031 h 1760621"/>
                <a:gd name="connsiteX1" fmla="*/ 537410 w 1949297"/>
                <a:gd name="connsiteY1" fmla="*/ 0 h 1760621"/>
                <a:gd name="connsiteX2" fmla="*/ 477253 w 1949297"/>
                <a:gd name="connsiteY2" fmla="*/ 16042 h 1760621"/>
                <a:gd name="connsiteX3" fmla="*/ 437147 w 1949297"/>
                <a:gd name="connsiteY3" fmla="*/ 4010 h 1760621"/>
                <a:gd name="connsiteX4" fmla="*/ 449179 w 1949297"/>
                <a:gd name="connsiteY4" fmla="*/ 52136 h 1760621"/>
                <a:gd name="connsiteX5" fmla="*/ 429126 w 1949297"/>
                <a:gd name="connsiteY5" fmla="*/ 84221 h 1760621"/>
                <a:gd name="connsiteX6" fmla="*/ 344905 w 1949297"/>
                <a:gd name="connsiteY6" fmla="*/ 80210 h 1760621"/>
                <a:gd name="connsiteX7" fmla="*/ 316832 w 1949297"/>
                <a:gd name="connsiteY7" fmla="*/ 100263 h 1760621"/>
                <a:gd name="connsiteX8" fmla="*/ 268705 w 1949297"/>
                <a:gd name="connsiteY8" fmla="*/ 104273 h 1760621"/>
                <a:gd name="connsiteX9" fmla="*/ 216568 w 1949297"/>
                <a:gd name="connsiteY9" fmla="*/ 68179 h 1760621"/>
                <a:gd name="connsiteX10" fmla="*/ 204537 w 1949297"/>
                <a:gd name="connsiteY10" fmla="*/ 100263 h 1760621"/>
                <a:gd name="connsiteX11" fmla="*/ 128337 w 1949297"/>
                <a:gd name="connsiteY11" fmla="*/ 128336 h 1760621"/>
                <a:gd name="connsiteX12" fmla="*/ 100263 w 1949297"/>
                <a:gd name="connsiteY12" fmla="*/ 124326 h 1760621"/>
                <a:gd name="connsiteX13" fmla="*/ 60158 w 1949297"/>
                <a:gd name="connsiteY13" fmla="*/ 140368 h 1760621"/>
                <a:gd name="connsiteX14" fmla="*/ 68179 w 1949297"/>
                <a:gd name="connsiteY14" fmla="*/ 168442 h 1760621"/>
                <a:gd name="connsiteX15" fmla="*/ 44116 w 1949297"/>
                <a:gd name="connsiteY15" fmla="*/ 184484 h 1760621"/>
                <a:gd name="connsiteX16" fmla="*/ 0 w 1949297"/>
                <a:gd name="connsiteY16" fmla="*/ 176463 h 1760621"/>
                <a:gd name="connsiteX17" fmla="*/ 36095 w 1949297"/>
                <a:gd name="connsiteY17" fmla="*/ 429126 h 1760621"/>
                <a:gd name="connsiteX18" fmla="*/ 100263 w 1949297"/>
                <a:gd name="connsiteY18" fmla="*/ 485273 h 1760621"/>
                <a:gd name="connsiteX19" fmla="*/ 132347 w 1949297"/>
                <a:gd name="connsiteY19" fmla="*/ 573505 h 1760621"/>
                <a:gd name="connsiteX20" fmla="*/ 268705 w 1949297"/>
                <a:gd name="connsiteY20" fmla="*/ 589547 h 1760621"/>
                <a:gd name="connsiteX21" fmla="*/ 308810 w 1949297"/>
                <a:gd name="connsiteY21" fmla="*/ 633663 h 1760621"/>
                <a:gd name="connsiteX22" fmla="*/ 372979 w 1949297"/>
                <a:gd name="connsiteY22" fmla="*/ 601579 h 1760621"/>
                <a:gd name="connsiteX23" fmla="*/ 417095 w 1949297"/>
                <a:gd name="connsiteY23" fmla="*/ 597568 h 1760621"/>
                <a:gd name="connsiteX24" fmla="*/ 389021 w 1949297"/>
                <a:gd name="connsiteY24" fmla="*/ 593558 h 1760621"/>
                <a:gd name="connsiteX25" fmla="*/ 332874 w 1949297"/>
                <a:gd name="connsiteY25" fmla="*/ 589547 h 1760621"/>
                <a:gd name="connsiteX26" fmla="*/ 276726 w 1949297"/>
                <a:gd name="connsiteY26" fmla="*/ 561473 h 1760621"/>
                <a:gd name="connsiteX27" fmla="*/ 256674 w 1949297"/>
                <a:gd name="connsiteY27" fmla="*/ 521368 h 1760621"/>
                <a:gd name="connsiteX28" fmla="*/ 292768 w 1949297"/>
                <a:gd name="connsiteY28" fmla="*/ 553452 h 1760621"/>
                <a:gd name="connsiteX29" fmla="*/ 328863 w 1949297"/>
                <a:gd name="connsiteY29" fmla="*/ 541421 h 1760621"/>
                <a:gd name="connsiteX30" fmla="*/ 356937 w 1949297"/>
                <a:gd name="connsiteY30" fmla="*/ 569494 h 1760621"/>
                <a:gd name="connsiteX31" fmla="*/ 397042 w 1949297"/>
                <a:gd name="connsiteY31" fmla="*/ 569494 h 1760621"/>
                <a:gd name="connsiteX32" fmla="*/ 449179 w 1949297"/>
                <a:gd name="connsiteY32" fmla="*/ 549442 h 1760621"/>
                <a:gd name="connsiteX33" fmla="*/ 453189 w 1949297"/>
                <a:gd name="connsiteY33" fmla="*/ 597568 h 1760621"/>
                <a:gd name="connsiteX34" fmla="*/ 469232 w 1949297"/>
                <a:gd name="connsiteY34" fmla="*/ 613610 h 1760621"/>
                <a:gd name="connsiteX35" fmla="*/ 521368 w 1949297"/>
                <a:gd name="connsiteY35" fmla="*/ 617621 h 1760621"/>
                <a:gd name="connsiteX36" fmla="*/ 513347 w 1949297"/>
                <a:gd name="connsiteY36" fmla="*/ 637673 h 1760621"/>
                <a:gd name="connsiteX37" fmla="*/ 453189 w 1949297"/>
                <a:gd name="connsiteY37" fmla="*/ 637673 h 1760621"/>
                <a:gd name="connsiteX38" fmla="*/ 409074 w 1949297"/>
                <a:gd name="connsiteY38" fmla="*/ 629652 h 1760621"/>
                <a:gd name="connsiteX39" fmla="*/ 324853 w 1949297"/>
                <a:gd name="connsiteY39" fmla="*/ 725905 h 1760621"/>
                <a:gd name="connsiteX40" fmla="*/ 56147 w 1949297"/>
                <a:gd name="connsiteY40" fmla="*/ 1291389 h 1760621"/>
                <a:gd name="connsiteX41" fmla="*/ 108284 w 1949297"/>
                <a:gd name="connsiteY41" fmla="*/ 1471863 h 1760621"/>
                <a:gd name="connsiteX42" fmla="*/ 184484 w 1949297"/>
                <a:gd name="connsiteY42" fmla="*/ 1640305 h 1760621"/>
                <a:gd name="connsiteX43" fmla="*/ 284747 w 1949297"/>
                <a:gd name="connsiteY43" fmla="*/ 1740568 h 1760621"/>
                <a:gd name="connsiteX44" fmla="*/ 360947 w 1949297"/>
                <a:gd name="connsiteY44" fmla="*/ 1752600 h 1760621"/>
                <a:gd name="connsiteX45" fmla="*/ 1303421 w 1949297"/>
                <a:gd name="connsiteY45" fmla="*/ 1760621 h 1760621"/>
                <a:gd name="connsiteX46" fmla="*/ 1427747 w 1949297"/>
                <a:gd name="connsiteY46" fmla="*/ 1556084 h 1760621"/>
                <a:gd name="connsiteX47" fmla="*/ 1407695 w 1949297"/>
                <a:gd name="connsiteY47" fmla="*/ 1499936 h 1760621"/>
                <a:gd name="connsiteX48" fmla="*/ 1431758 w 1949297"/>
                <a:gd name="connsiteY48" fmla="*/ 1403684 h 1760621"/>
                <a:gd name="connsiteX49" fmla="*/ 1407695 w 1949297"/>
                <a:gd name="connsiteY49" fmla="*/ 1359568 h 1760621"/>
                <a:gd name="connsiteX50" fmla="*/ 1511968 w 1949297"/>
                <a:gd name="connsiteY50" fmla="*/ 1323473 h 1760621"/>
                <a:gd name="connsiteX51" fmla="*/ 1544053 w 1949297"/>
                <a:gd name="connsiteY51" fmla="*/ 1187115 h 1760621"/>
                <a:gd name="connsiteX52" fmla="*/ 1487905 w 1949297"/>
                <a:gd name="connsiteY52" fmla="*/ 1143000 h 1760621"/>
                <a:gd name="connsiteX53" fmla="*/ 1495926 w 1949297"/>
                <a:gd name="connsiteY53" fmla="*/ 1082842 h 1760621"/>
                <a:gd name="connsiteX54" fmla="*/ 1592179 w 1949297"/>
                <a:gd name="connsiteY54" fmla="*/ 1050758 h 1760621"/>
                <a:gd name="connsiteX55" fmla="*/ 1716505 w 1949297"/>
                <a:gd name="connsiteY55" fmla="*/ 894347 h 1760621"/>
                <a:gd name="connsiteX56" fmla="*/ 1700463 w 1949297"/>
                <a:gd name="connsiteY56" fmla="*/ 798094 h 1760621"/>
                <a:gd name="connsiteX57" fmla="*/ 1816768 w 1949297"/>
                <a:gd name="connsiteY57" fmla="*/ 677779 h 1760621"/>
                <a:gd name="connsiteX58" fmla="*/ 1868906 w 1949297"/>
                <a:gd name="connsiteY58" fmla="*/ 521368 h 1760621"/>
                <a:gd name="connsiteX59" fmla="*/ 1937236 w 1949297"/>
                <a:gd name="connsiteY59" fmla="*/ 469359 h 1760621"/>
                <a:gd name="connsiteX60" fmla="*/ 1886081 w 1949297"/>
                <a:gd name="connsiteY60" fmla="*/ 430658 h 1760621"/>
                <a:gd name="connsiteX61" fmla="*/ 1817271 w 1949297"/>
                <a:gd name="connsiteY61" fmla="*/ 450698 h 1760621"/>
                <a:gd name="connsiteX62" fmla="*/ 1752600 w 1949297"/>
                <a:gd name="connsiteY62" fmla="*/ 449179 h 1760621"/>
                <a:gd name="connsiteX63" fmla="*/ 1656347 w 1949297"/>
                <a:gd name="connsiteY63" fmla="*/ 417094 h 1760621"/>
                <a:gd name="connsiteX64" fmla="*/ 1580147 w 1949297"/>
                <a:gd name="connsiteY64" fmla="*/ 429126 h 1760621"/>
                <a:gd name="connsiteX65" fmla="*/ 1524000 w 1949297"/>
                <a:gd name="connsiteY65" fmla="*/ 489284 h 1760621"/>
                <a:gd name="connsiteX66" fmla="*/ 1524000 w 1949297"/>
                <a:gd name="connsiteY66" fmla="*/ 537410 h 1760621"/>
                <a:gd name="connsiteX67" fmla="*/ 1536032 w 1949297"/>
                <a:gd name="connsiteY67" fmla="*/ 549442 h 1760621"/>
                <a:gd name="connsiteX68" fmla="*/ 1503947 w 1949297"/>
                <a:gd name="connsiteY68" fmla="*/ 557463 h 1760621"/>
                <a:gd name="connsiteX69" fmla="*/ 1483895 w 1949297"/>
                <a:gd name="connsiteY69" fmla="*/ 545431 h 1760621"/>
                <a:gd name="connsiteX70" fmla="*/ 1371600 w 1949297"/>
                <a:gd name="connsiteY70" fmla="*/ 697831 h 1760621"/>
                <a:gd name="connsiteX71" fmla="*/ 1395663 w 1949297"/>
                <a:gd name="connsiteY71" fmla="*/ 593558 h 1760621"/>
                <a:gd name="connsiteX72" fmla="*/ 1155032 w 1949297"/>
                <a:gd name="connsiteY72" fmla="*/ 605589 h 1760621"/>
                <a:gd name="connsiteX73" fmla="*/ 1471863 w 1949297"/>
                <a:gd name="connsiteY73" fmla="*/ 533400 h 1760621"/>
                <a:gd name="connsiteX74" fmla="*/ 1524000 w 1949297"/>
                <a:gd name="connsiteY74" fmla="*/ 376989 h 1760621"/>
                <a:gd name="connsiteX75" fmla="*/ 1447800 w 1949297"/>
                <a:gd name="connsiteY75" fmla="*/ 352926 h 1760621"/>
                <a:gd name="connsiteX76" fmla="*/ 1251284 w 1949297"/>
                <a:gd name="connsiteY76" fmla="*/ 372979 h 1760621"/>
                <a:gd name="connsiteX77" fmla="*/ 1207168 w 1949297"/>
                <a:gd name="connsiteY77" fmla="*/ 501315 h 1760621"/>
                <a:gd name="connsiteX78" fmla="*/ 1167063 w 1949297"/>
                <a:gd name="connsiteY78" fmla="*/ 485273 h 1760621"/>
                <a:gd name="connsiteX79" fmla="*/ 986589 w 1949297"/>
                <a:gd name="connsiteY79" fmla="*/ 577515 h 1760621"/>
                <a:gd name="connsiteX80" fmla="*/ 966537 w 1949297"/>
                <a:gd name="connsiteY80" fmla="*/ 697831 h 1760621"/>
                <a:gd name="connsiteX81" fmla="*/ 946484 w 1949297"/>
                <a:gd name="connsiteY81" fmla="*/ 625642 h 1760621"/>
                <a:gd name="connsiteX82" fmla="*/ 970547 w 1949297"/>
                <a:gd name="connsiteY82" fmla="*/ 561473 h 1760621"/>
                <a:gd name="connsiteX83" fmla="*/ 830179 w 1949297"/>
                <a:gd name="connsiteY83" fmla="*/ 601579 h 1760621"/>
                <a:gd name="connsiteX84" fmla="*/ 962526 w 1949297"/>
                <a:gd name="connsiteY84" fmla="*/ 537410 h 1760621"/>
                <a:gd name="connsiteX85" fmla="*/ 946484 w 1949297"/>
                <a:gd name="connsiteY85" fmla="*/ 469231 h 1760621"/>
                <a:gd name="connsiteX86" fmla="*/ 922421 w 1949297"/>
                <a:gd name="connsiteY86" fmla="*/ 449179 h 1760621"/>
                <a:gd name="connsiteX87" fmla="*/ 918410 w 1949297"/>
                <a:gd name="connsiteY87" fmla="*/ 397042 h 1760621"/>
                <a:gd name="connsiteX88" fmla="*/ 830179 w 1949297"/>
                <a:gd name="connsiteY88" fmla="*/ 356936 h 1760621"/>
                <a:gd name="connsiteX89" fmla="*/ 818147 w 1949297"/>
                <a:gd name="connsiteY89" fmla="*/ 252663 h 1760621"/>
                <a:gd name="connsiteX90" fmla="*/ 774032 w 1949297"/>
                <a:gd name="connsiteY90" fmla="*/ 224589 h 1760621"/>
                <a:gd name="connsiteX91" fmla="*/ 737937 w 1949297"/>
                <a:gd name="connsiteY91" fmla="*/ 164431 h 1760621"/>
                <a:gd name="connsiteX92" fmla="*/ 605589 w 1949297"/>
                <a:gd name="connsiteY92" fmla="*/ 116305 h 1760621"/>
                <a:gd name="connsiteX93" fmla="*/ 589547 w 1949297"/>
                <a:gd name="connsiteY93" fmla="*/ 12031 h 1760621"/>
                <a:gd name="connsiteX0" fmla="*/ 589547 w 1949297"/>
                <a:gd name="connsiteY0" fmla="*/ 12031 h 1760621"/>
                <a:gd name="connsiteX1" fmla="*/ 537410 w 1949297"/>
                <a:gd name="connsiteY1" fmla="*/ 0 h 1760621"/>
                <a:gd name="connsiteX2" fmla="*/ 477253 w 1949297"/>
                <a:gd name="connsiteY2" fmla="*/ 16042 h 1760621"/>
                <a:gd name="connsiteX3" fmla="*/ 437147 w 1949297"/>
                <a:gd name="connsiteY3" fmla="*/ 4010 h 1760621"/>
                <a:gd name="connsiteX4" fmla="*/ 449179 w 1949297"/>
                <a:gd name="connsiteY4" fmla="*/ 52136 h 1760621"/>
                <a:gd name="connsiteX5" fmla="*/ 429126 w 1949297"/>
                <a:gd name="connsiteY5" fmla="*/ 84221 h 1760621"/>
                <a:gd name="connsiteX6" fmla="*/ 344905 w 1949297"/>
                <a:gd name="connsiteY6" fmla="*/ 80210 h 1760621"/>
                <a:gd name="connsiteX7" fmla="*/ 316832 w 1949297"/>
                <a:gd name="connsiteY7" fmla="*/ 100263 h 1760621"/>
                <a:gd name="connsiteX8" fmla="*/ 268705 w 1949297"/>
                <a:gd name="connsiteY8" fmla="*/ 104273 h 1760621"/>
                <a:gd name="connsiteX9" fmla="*/ 216568 w 1949297"/>
                <a:gd name="connsiteY9" fmla="*/ 68179 h 1760621"/>
                <a:gd name="connsiteX10" fmla="*/ 204537 w 1949297"/>
                <a:gd name="connsiteY10" fmla="*/ 100263 h 1760621"/>
                <a:gd name="connsiteX11" fmla="*/ 128337 w 1949297"/>
                <a:gd name="connsiteY11" fmla="*/ 128336 h 1760621"/>
                <a:gd name="connsiteX12" fmla="*/ 100263 w 1949297"/>
                <a:gd name="connsiteY12" fmla="*/ 124326 h 1760621"/>
                <a:gd name="connsiteX13" fmla="*/ 60158 w 1949297"/>
                <a:gd name="connsiteY13" fmla="*/ 140368 h 1760621"/>
                <a:gd name="connsiteX14" fmla="*/ 68179 w 1949297"/>
                <a:gd name="connsiteY14" fmla="*/ 168442 h 1760621"/>
                <a:gd name="connsiteX15" fmla="*/ 44116 w 1949297"/>
                <a:gd name="connsiteY15" fmla="*/ 184484 h 1760621"/>
                <a:gd name="connsiteX16" fmla="*/ 0 w 1949297"/>
                <a:gd name="connsiteY16" fmla="*/ 176463 h 1760621"/>
                <a:gd name="connsiteX17" fmla="*/ 36095 w 1949297"/>
                <a:gd name="connsiteY17" fmla="*/ 429126 h 1760621"/>
                <a:gd name="connsiteX18" fmla="*/ 100263 w 1949297"/>
                <a:gd name="connsiteY18" fmla="*/ 485273 h 1760621"/>
                <a:gd name="connsiteX19" fmla="*/ 132347 w 1949297"/>
                <a:gd name="connsiteY19" fmla="*/ 573505 h 1760621"/>
                <a:gd name="connsiteX20" fmla="*/ 268705 w 1949297"/>
                <a:gd name="connsiteY20" fmla="*/ 589547 h 1760621"/>
                <a:gd name="connsiteX21" fmla="*/ 308810 w 1949297"/>
                <a:gd name="connsiteY21" fmla="*/ 633663 h 1760621"/>
                <a:gd name="connsiteX22" fmla="*/ 372979 w 1949297"/>
                <a:gd name="connsiteY22" fmla="*/ 601579 h 1760621"/>
                <a:gd name="connsiteX23" fmla="*/ 417095 w 1949297"/>
                <a:gd name="connsiteY23" fmla="*/ 597568 h 1760621"/>
                <a:gd name="connsiteX24" fmla="*/ 389021 w 1949297"/>
                <a:gd name="connsiteY24" fmla="*/ 593558 h 1760621"/>
                <a:gd name="connsiteX25" fmla="*/ 332874 w 1949297"/>
                <a:gd name="connsiteY25" fmla="*/ 589547 h 1760621"/>
                <a:gd name="connsiteX26" fmla="*/ 276726 w 1949297"/>
                <a:gd name="connsiteY26" fmla="*/ 561473 h 1760621"/>
                <a:gd name="connsiteX27" fmla="*/ 256674 w 1949297"/>
                <a:gd name="connsiteY27" fmla="*/ 521368 h 1760621"/>
                <a:gd name="connsiteX28" fmla="*/ 292768 w 1949297"/>
                <a:gd name="connsiteY28" fmla="*/ 553452 h 1760621"/>
                <a:gd name="connsiteX29" fmla="*/ 328863 w 1949297"/>
                <a:gd name="connsiteY29" fmla="*/ 541421 h 1760621"/>
                <a:gd name="connsiteX30" fmla="*/ 356937 w 1949297"/>
                <a:gd name="connsiteY30" fmla="*/ 569494 h 1760621"/>
                <a:gd name="connsiteX31" fmla="*/ 397042 w 1949297"/>
                <a:gd name="connsiteY31" fmla="*/ 569494 h 1760621"/>
                <a:gd name="connsiteX32" fmla="*/ 449179 w 1949297"/>
                <a:gd name="connsiteY32" fmla="*/ 549442 h 1760621"/>
                <a:gd name="connsiteX33" fmla="*/ 453189 w 1949297"/>
                <a:gd name="connsiteY33" fmla="*/ 597568 h 1760621"/>
                <a:gd name="connsiteX34" fmla="*/ 469232 w 1949297"/>
                <a:gd name="connsiteY34" fmla="*/ 613610 h 1760621"/>
                <a:gd name="connsiteX35" fmla="*/ 521368 w 1949297"/>
                <a:gd name="connsiteY35" fmla="*/ 617621 h 1760621"/>
                <a:gd name="connsiteX36" fmla="*/ 513347 w 1949297"/>
                <a:gd name="connsiteY36" fmla="*/ 637673 h 1760621"/>
                <a:gd name="connsiteX37" fmla="*/ 453189 w 1949297"/>
                <a:gd name="connsiteY37" fmla="*/ 637673 h 1760621"/>
                <a:gd name="connsiteX38" fmla="*/ 409074 w 1949297"/>
                <a:gd name="connsiteY38" fmla="*/ 629652 h 1760621"/>
                <a:gd name="connsiteX39" fmla="*/ 324853 w 1949297"/>
                <a:gd name="connsiteY39" fmla="*/ 725905 h 1760621"/>
                <a:gd name="connsiteX40" fmla="*/ 56147 w 1949297"/>
                <a:gd name="connsiteY40" fmla="*/ 1291389 h 1760621"/>
                <a:gd name="connsiteX41" fmla="*/ 108284 w 1949297"/>
                <a:gd name="connsiteY41" fmla="*/ 1471863 h 1760621"/>
                <a:gd name="connsiteX42" fmla="*/ 184484 w 1949297"/>
                <a:gd name="connsiteY42" fmla="*/ 1640305 h 1760621"/>
                <a:gd name="connsiteX43" fmla="*/ 284747 w 1949297"/>
                <a:gd name="connsiteY43" fmla="*/ 1740568 h 1760621"/>
                <a:gd name="connsiteX44" fmla="*/ 360947 w 1949297"/>
                <a:gd name="connsiteY44" fmla="*/ 1752600 h 1760621"/>
                <a:gd name="connsiteX45" fmla="*/ 1303421 w 1949297"/>
                <a:gd name="connsiteY45" fmla="*/ 1760621 h 1760621"/>
                <a:gd name="connsiteX46" fmla="*/ 1427747 w 1949297"/>
                <a:gd name="connsiteY46" fmla="*/ 1556084 h 1760621"/>
                <a:gd name="connsiteX47" fmla="*/ 1407695 w 1949297"/>
                <a:gd name="connsiteY47" fmla="*/ 1499936 h 1760621"/>
                <a:gd name="connsiteX48" fmla="*/ 1431758 w 1949297"/>
                <a:gd name="connsiteY48" fmla="*/ 1403684 h 1760621"/>
                <a:gd name="connsiteX49" fmla="*/ 1407695 w 1949297"/>
                <a:gd name="connsiteY49" fmla="*/ 1359568 h 1760621"/>
                <a:gd name="connsiteX50" fmla="*/ 1511968 w 1949297"/>
                <a:gd name="connsiteY50" fmla="*/ 1323473 h 1760621"/>
                <a:gd name="connsiteX51" fmla="*/ 1544053 w 1949297"/>
                <a:gd name="connsiteY51" fmla="*/ 1187115 h 1760621"/>
                <a:gd name="connsiteX52" fmla="*/ 1487905 w 1949297"/>
                <a:gd name="connsiteY52" fmla="*/ 1143000 h 1760621"/>
                <a:gd name="connsiteX53" fmla="*/ 1495926 w 1949297"/>
                <a:gd name="connsiteY53" fmla="*/ 1082842 h 1760621"/>
                <a:gd name="connsiteX54" fmla="*/ 1592179 w 1949297"/>
                <a:gd name="connsiteY54" fmla="*/ 1050758 h 1760621"/>
                <a:gd name="connsiteX55" fmla="*/ 1716505 w 1949297"/>
                <a:gd name="connsiteY55" fmla="*/ 894347 h 1760621"/>
                <a:gd name="connsiteX56" fmla="*/ 1700463 w 1949297"/>
                <a:gd name="connsiteY56" fmla="*/ 798094 h 1760621"/>
                <a:gd name="connsiteX57" fmla="*/ 1816768 w 1949297"/>
                <a:gd name="connsiteY57" fmla="*/ 677779 h 1760621"/>
                <a:gd name="connsiteX58" fmla="*/ 1868906 w 1949297"/>
                <a:gd name="connsiteY58" fmla="*/ 521368 h 1760621"/>
                <a:gd name="connsiteX59" fmla="*/ 1937236 w 1949297"/>
                <a:gd name="connsiteY59" fmla="*/ 469359 h 1760621"/>
                <a:gd name="connsiteX60" fmla="*/ 1886081 w 1949297"/>
                <a:gd name="connsiteY60" fmla="*/ 430658 h 1760621"/>
                <a:gd name="connsiteX61" fmla="*/ 1801276 w 1949297"/>
                <a:gd name="connsiteY61" fmla="*/ 474691 h 1760621"/>
                <a:gd name="connsiteX62" fmla="*/ 1752600 w 1949297"/>
                <a:gd name="connsiteY62" fmla="*/ 449179 h 1760621"/>
                <a:gd name="connsiteX63" fmla="*/ 1656347 w 1949297"/>
                <a:gd name="connsiteY63" fmla="*/ 417094 h 1760621"/>
                <a:gd name="connsiteX64" fmla="*/ 1580147 w 1949297"/>
                <a:gd name="connsiteY64" fmla="*/ 429126 h 1760621"/>
                <a:gd name="connsiteX65" fmla="*/ 1524000 w 1949297"/>
                <a:gd name="connsiteY65" fmla="*/ 489284 h 1760621"/>
                <a:gd name="connsiteX66" fmla="*/ 1524000 w 1949297"/>
                <a:gd name="connsiteY66" fmla="*/ 537410 h 1760621"/>
                <a:gd name="connsiteX67" fmla="*/ 1536032 w 1949297"/>
                <a:gd name="connsiteY67" fmla="*/ 549442 h 1760621"/>
                <a:gd name="connsiteX68" fmla="*/ 1503947 w 1949297"/>
                <a:gd name="connsiteY68" fmla="*/ 557463 h 1760621"/>
                <a:gd name="connsiteX69" fmla="*/ 1483895 w 1949297"/>
                <a:gd name="connsiteY69" fmla="*/ 545431 h 1760621"/>
                <a:gd name="connsiteX70" fmla="*/ 1371600 w 1949297"/>
                <a:gd name="connsiteY70" fmla="*/ 697831 h 1760621"/>
                <a:gd name="connsiteX71" fmla="*/ 1395663 w 1949297"/>
                <a:gd name="connsiteY71" fmla="*/ 593558 h 1760621"/>
                <a:gd name="connsiteX72" fmla="*/ 1155032 w 1949297"/>
                <a:gd name="connsiteY72" fmla="*/ 605589 h 1760621"/>
                <a:gd name="connsiteX73" fmla="*/ 1471863 w 1949297"/>
                <a:gd name="connsiteY73" fmla="*/ 533400 h 1760621"/>
                <a:gd name="connsiteX74" fmla="*/ 1524000 w 1949297"/>
                <a:gd name="connsiteY74" fmla="*/ 376989 h 1760621"/>
                <a:gd name="connsiteX75" fmla="*/ 1447800 w 1949297"/>
                <a:gd name="connsiteY75" fmla="*/ 352926 h 1760621"/>
                <a:gd name="connsiteX76" fmla="*/ 1251284 w 1949297"/>
                <a:gd name="connsiteY76" fmla="*/ 372979 h 1760621"/>
                <a:gd name="connsiteX77" fmla="*/ 1207168 w 1949297"/>
                <a:gd name="connsiteY77" fmla="*/ 501315 h 1760621"/>
                <a:gd name="connsiteX78" fmla="*/ 1167063 w 1949297"/>
                <a:gd name="connsiteY78" fmla="*/ 485273 h 1760621"/>
                <a:gd name="connsiteX79" fmla="*/ 986589 w 1949297"/>
                <a:gd name="connsiteY79" fmla="*/ 577515 h 1760621"/>
                <a:gd name="connsiteX80" fmla="*/ 966537 w 1949297"/>
                <a:gd name="connsiteY80" fmla="*/ 697831 h 1760621"/>
                <a:gd name="connsiteX81" fmla="*/ 946484 w 1949297"/>
                <a:gd name="connsiteY81" fmla="*/ 625642 h 1760621"/>
                <a:gd name="connsiteX82" fmla="*/ 970547 w 1949297"/>
                <a:gd name="connsiteY82" fmla="*/ 561473 h 1760621"/>
                <a:gd name="connsiteX83" fmla="*/ 830179 w 1949297"/>
                <a:gd name="connsiteY83" fmla="*/ 601579 h 1760621"/>
                <a:gd name="connsiteX84" fmla="*/ 962526 w 1949297"/>
                <a:gd name="connsiteY84" fmla="*/ 537410 h 1760621"/>
                <a:gd name="connsiteX85" fmla="*/ 946484 w 1949297"/>
                <a:gd name="connsiteY85" fmla="*/ 469231 h 1760621"/>
                <a:gd name="connsiteX86" fmla="*/ 922421 w 1949297"/>
                <a:gd name="connsiteY86" fmla="*/ 449179 h 1760621"/>
                <a:gd name="connsiteX87" fmla="*/ 918410 w 1949297"/>
                <a:gd name="connsiteY87" fmla="*/ 397042 h 1760621"/>
                <a:gd name="connsiteX88" fmla="*/ 830179 w 1949297"/>
                <a:gd name="connsiteY88" fmla="*/ 356936 h 1760621"/>
                <a:gd name="connsiteX89" fmla="*/ 818147 w 1949297"/>
                <a:gd name="connsiteY89" fmla="*/ 252663 h 1760621"/>
                <a:gd name="connsiteX90" fmla="*/ 774032 w 1949297"/>
                <a:gd name="connsiteY90" fmla="*/ 224589 h 1760621"/>
                <a:gd name="connsiteX91" fmla="*/ 737937 w 1949297"/>
                <a:gd name="connsiteY91" fmla="*/ 164431 h 1760621"/>
                <a:gd name="connsiteX92" fmla="*/ 605589 w 1949297"/>
                <a:gd name="connsiteY92" fmla="*/ 116305 h 1760621"/>
                <a:gd name="connsiteX93" fmla="*/ 589547 w 1949297"/>
                <a:gd name="connsiteY93" fmla="*/ 12031 h 1760621"/>
                <a:gd name="connsiteX0" fmla="*/ 589547 w 1949297"/>
                <a:gd name="connsiteY0" fmla="*/ 12031 h 1760621"/>
                <a:gd name="connsiteX1" fmla="*/ 537410 w 1949297"/>
                <a:gd name="connsiteY1" fmla="*/ 0 h 1760621"/>
                <a:gd name="connsiteX2" fmla="*/ 477253 w 1949297"/>
                <a:gd name="connsiteY2" fmla="*/ 16042 h 1760621"/>
                <a:gd name="connsiteX3" fmla="*/ 437147 w 1949297"/>
                <a:gd name="connsiteY3" fmla="*/ 4010 h 1760621"/>
                <a:gd name="connsiteX4" fmla="*/ 449179 w 1949297"/>
                <a:gd name="connsiteY4" fmla="*/ 52136 h 1760621"/>
                <a:gd name="connsiteX5" fmla="*/ 429126 w 1949297"/>
                <a:gd name="connsiteY5" fmla="*/ 84221 h 1760621"/>
                <a:gd name="connsiteX6" fmla="*/ 344905 w 1949297"/>
                <a:gd name="connsiteY6" fmla="*/ 80210 h 1760621"/>
                <a:gd name="connsiteX7" fmla="*/ 316832 w 1949297"/>
                <a:gd name="connsiteY7" fmla="*/ 100263 h 1760621"/>
                <a:gd name="connsiteX8" fmla="*/ 268705 w 1949297"/>
                <a:gd name="connsiteY8" fmla="*/ 104273 h 1760621"/>
                <a:gd name="connsiteX9" fmla="*/ 216568 w 1949297"/>
                <a:gd name="connsiteY9" fmla="*/ 68179 h 1760621"/>
                <a:gd name="connsiteX10" fmla="*/ 204537 w 1949297"/>
                <a:gd name="connsiteY10" fmla="*/ 100263 h 1760621"/>
                <a:gd name="connsiteX11" fmla="*/ 128337 w 1949297"/>
                <a:gd name="connsiteY11" fmla="*/ 128336 h 1760621"/>
                <a:gd name="connsiteX12" fmla="*/ 100263 w 1949297"/>
                <a:gd name="connsiteY12" fmla="*/ 124326 h 1760621"/>
                <a:gd name="connsiteX13" fmla="*/ 60158 w 1949297"/>
                <a:gd name="connsiteY13" fmla="*/ 140368 h 1760621"/>
                <a:gd name="connsiteX14" fmla="*/ 68179 w 1949297"/>
                <a:gd name="connsiteY14" fmla="*/ 168442 h 1760621"/>
                <a:gd name="connsiteX15" fmla="*/ 44116 w 1949297"/>
                <a:gd name="connsiteY15" fmla="*/ 184484 h 1760621"/>
                <a:gd name="connsiteX16" fmla="*/ 0 w 1949297"/>
                <a:gd name="connsiteY16" fmla="*/ 176463 h 1760621"/>
                <a:gd name="connsiteX17" fmla="*/ 36095 w 1949297"/>
                <a:gd name="connsiteY17" fmla="*/ 429126 h 1760621"/>
                <a:gd name="connsiteX18" fmla="*/ 100263 w 1949297"/>
                <a:gd name="connsiteY18" fmla="*/ 485273 h 1760621"/>
                <a:gd name="connsiteX19" fmla="*/ 132347 w 1949297"/>
                <a:gd name="connsiteY19" fmla="*/ 573505 h 1760621"/>
                <a:gd name="connsiteX20" fmla="*/ 268705 w 1949297"/>
                <a:gd name="connsiteY20" fmla="*/ 589547 h 1760621"/>
                <a:gd name="connsiteX21" fmla="*/ 308810 w 1949297"/>
                <a:gd name="connsiteY21" fmla="*/ 633663 h 1760621"/>
                <a:gd name="connsiteX22" fmla="*/ 372979 w 1949297"/>
                <a:gd name="connsiteY22" fmla="*/ 601579 h 1760621"/>
                <a:gd name="connsiteX23" fmla="*/ 417095 w 1949297"/>
                <a:gd name="connsiteY23" fmla="*/ 597568 h 1760621"/>
                <a:gd name="connsiteX24" fmla="*/ 389021 w 1949297"/>
                <a:gd name="connsiteY24" fmla="*/ 593558 h 1760621"/>
                <a:gd name="connsiteX25" fmla="*/ 332874 w 1949297"/>
                <a:gd name="connsiteY25" fmla="*/ 589547 h 1760621"/>
                <a:gd name="connsiteX26" fmla="*/ 276726 w 1949297"/>
                <a:gd name="connsiteY26" fmla="*/ 561473 h 1760621"/>
                <a:gd name="connsiteX27" fmla="*/ 256674 w 1949297"/>
                <a:gd name="connsiteY27" fmla="*/ 521368 h 1760621"/>
                <a:gd name="connsiteX28" fmla="*/ 292768 w 1949297"/>
                <a:gd name="connsiteY28" fmla="*/ 553452 h 1760621"/>
                <a:gd name="connsiteX29" fmla="*/ 328863 w 1949297"/>
                <a:gd name="connsiteY29" fmla="*/ 541421 h 1760621"/>
                <a:gd name="connsiteX30" fmla="*/ 356937 w 1949297"/>
                <a:gd name="connsiteY30" fmla="*/ 569494 h 1760621"/>
                <a:gd name="connsiteX31" fmla="*/ 397042 w 1949297"/>
                <a:gd name="connsiteY31" fmla="*/ 569494 h 1760621"/>
                <a:gd name="connsiteX32" fmla="*/ 449179 w 1949297"/>
                <a:gd name="connsiteY32" fmla="*/ 549442 h 1760621"/>
                <a:gd name="connsiteX33" fmla="*/ 453189 w 1949297"/>
                <a:gd name="connsiteY33" fmla="*/ 597568 h 1760621"/>
                <a:gd name="connsiteX34" fmla="*/ 469232 w 1949297"/>
                <a:gd name="connsiteY34" fmla="*/ 613610 h 1760621"/>
                <a:gd name="connsiteX35" fmla="*/ 521368 w 1949297"/>
                <a:gd name="connsiteY35" fmla="*/ 617621 h 1760621"/>
                <a:gd name="connsiteX36" fmla="*/ 513347 w 1949297"/>
                <a:gd name="connsiteY36" fmla="*/ 637673 h 1760621"/>
                <a:gd name="connsiteX37" fmla="*/ 453189 w 1949297"/>
                <a:gd name="connsiteY37" fmla="*/ 637673 h 1760621"/>
                <a:gd name="connsiteX38" fmla="*/ 409074 w 1949297"/>
                <a:gd name="connsiteY38" fmla="*/ 629652 h 1760621"/>
                <a:gd name="connsiteX39" fmla="*/ 324853 w 1949297"/>
                <a:gd name="connsiteY39" fmla="*/ 725905 h 1760621"/>
                <a:gd name="connsiteX40" fmla="*/ 56147 w 1949297"/>
                <a:gd name="connsiteY40" fmla="*/ 1291389 h 1760621"/>
                <a:gd name="connsiteX41" fmla="*/ 108284 w 1949297"/>
                <a:gd name="connsiteY41" fmla="*/ 1471863 h 1760621"/>
                <a:gd name="connsiteX42" fmla="*/ 184484 w 1949297"/>
                <a:gd name="connsiteY42" fmla="*/ 1640305 h 1760621"/>
                <a:gd name="connsiteX43" fmla="*/ 284747 w 1949297"/>
                <a:gd name="connsiteY43" fmla="*/ 1740568 h 1760621"/>
                <a:gd name="connsiteX44" fmla="*/ 360947 w 1949297"/>
                <a:gd name="connsiteY44" fmla="*/ 1752600 h 1760621"/>
                <a:gd name="connsiteX45" fmla="*/ 1303421 w 1949297"/>
                <a:gd name="connsiteY45" fmla="*/ 1760621 h 1760621"/>
                <a:gd name="connsiteX46" fmla="*/ 1427747 w 1949297"/>
                <a:gd name="connsiteY46" fmla="*/ 1556084 h 1760621"/>
                <a:gd name="connsiteX47" fmla="*/ 1407695 w 1949297"/>
                <a:gd name="connsiteY47" fmla="*/ 1499936 h 1760621"/>
                <a:gd name="connsiteX48" fmla="*/ 1431758 w 1949297"/>
                <a:gd name="connsiteY48" fmla="*/ 1403684 h 1760621"/>
                <a:gd name="connsiteX49" fmla="*/ 1407695 w 1949297"/>
                <a:gd name="connsiteY49" fmla="*/ 1359568 h 1760621"/>
                <a:gd name="connsiteX50" fmla="*/ 1511968 w 1949297"/>
                <a:gd name="connsiteY50" fmla="*/ 1323473 h 1760621"/>
                <a:gd name="connsiteX51" fmla="*/ 1544053 w 1949297"/>
                <a:gd name="connsiteY51" fmla="*/ 1187115 h 1760621"/>
                <a:gd name="connsiteX52" fmla="*/ 1487905 w 1949297"/>
                <a:gd name="connsiteY52" fmla="*/ 1143000 h 1760621"/>
                <a:gd name="connsiteX53" fmla="*/ 1495926 w 1949297"/>
                <a:gd name="connsiteY53" fmla="*/ 1082842 h 1760621"/>
                <a:gd name="connsiteX54" fmla="*/ 1592179 w 1949297"/>
                <a:gd name="connsiteY54" fmla="*/ 1050758 h 1760621"/>
                <a:gd name="connsiteX55" fmla="*/ 1716505 w 1949297"/>
                <a:gd name="connsiteY55" fmla="*/ 894347 h 1760621"/>
                <a:gd name="connsiteX56" fmla="*/ 1700463 w 1949297"/>
                <a:gd name="connsiteY56" fmla="*/ 798094 h 1760621"/>
                <a:gd name="connsiteX57" fmla="*/ 1816768 w 1949297"/>
                <a:gd name="connsiteY57" fmla="*/ 677779 h 1760621"/>
                <a:gd name="connsiteX58" fmla="*/ 1868906 w 1949297"/>
                <a:gd name="connsiteY58" fmla="*/ 521368 h 1760621"/>
                <a:gd name="connsiteX59" fmla="*/ 1937236 w 1949297"/>
                <a:gd name="connsiteY59" fmla="*/ 469359 h 1760621"/>
                <a:gd name="connsiteX60" fmla="*/ 1830098 w 1949297"/>
                <a:gd name="connsiteY60" fmla="*/ 467981 h 1760621"/>
                <a:gd name="connsiteX61" fmla="*/ 1801276 w 1949297"/>
                <a:gd name="connsiteY61" fmla="*/ 474691 h 1760621"/>
                <a:gd name="connsiteX62" fmla="*/ 1752600 w 1949297"/>
                <a:gd name="connsiteY62" fmla="*/ 449179 h 1760621"/>
                <a:gd name="connsiteX63" fmla="*/ 1656347 w 1949297"/>
                <a:gd name="connsiteY63" fmla="*/ 417094 h 1760621"/>
                <a:gd name="connsiteX64" fmla="*/ 1580147 w 1949297"/>
                <a:gd name="connsiteY64" fmla="*/ 429126 h 1760621"/>
                <a:gd name="connsiteX65" fmla="*/ 1524000 w 1949297"/>
                <a:gd name="connsiteY65" fmla="*/ 489284 h 1760621"/>
                <a:gd name="connsiteX66" fmla="*/ 1524000 w 1949297"/>
                <a:gd name="connsiteY66" fmla="*/ 537410 h 1760621"/>
                <a:gd name="connsiteX67" fmla="*/ 1536032 w 1949297"/>
                <a:gd name="connsiteY67" fmla="*/ 549442 h 1760621"/>
                <a:gd name="connsiteX68" fmla="*/ 1503947 w 1949297"/>
                <a:gd name="connsiteY68" fmla="*/ 557463 h 1760621"/>
                <a:gd name="connsiteX69" fmla="*/ 1483895 w 1949297"/>
                <a:gd name="connsiteY69" fmla="*/ 545431 h 1760621"/>
                <a:gd name="connsiteX70" fmla="*/ 1371600 w 1949297"/>
                <a:gd name="connsiteY70" fmla="*/ 697831 h 1760621"/>
                <a:gd name="connsiteX71" fmla="*/ 1395663 w 1949297"/>
                <a:gd name="connsiteY71" fmla="*/ 593558 h 1760621"/>
                <a:gd name="connsiteX72" fmla="*/ 1155032 w 1949297"/>
                <a:gd name="connsiteY72" fmla="*/ 605589 h 1760621"/>
                <a:gd name="connsiteX73" fmla="*/ 1471863 w 1949297"/>
                <a:gd name="connsiteY73" fmla="*/ 533400 h 1760621"/>
                <a:gd name="connsiteX74" fmla="*/ 1524000 w 1949297"/>
                <a:gd name="connsiteY74" fmla="*/ 376989 h 1760621"/>
                <a:gd name="connsiteX75" fmla="*/ 1447800 w 1949297"/>
                <a:gd name="connsiteY75" fmla="*/ 352926 h 1760621"/>
                <a:gd name="connsiteX76" fmla="*/ 1251284 w 1949297"/>
                <a:gd name="connsiteY76" fmla="*/ 372979 h 1760621"/>
                <a:gd name="connsiteX77" fmla="*/ 1207168 w 1949297"/>
                <a:gd name="connsiteY77" fmla="*/ 501315 h 1760621"/>
                <a:gd name="connsiteX78" fmla="*/ 1167063 w 1949297"/>
                <a:gd name="connsiteY78" fmla="*/ 485273 h 1760621"/>
                <a:gd name="connsiteX79" fmla="*/ 986589 w 1949297"/>
                <a:gd name="connsiteY79" fmla="*/ 577515 h 1760621"/>
                <a:gd name="connsiteX80" fmla="*/ 966537 w 1949297"/>
                <a:gd name="connsiteY80" fmla="*/ 697831 h 1760621"/>
                <a:gd name="connsiteX81" fmla="*/ 946484 w 1949297"/>
                <a:gd name="connsiteY81" fmla="*/ 625642 h 1760621"/>
                <a:gd name="connsiteX82" fmla="*/ 970547 w 1949297"/>
                <a:gd name="connsiteY82" fmla="*/ 561473 h 1760621"/>
                <a:gd name="connsiteX83" fmla="*/ 830179 w 1949297"/>
                <a:gd name="connsiteY83" fmla="*/ 601579 h 1760621"/>
                <a:gd name="connsiteX84" fmla="*/ 962526 w 1949297"/>
                <a:gd name="connsiteY84" fmla="*/ 537410 h 1760621"/>
                <a:gd name="connsiteX85" fmla="*/ 946484 w 1949297"/>
                <a:gd name="connsiteY85" fmla="*/ 469231 h 1760621"/>
                <a:gd name="connsiteX86" fmla="*/ 922421 w 1949297"/>
                <a:gd name="connsiteY86" fmla="*/ 449179 h 1760621"/>
                <a:gd name="connsiteX87" fmla="*/ 918410 w 1949297"/>
                <a:gd name="connsiteY87" fmla="*/ 397042 h 1760621"/>
                <a:gd name="connsiteX88" fmla="*/ 830179 w 1949297"/>
                <a:gd name="connsiteY88" fmla="*/ 356936 h 1760621"/>
                <a:gd name="connsiteX89" fmla="*/ 818147 w 1949297"/>
                <a:gd name="connsiteY89" fmla="*/ 252663 h 1760621"/>
                <a:gd name="connsiteX90" fmla="*/ 774032 w 1949297"/>
                <a:gd name="connsiteY90" fmla="*/ 224589 h 1760621"/>
                <a:gd name="connsiteX91" fmla="*/ 737937 w 1949297"/>
                <a:gd name="connsiteY91" fmla="*/ 164431 h 1760621"/>
                <a:gd name="connsiteX92" fmla="*/ 605589 w 1949297"/>
                <a:gd name="connsiteY92" fmla="*/ 116305 h 1760621"/>
                <a:gd name="connsiteX93" fmla="*/ 589547 w 1949297"/>
                <a:gd name="connsiteY93" fmla="*/ 12031 h 1760621"/>
                <a:gd name="connsiteX0" fmla="*/ 589547 w 1885035"/>
                <a:gd name="connsiteY0" fmla="*/ 12031 h 1760621"/>
                <a:gd name="connsiteX1" fmla="*/ 537410 w 1885035"/>
                <a:gd name="connsiteY1" fmla="*/ 0 h 1760621"/>
                <a:gd name="connsiteX2" fmla="*/ 477253 w 1885035"/>
                <a:gd name="connsiteY2" fmla="*/ 16042 h 1760621"/>
                <a:gd name="connsiteX3" fmla="*/ 437147 w 1885035"/>
                <a:gd name="connsiteY3" fmla="*/ 4010 h 1760621"/>
                <a:gd name="connsiteX4" fmla="*/ 449179 w 1885035"/>
                <a:gd name="connsiteY4" fmla="*/ 52136 h 1760621"/>
                <a:gd name="connsiteX5" fmla="*/ 429126 w 1885035"/>
                <a:gd name="connsiteY5" fmla="*/ 84221 h 1760621"/>
                <a:gd name="connsiteX6" fmla="*/ 344905 w 1885035"/>
                <a:gd name="connsiteY6" fmla="*/ 80210 h 1760621"/>
                <a:gd name="connsiteX7" fmla="*/ 316832 w 1885035"/>
                <a:gd name="connsiteY7" fmla="*/ 100263 h 1760621"/>
                <a:gd name="connsiteX8" fmla="*/ 268705 w 1885035"/>
                <a:gd name="connsiteY8" fmla="*/ 104273 h 1760621"/>
                <a:gd name="connsiteX9" fmla="*/ 216568 w 1885035"/>
                <a:gd name="connsiteY9" fmla="*/ 68179 h 1760621"/>
                <a:gd name="connsiteX10" fmla="*/ 204537 w 1885035"/>
                <a:gd name="connsiteY10" fmla="*/ 100263 h 1760621"/>
                <a:gd name="connsiteX11" fmla="*/ 128337 w 1885035"/>
                <a:gd name="connsiteY11" fmla="*/ 128336 h 1760621"/>
                <a:gd name="connsiteX12" fmla="*/ 100263 w 1885035"/>
                <a:gd name="connsiteY12" fmla="*/ 124326 h 1760621"/>
                <a:gd name="connsiteX13" fmla="*/ 60158 w 1885035"/>
                <a:gd name="connsiteY13" fmla="*/ 140368 h 1760621"/>
                <a:gd name="connsiteX14" fmla="*/ 68179 w 1885035"/>
                <a:gd name="connsiteY14" fmla="*/ 168442 h 1760621"/>
                <a:gd name="connsiteX15" fmla="*/ 44116 w 1885035"/>
                <a:gd name="connsiteY15" fmla="*/ 184484 h 1760621"/>
                <a:gd name="connsiteX16" fmla="*/ 0 w 1885035"/>
                <a:gd name="connsiteY16" fmla="*/ 176463 h 1760621"/>
                <a:gd name="connsiteX17" fmla="*/ 36095 w 1885035"/>
                <a:gd name="connsiteY17" fmla="*/ 429126 h 1760621"/>
                <a:gd name="connsiteX18" fmla="*/ 100263 w 1885035"/>
                <a:gd name="connsiteY18" fmla="*/ 485273 h 1760621"/>
                <a:gd name="connsiteX19" fmla="*/ 132347 w 1885035"/>
                <a:gd name="connsiteY19" fmla="*/ 573505 h 1760621"/>
                <a:gd name="connsiteX20" fmla="*/ 268705 w 1885035"/>
                <a:gd name="connsiteY20" fmla="*/ 589547 h 1760621"/>
                <a:gd name="connsiteX21" fmla="*/ 308810 w 1885035"/>
                <a:gd name="connsiteY21" fmla="*/ 633663 h 1760621"/>
                <a:gd name="connsiteX22" fmla="*/ 372979 w 1885035"/>
                <a:gd name="connsiteY22" fmla="*/ 601579 h 1760621"/>
                <a:gd name="connsiteX23" fmla="*/ 417095 w 1885035"/>
                <a:gd name="connsiteY23" fmla="*/ 597568 h 1760621"/>
                <a:gd name="connsiteX24" fmla="*/ 389021 w 1885035"/>
                <a:gd name="connsiteY24" fmla="*/ 593558 h 1760621"/>
                <a:gd name="connsiteX25" fmla="*/ 332874 w 1885035"/>
                <a:gd name="connsiteY25" fmla="*/ 589547 h 1760621"/>
                <a:gd name="connsiteX26" fmla="*/ 276726 w 1885035"/>
                <a:gd name="connsiteY26" fmla="*/ 561473 h 1760621"/>
                <a:gd name="connsiteX27" fmla="*/ 256674 w 1885035"/>
                <a:gd name="connsiteY27" fmla="*/ 521368 h 1760621"/>
                <a:gd name="connsiteX28" fmla="*/ 292768 w 1885035"/>
                <a:gd name="connsiteY28" fmla="*/ 553452 h 1760621"/>
                <a:gd name="connsiteX29" fmla="*/ 328863 w 1885035"/>
                <a:gd name="connsiteY29" fmla="*/ 541421 h 1760621"/>
                <a:gd name="connsiteX30" fmla="*/ 356937 w 1885035"/>
                <a:gd name="connsiteY30" fmla="*/ 569494 h 1760621"/>
                <a:gd name="connsiteX31" fmla="*/ 397042 w 1885035"/>
                <a:gd name="connsiteY31" fmla="*/ 569494 h 1760621"/>
                <a:gd name="connsiteX32" fmla="*/ 449179 w 1885035"/>
                <a:gd name="connsiteY32" fmla="*/ 549442 h 1760621"/>
                <a:gd name="connsiteX33" fmla="*/ 453189 w 1885035"/>
                <a:gd name="connsiteY33" fmla="*/ 597568 h 1760621"/>
                <a:gd name="connsiteX34" fmla="*/ 469232 w 1885035"/>
                <a:gd name="connsiteY34" fmla="*/ 613610 h 1760621"/>
                <a:gd name="connsiteX35" fmla="*/ 521368 w 1885035"/>
                <a:gd name="connsiteY35" fmla="*/ 617621 h 1760621"/>
                <a:gd name="connsiteX36" fmla="*/ 513347 w 1885035"/>
                <a:gd name="connsiteY36" fmla="*/ 637673 h 1760621"/>
                <a:gd name="connsiteX37" fmla="*/ 453189 w 1885035"/>
                <a:gd name="connsiteY37" fmla="*/ 637673 h 1760621"/>
                <a:gd name="connsiteX38" fmla="*/ 409074 w 1885035"/>
                <a:gd name="connsiteY38" fmla="*/ 629652 h 1760621"/>
                <a:gd name="connsiteX39" fmla="*/ 324853 w 1885035"/>
                <a:gd name="connsiteY39" fmla="*/ 725905 h 1760621"/>
                <a:gd name="connsiteX40" fmla="*/ 56147 w 1885035"/>
                <a:gd name="connsiteY40" fmla="*/ 1291389 h 1760621"/>
                <a:gd name="connsiteX41" fmla="*/ 108284 w 1885035"/>
                <a:gd name="connsiteY41" fmla="*/ 1471863 h 1760621"/>
                <a:gd name="connsiteX42" fmla="*/ 184484 w 1885035"/>
                <a:gd name="connsiteY42" fmla="*/ 1640305 h 1760621"/>
                <a:gd name="connsiteX43" fmla="*/ 284747 w 1885035"/>
                <a:gd name="connsiteY43" fmla="*/ 1740568 h 1760621"/>
                <a:gd name="connsiteX44" fmla="*/ 360947 w 1885035"/>
                <a:gd name="connsiteY44" fmla="*/ 1752600 h 1760621"/>
                <a:gd name="connsiteX45" fmla="*/ 1303421 w 1885035"/>
                <a:gd name="connsiteY45" fmla="*/ 1760621 h 1760621"/>
                <a:gd name="connsiteX46" fmla="*/ 1427747 w 1885035"/>
                <a:gd name="connsiteY46" fmla="*/ 1556084 h 1760621"/>
                <a:gd name="connsiteX47" fmla="*/ 1407695 w 1885035"/>
                <a:gd name="connsiteY47" fmla="*/ 1499936 h 1760621"/>
                <a:gd name="connsiteX48" fmla="*/ 1431758 w 1885035"/>
                <a:gd name="connsiteY48" fmla="*/ 1403684 h 1760621"/>
                <a:gd name="connsiteX49" fmla="*/ 1407695 w 1885035"/>
                <a:gd name="connsiteY49" fmla="*/ 1359568 h 1760621"/>
                <a:gd name="connsiteX50" fmla="*/ 1511968 w 1885035"/>
                <a:gd name="connsiteY50" fmla="*/ 1323473 h 1760621"/>
                <a:gd name="connsiteX51" fmla="*/ 1544053 w 1885035"/>
                <a:gd name="connsiteY51" fmla="*/ 1187115 h 1760621"/>
                <a:gd name="connsiteX52" fmla="*/ 1487905 w 1885035"/>
                <a:gd name="connsiteY52" fmla="*/ 1143000 h 1760621"/>
                <a:gd name="connsiteX53" fmla="*/ 1495926 w 1885035"/>
                <a:gd name="connsiteY53" fmla="*/ 1082842 h 1760621"/>
                <a:gd name="connsiteX54" fmla="*/ 1592179 w 1885035"/>
                <a:gd name="connsiteY54" fmla="*/ 1050758 h 1760621"/>
                <a:gd name="connsiteX55" fmla="*/ 1716505 w 1885035"/>
                <a:gd name="connsiteY55" fmla="*/ 894347 h 1760621"/>
                <a:gd name="connsiteX56" fmla="*/ 1700463 w 1885035"/>
                <a:gd name="connsiteY56" fmla="*/ 798094 h 1760621"/>
                <a:gd name="connsiteX57" fmla="*/ 1816768 w 1885035"/>
                <a:gd name="connsiteY57" fmla="*/ 677779 h 1760621"/>
                <a:gd name="connsiteX58" fmla="*/ 1868906 w 1885035"/>
                <a:gd name="connsiteY58" fmla="*/ 521368 h 1760621"/>
                <a:gd name="connsiteX59" fmla="*/ 1862591 w 1885035"/>
                <a:gd name="connsiteY59" fmla="*/ 496018 h 1760621"/>
                <a:gd name="connsiteX60" fmla="*/ 1830098 w 1885035"/>
                <a:gd name="connsiteY60" fmla="*/ 467981 h 1760621"/>
                <a:gd name="connsiteX61" fmla="*/ 1801276 w 1885035"/>
                <a:gd name="connsiteY61" fmla="*/ 474691 h 1760621"/>
                <a:gd name="connsiteX62" fmla="*/ 1752600 w 1885035"/>
                <a:gd name="connsiteY62" fmla="*/ 449179 h 1760621"/>
                <a:gd name="connsiteX63" fmla="*/ 1656347 w 1885035"/>
                <a:gd name="connsiteY63" fmla="*/ 417094 h 1760621"/>
                <a:gd name="connsiteX64" fmla="*/ 1580147 w 1885035"/>
                <a:gd name="connsiteY64" fmla="*/ 429126 h 1760621"/>
                <a:gd name="connsiteX65" fmla="*/ 1524000 w 1885035"/>
                <a:gd name="connsiteY65" fmla="*/ 489284 h 1760621"/>
                <a:gd name="connsiteX66" fmla="*/ 1524000 w 1885035"/>
                <a:gd name="connsiteY66" fmla="*/ 537410 h 1760621"/>
                <a:gd name="connsiteX67" fmla="*/ 1536032 w 1885035"/>
                <a:gd name="connsiteY67" fmla="*/ 549442 h 1760621"/>
                <a:gd name="connsiteX68" fmla="*/ 1503947 w 1885035"/>
                <a:gd name="connsiteY68" fmla="*/ 557463 h 1760621"/>
                <a:gd name="connsiteX69" fmla="*/ 1483895 w 1885035"/>
                <a:gd name="connsiteY69" fmla="*/ 545431 h 1760621"/>
                <a:gd name="connsiteX70" fmla="*/ 1371600 w 1885035"/>
                <a:gd name="connsiteY70" fmla="*/ 697831 h 1760621"/>
                <a:gd name="connsiteX71" fmla="*/ 1395663 w 1885035"/>
                <a:gd name="connsiteY71" fmla="*/ 593558 h 1760621"/>
                <a:gd name="connsiteX72" fmla="*/ 1155032 w 1885035"/>
                <a:gd name="connsiteY72" fmla="*/ 605589 h 1760621"/>
                <a:gd name="connsiteX73" fmla="*/ 1471863 w 1885035"/>
                <a:gd name="connsiteY73" fmla="*/ 533400 h 1760621"/>
                <a:gd name="connsiteX74" fmla="*/ 1524000 w 1885035"/>
                <a:gd name="connsiteY74" fmla="*/ 376989 h 1760621"/>
                <a:gd name="connsiteX75" fmla="*/ 1447800 w 1885035"/>
                <a:gd name="connsiteY75" fmla="*/ 352926 h 1760621"/>
                <a:gd name="connsiteX76" fmla="*/ 1251284 w 1885035"/>
                <a:gd name="connsiteY76" fmla="*/ 372979 h 1760621"/>
                <a:gd name="connsiteX77" fmla="*/ 1207168 w 1885035"/>
                <a:gd name="connsiteY77" fmla="*/ 501315 h 1760621"/>
                <a:gd name="connsiteX78" fmla="*/ 1167063 w 1885035"/>
                <a:gd name="connsiteY78" fmla="*/ 485273 h 1760621"/>
                <a:gd name="connsiteX79" fmla="*/ 986589 w 1885035"/>
                <a:gd name="connsiteY79" fmla="*/ 577515 h 1760621"/>
                <a:gd name="connsiteX80" fmla="*/ 966537 w 1885035"/>
                <a:gd name="connsiteY80" fmla="*/ 697831 h 1760621"/>
                <a:gd name="connsiteX81" fmla="*/ 946484 w 1885035"/>
                <a:gd name="connsiteY81" fmla="*/ 625642 h 1760621"/>
                <a:gd name="connsiteX82" fmla="*/ 970547 w 1885035"/>
                <a:gd name="connsiteY82" fmla="*/ 561473 h 1760621"/>
                <a:gd name="connsiteX83" fmla="*/ 830179 w 1885035"/>
                <a:gd name="connsiteY83" fmla="*/ 601579 h 1760621"/>
                <a:gd name="connsiteX84" fmla="*/ 962526 w 1885035"/>
                <a:gd name="connsiteY84" fmla="*/ 537410 h 1760621"/>
                <a:gd name="connsiteX85" fmla="*/ 946484 w 1885035"/>
                <a:gd name="connsiteY85" fmla="*/ 469231 h 1760621"/>
                <a:gd name="connsiteX86" fmla="*/ 922421 w 1885035"/>
                <a:gd name="connsiteY86" fmla="*/ 449179 h 1760621"/>
                <a:gd name="connsiteX87" fmla="*/ 918410 w 1885035"/>
                <a:gd name="connsiteY87" fmla="*/ 397042 h 1760621"/>
                <a:gd name="connsiteX88" fmla="*/ 830179 w 1885035"/>
                <a:gd name="connsiteY88" fmla="*/ 356936 h 1760621"/>
                <a:gd name="connsiteX89" fmla="*/ 818147 w 1885035"/>
                <a:gd name="connsiteY89" fmla="*/ 252663 h 1760621"/>
                <a:gd name="connsiteX90" fmla="*/ 774032 w 1885035"/>
                <a:gd name="connsiteY90" fmla="*/ 224589 h 1760621"/>
                <a:gd name="connsiteX91" fmla="*/ 737937 w 1885035"/>
                <a:gd name="connsiteY91" fmla="*/ 164431 h 1760621"/>
                <a:gd name="connsiteX92" fmla="*/ 605589 w 1885035"/>
                <a:gd name="connsiteY92" fmla="*/ 116305 h 1760621"/>
                <a:gd name="connsiteX93" fmla="*/ 589547 w 1885035"/>
                <a:gd name="connsiteY93" fmla="*/ 12031 h 1760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885035" h="1760621">
                  <a:moveTo>
                    <a:pt x="589547" y="12031"/>
                  </a:moveTo>
                  <a:lnTo>
                    <a:pt x="537410" y="0"/>
                  </a:lnTo>
                  <a:lnTo>
                    <a:pt x="477253" y="16042"/>
                  </a:lnTo>
                  <a:lnTo>
                    <a:pt x="437147" y="4010"/>
                  </a:lnTo>
                  <a:lnTo>
                    <a:pt x="449179" y="52136"/>
                  </a:lnTo>
                  <a:lnTo>
                    <a:pt x="429126" y="84221"/>
                  </a:lnTo>
                  <a:lnTo>
                    <a:pt x="344905" y="80210"/>
                  </a:lnTo>
                  <a:lnTo>
                    <a:pt x="316832" y="100263"/>
                  </a:lnTo>
                  <a:lnTo>
                    <a:pt x="268705" y="104273"/>
                  </a:lnTo>
                  <a:lnTo>
                    <a:pt x="216568" y="68179"/>
                  </a:lnTo>
                  <a:lnTo>
                    <a:pt x="204537" y="100263"/>
                  </a:lnTo>
                  <a:lnTo>
                    <a:pt x="128337" y="128336"/>
                  </a:lnTo>
                  <a:lnTo>
                    <a:pt x="100263" y="124326"/>
                  </a:lnTo>
                  <a:lnTo>
                    <a:pt x="60158" y="140368"/>
                  </a:lnTo>
                  <a:lnTo>
                    <a:pt x="68179" y="168442"/>
                  </a:lnTo>
                  <a:lnTo>
                    <a:pt x="44116" y="184484"/>
                  </a:lnTo>
                  <a:lnTo>
                    <a:pt x="0" y="176463"/>
                  </a:lnTo>
                  <a:lnTo>
                    <a:pt x="36095" y="429126"/>
                  </a:lnTo>
                  <a:lnTo>
                    <a:pt x="100263" y="485273"/>
                  </a:lnTo>
                  <a:lnTo>
                    <a:pt x="132347" y="573505"/>
                  </a:lnTo>
                  <a:lnTo>
                    <a:pt x="268705" y="589547"/>
                  </a:lnTo>
                  <a:lnTo>
                    <a:pt x="308810" y="633663"/>
                  </a:lnTo>
                  <a:lnTo>
                    <a:pt x="372979" y="601579"/>
                  </a:lnTo>
                  <a:lnTo>
                    <a:pt x="417095" y="597568"/>
                  </a:lnTo>
                  <a:lnTo>
                    <a:pt x="389021" y="593558"/>
                  </a:lnTo>
                  <a:lnTo>
                    <a:pt x="332874" y="589547"/>
                  </a:lnTo>
                  <a:lnTo>
                    <a:pt x="276726" y="561473"/>
                  </a:lnTo>
                  <a:lnTo>
                    <a:pt x="256674" y="521368"/>
                  </a:lnTo>
                  <a:lnTo>
                    <a:pt x="292768" y="553452"/>
                  </a:lnTo>
                  <a:lnTo>
                    <a:pt x="328863" y="541421"/>
                  </a:lnTo>
                  <a:lnTo>
                    <a:pt x="356937" y="569494"/>
                  </a:lnTo>
                  <a:lnTo>
                    <a:pt x="397042" y="569494"/>
                  </a:lnTo>
                  <a:lnTo>
                    <a:pt x="449179" y="549442"/>
                  </a:lnTo>
                  <a:lnTo>
                    <a:pt x="453189" y="597568"/>
                  </a:lnTo>
                  <a:lnTo>
                    <a:pt x="469232" y="613610"/>
                  </a:lnTo>
                  <a:lnTo>
                    <a:pt x="521368" y="617621"/>
                  </a:lnTo>
                  <a:lnTo>
                    <a:pt x="513347" y="637673"/>
                  </a:lnTo>
                  <a:lnTo>
                    <a:pt x="453189" y="637673"/>
                  </a:lnTo>
                  <a:lnTo>
                    <a:pt x="409074" y="629652"/>
                  </a:lnTo>
                  <a:lnTo>
                    <a:pt x="324853" y="725905"/>
                  </a:lnTo>
                  <a:lnTo>
                    <a:pt x="56147" y="1291389"/>
                  </a:lnTo>
                  <a:lnTo>
                    <a:pt x="108284" y="1471863"/>
                  </a:lnTo>
                  <a:lnTo>
                    <a:pt x="184484" y="1640305"/>
                  </a:lnTo>
                  <a:lnTo>
                    <a:pt x="284747" y="1740568"/>
                  </a:lnTo>
                  <a:lnTo>
                    <a:pt x="360947" y="1752600"/>
                  </a:lnTo>
                  <a:lnTo>
                    <a:pt x="1303421" y="1760621"/>
                  </a:lnTo>
                  <a:lnTo>
                    <a:pt x="1427747" y="1556084"/>
                  </a:lnTo>
                  <a:lnTo>
                    <a:pt x="1407695" y="1499936"/>
                  </a:lnTo>
                  <a:lnTo>
                    <a:pt x="1431758" y="1403684"/>
                  </a:lnTo>
                  <a:lnTo>
                    <a:pt x="1407695" y="1359568"/>
                  </a:lnTo>
                  <a:lnTo>
                    <a:pt x="1511968" y="1323473"/>
                  </a:lnTo>
                  <a:lnTo>
                    <a:pt x="1544053" y="1187115"/>
                  </a:lnTo>
                  <a:lnTo>
                    <a:pt x="1487905" y="1143000"/>
                  </a:lnTo>
                  <a:lnTo>
                    <a:pt x="1495926" y="1082842"/>
                  </a:lnTo>
                  <a:lnTo>
                    <a:pt x="1592179" y="1050758"/>
                  </a:lnTo>
                  <a:lnTo>
                    <a:pt x="1716505" y="894347"/>
                  </a:lnTo>
                  <a:lnTo>
                    <a:pt x="1700463" y="798094"/>
                  </a:lnTo>
                  <a:lnTo>
                    <a:pt x="1816768" y="677779"/>
                  </a:lnTo>
                  <a:lnTo>
                    <a:pt x="1868906" y="521368"/>
                  </a:lnTo>
                  <a:cubicBezTo>
                    <a:pt x="1860581" y="514695"/>
                    <a:pt x="1913570" y="484030"/>
                    <a:pt x="1862591" y="496018"/>
                  </a:cubicBezTo>
                  <a:lnTo>
                    <a:pt x="1830098" y="467981"/>
                  </a:lnTo>
                  <a:lnTo>
                    <a:pt x="1801276" y="474691"/>
                  </a:lnTo>
                  <a:lnTo>
                    <a:pt x="1752600" y="449179"/>
                  </a:lnTo>
                  <a:lnTo>
                    <a:pt x="1656347" y="417094"/>
                  </a:lnTo>
                  <a:lnTo>
                    <a:pt x="1580147" y="429126"/>
                  </a:lnTo>
                  <a:lnTo>
                    <a:pt x="1524000" y="489284"/>
                  </a:lnTo>
                  <a:lnTo>
                    <a:pt x="1524000" y="537410"/>
                  </a:lnTo>
                  <a:lnTo>
                    <a:pt x="1536032" y="549442"/>
                  </a:lnTo>
                  <a:lnTo>
                    <a:pt x="1503947" y="557463"/>
                  </a:lnTo>
                  <a:lnTo>
                    <a:pt x="1483895" y="545431"/>
                  </a:lnTo>
                  <a:lnTo>
                    <a:pt x="1371600" y="697831"/>
                  </a:lnTo>
                  <a:lnTo>
                    <a:pt x="1395663" y="593558"/>
                  </a:lnTo>
                  <a:lnTo>
                    <a:pt x="1155032" y="605589"/>
                  </a:lnTo>
                  <a:lnTo>
                    <a:pt x="1471863" y="533400"/>
                  </a:lnTo>
                  <a:lnTo>
                    <a:pt x="1524000" y="376989"/>
                  </a:lnTo>
                  <a:lnTo>
                    <a:pt x="1447800" y="352926"/>
                  </a:lnTo>
                  <a:lnTo>
                    <a:pt x="1251284" y="372979"/>
                  </a:lnTo>
                  <a:lnTo>
                    <a:pt x="1207168" y="501315"/>
                  </a:lnTo>
                  <a:lnTo>
                    <a:pt x="1167063" y="485273"/>
                  </a:lnTo>
                  <a:lnTo>
                    <a:pt x="986589" y="577515"/>
                  </a:lnTo>
                  <a:lnTo>
                    <a:pt x="966537" y="697831"/>
                  </a:lnTo>
                  <a:lnTo>
                    <a:pt x="946484" y="625642"/>
                  </a:lnTo>
                  <a:lnTo>
                    <a:pt x="970547" y="561473"/>
                  </a:lnTo>
                  <a:lnTo>
                    <a:pt x="830179" y="601579"/>
                  </a:lnTo>
                  <a:lnTo>
                    <a:pt x="962526" y="537410"/>
                  </a:lnTo>
                  <a:lnTo>
                    <a:pt x="946484" y="469231"/>
                  </a:lnTo>
                  <a:lnTo>
                    <a:pt x="922421" y="449179"/>
                  </a:lnTo>
                  <a:lnTo>
                    <a:pt x="918410" y="397042"/>
                  </a:lnTo>
                  <a:lnTo>
                    <a:pt x="830179" y="356936"/>
                  </a:lnTo>
                  <a:lnTo>
                    <a:pt x="818147" y="252663"/>
                  </a:lnTo>
                  <a:lnTo>
                    <a:pt x="774032" y="224589"/>
                  </a:lnTo>
                  <a:lnTo>
                    <a:pt x="737937" y="164431"/>
                  </a:lnTo>
                  <a:lnTo>
                    <a:pt x="605589" y="116305"/>
                  </a:lnTo>
                  <a:lnTo>
                    <a:pt x="589547" y="12031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2" name="Freeform 72">
              <a:extLst>
                <a:ext uri="{FF2B5EF4-FFF2-40B4-BE49-F238E27FC236}">
                  <a16:creationId xmlns:a16="http://schemas.microsoft.com/office/drawing/2014/main" id="{A664095E-E9C4-6C87-B9E8-F8B4A74DE8D2}"/>
                </a:ext>
              </a:extLst>
            </p:cNvPr>
            <p:cNvSpPr/>
            <p:nvPr/>
          </p:nvSpPr>
          <p:spPr>
            <a:xfrm>
              <a:off x="5386388" y="1252538"/>
              <a:ext cx="133350" cy="136525"/>
            </a:xfrm>
            <a:custGeom>
              <a:avLst/>
              <a:gdLst>
                <a:gd name="connsiteX0" fmla="*/ 126206 w 133350"/>
                <a:gd name="connsiteY0" fmla="*/ 0 h 135731"/>
                <a:gd name="connsiteX1" fmla="*/ 59531 w 133350"/>
                <a:gd name="connsiteY1" fmla="*/ 23812 h 135731"/>
                <a:gd name="connsiteX2" fmla="*/ 28575 w 133350"/>
                <a:gd name="connsiteY2" fmla="*/ 85725 h 135731"/>
                <a:gd name="connsiteX3" fmla="*/ 33338 w 133350"/>
                <a:gd name="connsiteY3" fmla="*/ 102393 h 135731"/>
                <a:gd name="connsiteX4" fmla="*/ 0 w 133350"/>
                <a:gd name="connsiteY4" fmla="*/ 135731 h 135731"/>
                <a:gd name="connsiteX5" fmla="*/ 76200 w 133350"/>
                <a:gd name="connsiteY5" fmla="*/ 116681 h 135731"/>
                <a:gd name="connsiteX6" fmla="*/ 76200 w 133350"/>
                <a:gd name="connsiteY6" fmla="*/ 116681 h 135731"/>
                <a:gd name="connsiteX7" fmla="*/ 133350 w 133350"/>
                <a:gd name="connsiteY7" fmla="*/ 71437 h 135731"/>
                <a:gd name="connsiteX8" fmla="*/ 126206 w 133350"/>
                <a:gd name="connsiteY8" fmla="*/ 0 h 13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350" h="135731">
                  <a:moveTo>
                    <a:pt x="126206" y="0"/>
                  </a:moveTo>
                  <a:lnTo>
                    <a:pt x="59531" y="23812"/>
                  </a:lnTo>
                  <a:lnTo>
                    <a:pt x="28575" y="85725"/>
                  </a:lnTo>
                  <a:lnTo>
                    <a:pt x="33338" y="102393"/>
                  </a:lnTo>
                  <a:lnTo>
                    <a:pt x="0" y="135731"/>
                  </a:lnTo>
                  <a:lnTo>
                    <a:pt x="76200" y="116681"/>
                  </a:lnTo>
                  <a:lnTo>
                    <a:pt x="76200" y="116681"/>
                  </a:lnTo>
                  <a:lnTo>
                    <a:pt x="133350" y="71437"/>
                  </a:lnTo>
                  <a:lnTo>
                    <a:pt x="126206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3" name="Freeform 73">
              <a:extLst>
                <a:ext uri="{FF2B5EF4-FFF2-40B4-BE49-F238E27FC236}">
                  <a16:creationId xmlns:a16="http://schemas.microsoft.com/office/drawing/2014/main" id="{8E646C6B-92E0-3F23-7D17-648E10380EF5}"/>
                </a:ext>
              </a:extLst>
            </p:cNvPr>
            <p:cNvSpPr/>
            <p:nvPr/>
          </p:nvSpPr>
          <p:spPr>
            <a:xfrm>
              <a:off x="5622925" y="1073150"/>
              <a:ext cx="23813" cy="52388"/>
            </a:xfrm>
            <a:custGeom>
              <a:avLst/>
              <a:gdLst>
                <a:gd name="connsiteX0" fmla="*/ 4011 w 24063"/>
                <a:gd name="connsiteY0" fmla="*/ 0 h 52136"/>
                <a:gd name="connsiteX1" fmla="*/ 0 w 24063"/>
                <a:gd name="connsiteY1" fmla="*/ 52136 h 52136"/>
                <a:gd name="connsiteX2" fmla="*/ 24063 w 24063"/>
                <a:gd name="connsiteY2" fmla="*/ 48126 h 52136"/>
                <a:gd name="connsiteX3" fmla="*/ 4011 w 24063"/>
                <a:gd name="connsiteY3" fmla="*/ 0 h 52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63" h="52136">
                  <a:moveTo>
                    <a:pt x="4011" y="0"/>
                  </a:moveTo>
                  <a:lnTo>
                    <a:pt x="0" y="52136"/>
                  </a:lnTo>
                  <a:lnTo>
                    <a:pt x="24063" y="48126"/>
                  </a:lnTo>
                  <a:lnTo>
                    <a:pt x="4011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C324E10-1BE0-ADA6-D05A-8BBEDF21E78B}"/>
                </a:ext>
              </a:extLst>
            </p:cNvPr>
            <p:cNvSpPr/>
            <p:nvPr/>
          </p:nvSpPr>
          <p:spPr>
            <a:xfrm>
              <a:off x="5638800" y="1154113"/>
              <a:ext cx="100013" cy="38100"/>
            </a:xfrm>
            <a:custGeom>
              <a:avLst/>
              <a:gdLst>
                <a:gd name="connsiteX0" fmla="*/ 100012 w 100012"/>
                <a:gd name="connsiteY0" fmla="*/ 11907 h 38100"/>
                <a:gd name="connsiteX1" fmla="*/ 52387 w 100012"/>
                <a:gd name="connsiteY1" fmla="*/ 38100 h 38100"/>
                <a:gd name="connsiteX2" fmla="*/ 38100 w 100012"/>
                <a:gd name="connsiteY2" fmla="*/ 26194 h 38100"/>
                <a:gd name="connsiteX3" fmla="*/ 0 w 100012"/>
                <a:gd name="connsiteY3" fmla="*/ 26194 h 38100"/>
                <a:gd name="connsiteX4" fmla="*/ 11906 w 100012"/>
                <a:gd name="connsiteY4" fmla="*/ 0 h 38100"/>
                <a:gd name="connsiteX5" fmla="*/ 100012 w 100012"/>
                <a:gd name="connsiteY5" fmla="*/ 11907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12" h="38100">
                  <a:moveTo>
                    <a:pt x="100012" y="11907"/>
                  </a:moveTo>
                  <a:lnTo>
                    <a:pt x="52387" y="38100"/>
                  </a:lnTo>
                  <a:lnTo>
                    <a:pt x="38100" y="26194"/>
                  </a:lnTo>
                  <a:lnTo>
                    <a:pt x="0" y="26194"/>
                  </a:lnTo>
                  <a:lnTo>
                    <a:pt x="11906" y="0"/>
                  </a:lnTo>
                  <a:lnTo>
                    <a:pt x="100012" y="11907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0446F5E-5BD8-84BA-9246-E29374090D73}"/>
                </a:ext>
              </a:extLst>
            </p:cNvPr>
            <p:cNvSpPr/>
            <p:nvPr/>
          </p:nvSpPr>
          <p:spPr>
            <a:xfrm>
              <a:off x="5565775" y="1160463"/>
              <a:ext cx="30163" cy="53975"/>
            </a:xfrm>
            <a:custGeom>
              <a:avLst/>
              <a:gdLst>
                <a:gd name="connsiteX0" fmla="*/ 30956 w 30956"/>
                <a:gd name="connsiteY0" fmla="*/ 0 h 54769"/>
                <a:gd name="connsiteX1" fmla="*/ 19050 w 30956"/>
                <a:gd name="connsiteY1" fmla="*/ 54769 h 54769"/>
                <a:gd name="connsiteX2" fmla="*/ 0 w 30956"/>
                <a:gd name="connsiteY2" fmla="*/ 40481 h 54769"/>
                <a:gd name="connsiteX3" fmla="*/ 30956 w 30956"/>
                <a:gd name="connsiteY3" fmla="*/ 0 h 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956" h="54769">
                  <a:moveTo>
                    <a:pt x="30956" y="0"/>
                  </a:moveTo>
                  <a:lnTo>
                    <a:pt x="19050" y="54769"/>
                  </a:lnTo>
                  <a:lnTo>
                    <a:pt x="0" y="40481"/>
                  </a:lnTo>
                  <a:lnTo>
                    <a:pt x="30956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8" name="Freeform 76">
              <a:extLst>
                <a:ext uri="{FF2B5EF4-FFF2-40B4-BE49-F238E27FC236}">
                  <a16:creationId xmlns:a16="http://schemas.microsoft.com/office/drawing/2014/main" id="{DF82EA45-3E33-F047-1240-E5108CBAE8A1}"/>
                </a:ext>
              </a:extLst>
            </p:cNvPr>
            <p:cNvSpPr/>
            <p:nvPr/>
          </p:nvSpPr>
          <p:spPr>
            <a:xfrm>
              <a:off x="3556000" y="449263"/>
              <a:ext cx="823913" cy="936625"/>
            </a:xfrm>
            <a:custGeom>
              <a:avLst/>
              <a:gdLst>
                <a:gd name="connsiteX0" fmla="*/ 809171 w 823686"/>
                <a:gd name="connsiteY0" fmla="*/ 587828 h 936171"/>
                <a:gd name="connsiteX1" fmla="*/ 758371 w 823686"/>
                <a:gd name="connsiteY1" fmla="*/ 566057 h 936171"/>
                <a:gd name="connsiteX2" fmla="*/ 678543 w 823686"/>
                <a:gd name="connsiteY2" fmla="*/ 478971 h 936171"/>
                <a:gd name="connsiteX3" fmla="*/ 682171 w 823686"/>
                <a:gd name="connsiteY3" fmla="*/ 399143 h 936171"/>
                <a:gd name="connsiteX4" fmla="*/ 620486 w 823686"/>
                <a:gd name="connsiteY4" fmla="*/ 388257 h 936171"/>
                <a:gd name="connsiteX5" fmla="*/ 635000 w 823686"/>
                <a:gd name="connsiteY5" fmla="*/ 326571 h 936171"/>
                <a:gd name="connsiteX6" fmla="*/ 664028 w 823686"/>
                <a:gd name="connsiteY6" fmla="*/ 264886 h 936171"/>
                <a:gd name="connsiteX7" fmla="*/ 653143 w 823686"/>
                <a:gd name="connsiteY7" fmla="*/ 188686 h 936171"/>
                <a:gd name="connsiteX8" fmla="*/ 703943 w 823686"/>
                <a:gd name="connsiteY8" fmla="*/ 156028 h 936171"/>
                <a:gd name="connsiteX9" fmla="*/ 649514 w 823686"/>
                <a:gd name="connsiteY9" fmla="*/ 108857 h 936171"/>
                <a:gd name="connsiteX10" fmla="*/ 631371 w 823686"/>
                <a:gd name="connsiteY10" fmla="*/ 108857 h 936171"/>
                <a:gd name="connsiteX11" fmla="*/ 616857 w 823686"/>
                <a:gd name="connsiteY11" fmla="*/ 83457 h 936171"/>
                <a:gd name="connsiteX12" fmla="*/ 620486 w 823686"/>
                <a:gd name="connsiteY12" fmla="*/ 0 h 936171"/>
                <a:gd name="connsiteX13" fmla="*/ 558800 w 823686"/>
                <a:gd name="connsiteY13" fmla="*/ 0 h 936171"/>
                <a:gd name="connsiteX14" fmla="*/ 558800 w 823686"/>
                <a:gd name="connsiteY14" fmla="*/ 68943 h 936171"/>
                <a:gd name="connsiteX15" fmla="*/ 460828 w 823686"/>
                <a:gd name="connsiteY15" fmla="*/ 94343 h 936171"/>
                <a:gd name="connsiteX16" fmla="*/ 439057 w 823686"/>
                <a:gd name="connsiteY16" fmla="*/ 123371 h 936171"/>
                <a:gd name="connsiteX17" fmla="*/ 351971 w 823686"/>
                <a:gd name="connsiteY17" fmla="*/ 152400 h 936171"/>
                <a:gd name="connsiteX18" fmla="*/ 286657 w 823686"/>
                <a:gd name="connsiteY18" fmla="*/ 156028 h 936171"/>
                <a:gd name="connsiteX19" fmla="*/ 203200 w 823686"/>
                <a:gd name="connsiteY19" fmla="*/ 206828 h 936171"/>
                <a:gd name="connsiteX20" fmla="*/ 134257 w 823686"/>
                <a:gd name="connsiteY20" fmla="*/ 203200 h 936171"/>
                <a:gd name="connsiteX21" fmla="*/ 90714 w 823686"/>
                <a:gd name="connsiteY21" fmla="*/ 199571 h 936171"/>
                <a:gd name="connsiteX22" fmla="*/ 0 w 823686"/>
                <a:gd name="connsiteY22" fmla="*/ 145143 h 936171"/>
                <a:gd name="connsiteX23" fmla="*/ 76200 w 823686"/>
                <a:gd name="connsiteY23" fmla="*/ 232228 h 936171"/>
                <a:gd name="connsiteX24" fmla="*/ 47171 w 823686"/>
                <a:gd name="connsiteY24" fmla="*/ 286657 h 936171"/>
                <a:gd name="connsiteX25" fmla="*/ 61686 w 823686"/>
                <a:gd name="connsiteY25" fmla="*/ 373743 h 936171"/>
                <a:gd name="connsiteX26" fmla="*/ 130628 w 823686"/>
                <a:gd name="connsiteY26" fmla="*/ 377371 h 936171"/>
                <a:gd name="connsiteX27" fmla="*/ 181428 w 823686"/>
                <a:gd name="connsiteY27" fmla="*/ 406400 h 936171"/>
                <a:gd name="connsiteX28" fmla="*/ 174171 w 823686"/>
                <a:gd name="connsiteY28" fmla="*/ 446314 h 936171"/>
                <a:gd name="connsiteX29" fmla="*/ 217714 w 823686"/>
                <a:gd name="connsiteY29" fmla="*/ 468086 h 936171"/>
                <a:gd name="connsiteX30" fmla="*/ 275771 w 823686"/>
                <a:gd name="connsiteY30" fmla="*/ 598714 h 936171"/>
                <a:gd name="connsiteX31" fmla="*/ 308428 w 823686"/>
                <a:gd name="connsiteY31" fmla="*/ 754743 h 936171"/>
                <a:gd name="connsiteX32" fmla="*/ 319314 w 823686"/>
                <a:gd name="connsiteY32" fmla="*/ 801914 h 936171"/>
                <a:gd name="connsiteX33" fmla="*/ 315686 w 823686"/>
                <a:gd name="connsiteY33" fmla="*/ 841828 h 936171"/>
                <a:gd name="connsiteX34" fmla="*/ 417286 w 823686"/>
                <a:gd name="connsiteY34" fmla="*/ 936171 h 936171"/>
                <a:gd name="connsiteX35" fmla="*/ 435428 w 823686"/>
                <a:gd name="connsiteY35" fmla="*/ 856343 h 936171"/>
                <a:gd name="connsiteX36" fmla="*/ 497114 w 823686"/>
                <a:gd name="connsiteY36" fmla="*/ 805543 h 936171"/>
                <a:gd name="connsiteX37" fmla="*/ 526143 w 823686"/>
                <a:gd name="connsiteY37" fmla="*/ 849086 h 936171"/>
                <a:gd name="connsiteX38" fmla="*/ 609600 w 823686"/>
                <a:gd name="connsiteY38" fmla="*/ 845457 h 936171"/>
                <a:gd name="connsiteX39" fmla="*/ 598714 w 823686"/>
                <a:gd name="connsiteY39" fmla="*/ 772886 h 936171"/>
                <a:gd name="connsiteX40" fmla="*/ 660400 w 823686"/>
                <a:gd name="connsiteY40" fmla="*/ 747486 h 936171"/>
                <a:gd name="connsiteX41" fmla="*/ 674914 w 823686"/>
                <a:gd name="connsiteY41" fmla="*/ 674914 h 936171"/>
                <a:gd name="connsiteX42" fmla="*/ 823686 w 823686"/>
                <a:gd name="connsiteY42" fmla="*/ 689428 h 936171"/>
                <a:gd name="connsiteX43" fmla="*/ 809171 w 823686"/>
                <a:gd name="connsiteY43" fmla="*/ 587828 h 93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823686" h="936171">
                  <a:moveTo>
                    <a:pt x="809171" y="587828"/>
                  </a:moveTo>
                  <a:lnTo>
                    <a:pt x="758371" y="566057"/>
                  </a:lnTo>
                  <a:lnTo>
                    <a:pt x="678543" y="478971"/>
                  </a:lnTo>
                  <a:lnTo>
                    <a:pt x="682171" y="399143"/>
                  </a:lnTo>
                  <a:lnTo>
                    <a:pt x="620486" y="388257"/>
                  </a:lnTo>
                  <a:lnTo>
                    <a:pt x="635000" y="326571"/>
                  </a:lnTo>
                  <a:lnTo>
                    <a:pt x="664028" y="264886"/>
                  </a:lnTo>
                  <a:lnTo>
                    <a:pt x="653143" y="188686"/>
                  </a:lnTo>
                  <a:lnTo>
                    <a:pt x="703943" y="156028"/>
                  </a:lnTo>
                  <a:lnTo>
                    <a:pt x="649514" y="108857"/>
                  </a:lnTo>
                  <a:lnTo>
                    <a:pt x="631371" y="108857"/>
                  </a:lnTo>
                  <a:lnTo>
                    <a:pt x="616857" y="83457"/>
                  </a:lnTo>
                  <a:lnTo>
                    <a:pt x="620486" y="0"/>
                  </a:lnTo>
                  <a:lnTo>
                    <a:pt x="558800" y="0"/>
                  </a:lnTo>
                  <a:lnTo>
                    <a:pt x="558800" y="68943"/>
                  </a:lnTo>
                  <a:lnTo>
                    <a:pt x="460828" y="94343"/>
                  </a:lnTo>
                  <a:lnTo>
                    <a:pt x="439057" y="123371"/>
                  </a:lnTo>
                  <a:lnTo>
                    <a:pt x="351971" y="152400"/>
                  </a:lnTo>
                  <a:lnTo>
                    <a:pt x="286657" y="156028"/>
                  </a:lnTo>
                  <a:lnTo>
                    <a:pt x="203200" y="206828"/>
                  </a:lnTo>
                  <a:lnTo>
                    <a:pt x="134257" y="203200"/>
                  </a:lnTo>
                  <a:lnTo>
                    <a:pt x="90714" y="199571"/>
                  </a:lnTo>
                  <a:lnTo>
                    <a:pt x="0" y="145143"/>
                  </a:lnTo>
                  <a:lnTo>
                    <a:pt x="76200" y="232228"/>
                  </a:lnTo>
                  <a:lnTo>
                    <a:pt x="47171" y="286657"/>
                  </a:lnTo>
                  <a:lnTo>
                    <a:pt x="61686" y="373743"/>
                  </a:lnTo>
                  <a:lnTo>
                    <a:pt x="130628" y="377371"/>
                  </a:lnTo>
                  <a:lnTo>
                    <a:pt x="181428" y="406400"/>
                  </a:lnTo>
                  <a:lnTo>
                    <a:pt x="174171" y="446314"/>
                  </a:lnTo>
                  <a:lnTo>
                    <a:pt x="217714" y="468086"/>
                  </a:lnTo>
                  <a:lnTo>
                    <a:pt x="275771" y="598714"/>
                  </a:lnTo>
                  <a:lnTo>
                    <a:pt x="308428" y="754743"/>
                  </a:lnTo>
                  <a:lnTo>
                    <a:pt x="319314" y="801914"/>
                  </a:lnTo>
                  <a:lnTo>
                    <a:pt x="315686" y="841828"/>
                  </a:lnTo>
                  <a:lnTo>
                    <a:pt x="417286" y="936171"/>
                  </a:lnTo>
                  <a:lnTo>
                    <a:pt x="435428" y="856343"/>
                  </a:lnTo>
                  <a:lnTo>
                    <a:pt x="497114" y="805543"/>
                  </a:lnTo>
                  <a:lnTo>
                    <a:pt x="526143" y="849086"/>
                  </a:lnTo>
                  <a:lnTo>
                    <a:pt x="609600" y="845457"/>
                  </a:lnTo>
                  <a:lnTo>
                    <a:pt x="598714" y="772886"/>
                  </a:lnTo>
                  <a:lnTo>
                    <a:pt x="660400" y="747486"/>
                  </a:lnTo>
                  <a:lnTo>
                    <a:pt x="674914" y="674914"/>
                  </a:lnTo>
                  <a:lnTo>
                    <a:pt x="823686" y="689428"/>
                  </a:lnTo>
                  <a:lnTo>
                    <a:pt x="809171" y="587828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79" name="Freeform 77">
              <a:extLst>
                <a:ext uri="{FF2B5EF4-FFF2-40B4-BE49-F238E27FC236}">
                  <a16:creationId xmlns:a16="http://schemas.microsoft.com/office/drawing/2014/main" id="{CBF20C20-4650-88D4-6056-330DF15697DC}"/>
                </a:ext>
              </a:extLst>
            </p:cNvPr>
            <p:cNvSpPr/>
            <p:nvPr/>
          </p:nvSpPr>
          <p:spPr>
            <a:xfrm>
              <a:off x="2195513" y="892175"/>
              <a:ext cx="2570162" cy="1738313"/>
            </a:xfrm>
            <a:custGeom>
              <a:avLst/>
              <a:gdLst>
                <a:gd name="connsiteX0" fmla="*/ 1513114 w 2569028"/>
                <a:gd name="connsiteY0" fmla="*/ 0 h 1738085"/>
                <a:gd name="connsiteX1" fmla="*/ 1433285 w 2569028"/>
                <a:gd name="connsiteY1" fmla="*/ 39914 h 1738085"/>
                <a:gd name="connsiteX2" fmla="*/ 1418771 w 2569028"/>
                <a:gd name="connsiteY2" fmla="*/ 90714 h 1738085"/>
                <a:gd name="connsiteX3" fmla="*/ 1378857 w 2569028"/>
                <a:gd name="connsiteY3" fmla="*/ 123371 h 1738085"/>
                <a:gd name="connsiteX4" fmla="*/ 1346200 w 2569028"/>
                <a:gd name="connsiteY4" fmla="*/ 101600 h 1738085"/>
                <a:gd name="connsiteX5" fmla="*/ 1320800 w 2569028"/>
                <a:gd name="connsiteY5" fmla="*/ 134257 h 1738085"/>
                <a:gd name="connsiteX6" fmla="*/ 1230085 w 2569028"/>
                <a:gd name="connsiteY6" fmla="*/ 152400 h 1738085"/>
                <a:gd name="connsiteX7" fmla="*/ 1179285 w 2569028"/>
                <a:gd name="connsiteY7" fmla="*/ 203200 h 1738085"/>
                <a:gd name="connsiteX8" fmla="*/ 1128485 w 2569028"/>
                <a:gd name="connsiteY8" fmla="*/ 195942 h 1738085"/>
                <a:gd name="connsiteX9" fmla="*/ 1092200 w 2569028"/>
                <a:gd name="connsiteY9" fmla="*/ 214085 h 1738085"/>
                <a:gd name="connsiteX10" fmla="*/ 1012371 w 2569028"/>
                <a:gd name="connsiteY10" fmla="*/ 148771 h 1738085"/>
                <a:gd name="connsiteX11" fmla="*/ 979714 w 2569028"/>
                <a:gd name="connsiteY11" fmla="*/ 163285 h 1738085"/>
                <a:gd name="connsiteX12" fmla="*/ 947057 w 2569028"/>
                <a:gd name="connsiteY12" fmla="*/ 137885 h 1738085"/>
                <a:gd name="connsiteX13" fmla="*/ 936171 w 2569028"/>
                <a:gd name="connsiteY13" fmla="*/ 72571 h 1738085"/>
                <a:gd name="connsiteX14" fmla="*/ 918028 w 2569028"/>
                <a:gd name="connsiteY14" fmla="*/ 36285 h 1738085"/>
                <a:gd name="connsiteX15" fmla="*/ 885371 w 2569028"/>
                <a:gd name="connsiteY15" fmla="*/ 76200 h 1738085"/>
                <a:gd name="connsiteX16" fmla="*/ 845457 w 2569028"/>
                <a:gd name="connsiteY16" fmla="*/ 90714 h 1738085"/>
                <a:gd name="connsiteX17" fmla="*/ 809171 w 2569028"/>
                <a:gd name="connsiteY17" fmla="*/ 25400 h 1738085"/>
                <a:gd name="connsiteX18" fmla="*/ 794657 w 2569028"/>
                <a:gd name="connsiteY18" fmla="*/ 68942 h 1738085"/>
                <a:gd name="connsiteX19" fmla="*/ 616857 w 2569028"/>
                <a:gd name="connsiteY19" fmla="*/ 72571 h 1738085"/>
                <a:gd name="connsiteX20" fmla="*/ 598714 w 2569028"/>
                <a:gd name="connsiteY20" fmla="*/ 97971 h 1738085"/>
                <a:gd name="connsiteX21" fmla="*/ 638628 w 2569028"/>
                <a:gd name="connsiteY21" fmla="*/ 116114 h 1738085"/>
                <a:gd name="connsiteX22" fmla="*/ 685800 w 2569028"/>
                <a:gd name="connsiteY22" fmla="*/ 127000 h 1738085"/>
                <a:gd name="connsiteX23" fmla="*/ 700314 w 2569028"/>
                <a:gd name="connsiteY23" fmla="*/ 174171 h 1738085"/>
                <a:gd name="connsiteX24" fmla="*/ 674914 w 2569028"/>
                <a:gd name="connsiteY24" fmla="*/ 235857 h 1738085"/>
                <a:gd name="connsiteX25" fmla="*/ 642257 w 2569028"/>
                <a:gd name="connsiteY25" fmla="*/ 243114 h 1738085"/>
                <a:gd name="connsiteX26" fmla="*/ 591457 w 2569028"/>
                <a:gd name="connsiteY26" fmla="*/ 217714 h 1738085"/>
                <a:gd name="connsiteX27" fmla="*/ 562428 w 2569028"/>
                <a:gd name="connsiteY27" fmla="*/ 250371 h 1738085"/>
                <a:gd name="connsiteX28" fmla="*/ 587828 w 2569028"/>
                <a:gd name="connsiteY28" fmla="*/ 359228 h 1738085"/>
                <a:gd name="connsiteX29" fmla="*/ 624114 w 2569028"/>
                <a:gd name="connsiteY29" fmla="*/ 395514 h 1738085"/>
                <a:gd name="connsiteX30" fmla="*/ 624114 w 2569028"/>
                <a:gd name="connsiteY30" fmla="*/ 446314 h 1738085"/>
                <a:gd name="connsiteX31" fmla="*/ 667657 w 2569028"/>
                <a:gd name="connsiteY31" fmla="*/ 504371 h 1738085"/>
                <a:gd name="connsiteX32" fmla="*/ 587828 w 2569028"/>
                <a:gd name="connsiteY32" fmla="*/ 957942 h 1738085"/>
                <a:gd name="connsiteX33" fmla="*/ 566057 w 2569028"/>
                <a:gd name="connsiteY33" fmla="*/ 976085 h 1738085"/>
                <a:gd name="connsiteX34" fmla="*/ 529771 w 2569028"/>
                <a:gd name="connsiteY34" fmla="*/ 954314 h 1738085"/>
                <a:gd name="connsiteX35" fmla="*/ 431800 w 2569028"/>
                <a:gd name="connsiteY35" fmla="*/ 950685 h 1738085"/>
                <a:gd name="connsiteX36" fmla="*/ 391885 w 2569028"/>
                <a:gd name="connsiteY36" fmla="*/ 976085 h 1738085"/>
                <a:gd name="connsiteX37" fmla="*/ 283028 w 2569028"/>
                <a:gd name="connsiteY37" fmla="*/ 997857 h 1738085"/>
                <a:gd name="connsiteX38" fmla="*/ 159657 w 2569028"/>
                <a:gd name="connsiteY38" fmla="*/ 1066800 h 1738085"/>
                <a:gd name="connsiteX39" fmla="*/ 101600 w 2569028"/>
                <a:gd name="connsiteY39" fmla="*/ 1201057 h 1738085"/>
                <a:gd name="connsiteX40" fmla="*/ 108857 w 2569028"/>
                <a:gd name="connsiteY40" fmla="*/ 1237342 h 1738085"/>
                <a:gd name="connsiteX41" fmla="*/ 10885 w 2569028"/>
                <a:gd name="connsiteY41" fmla="*/ 1309914 h 1738085"/>
                <a:gd name="connsiteX42" fmla="*/ 0 w 2569028"/>
                <a:gd name="connsiteY42" fmla="*/ 1386114 h 1738085"/>
                <a:gd name="connsiteX43" fmla="*/ 224971 w 2569028"/>
                <a:gd name="connsiteY43" fmla="*/ 1447800 h 1738085"/>
                <a:gd name="connsiteX44" fmla="*/ 497114 w 2569028"/>
                <a:gd name="connsiteY44" fmla="*/ 1494971 h 1738085"/>
                <a:gd name="connsiteX45" fmla="*/ 1066800 w 2569028"/>
                <a:gd name="connsiteY45" fmla="*/ 1730828 h 1738085"/>
                <a:gd name="connsiteX46" fmla="*/ 1266371 w 2569028"/>
                <a:gd name="connsiteY46" fmla="*/ 1738085 h 1738085"/>
                <a:gd name="connsiteX47" fmla="*/ 1284514 w 2569028"/>
                <a:gd name="connsiteY47" fmla="*/ 1712685 h 1738085"/>
                <a:gd name="connsiteX48" fmla="*/ 1331685 w 2569028"/>
                <a:gd name="connsiteY48" fmla="*/ 1694542 h 1738085"/>
                <a:gd name="connsiteX49" fmla="*/ 1320800 w 2569028"/>
                <a:gd name="connsiteY49" fmla="*/ 1625600 h 1738085"/>
                <a:gd name="connsiteX50" fmla="*/ 1455057 w 2569028"/>
                <a:gd name="connsiteY50" fmla="*/ 1567542 h 1738085"/>
                <a:gd name="connsiteX51" fmla="*/ 1451428 w 2569028"/>
                <a:gd name="connsiteY51" fmla="*/ 1498600 h 1738085"/>
                <a:gd name="connsiteX52" fmla="*/ 1534885 w 2569028"/>
                <a:gd name="connsiteY52" fmla="*/ 1440542 h 1738085"/>
                <a:gd name="connsiteX53" fmla="*/ 1618342 w 2569028"/>
                <a:gd name="connsiteY53" fmla="*/ 1440542 h 1738085"/>
                <a:gd name="connsiteX54" fmla="*/ 1651000 w 2569028"/>
                <a:gd name="connsiteY54" fmla="*/ 1516742 h 1738085"/>
                <a:gd name="connsiteX55" fmla="*/ 1803400 w 2569028"/>
                <a:gd name="connsiteY55" fmla="*/ 1563914 h 1738085"/>
                <a:gd name="connsiteX56" fmla="*/ 1843314 w 2569028"/>
                <a:gd name="connsiteY56" fmla="*/ 1589314 h 1738085"/>
                <a:gd name="connsiteX57" fmla="*/ 2253342 w 2569028"/>
                <a:gd name="connsiteY57" fmla="*/ 1560285 h 1738085"/>
                <a:gd name="connsiteX58" fmla="*/ 2278742 w 2569028"/>
                <a:gd name="connsiteY58" fmla="*/ 1513114 h 1738085"/>
                <a:gd name="connsiteX59" fmla="*/ 2260600 w 2569028"/>
                <a:gd name="connsiteY59" fmla="*/ 1451428 h 1738085"/>
                <a:gd name="connsiteX60" fmla="*/ 2278742 w 2569028"/>
                <a:gd name="connsiteY60" fmla="*/ 1422400 h 1738085"/>
                <a:gd name="connsiteX61" fmla="*/ 2235200 w 2569028"/>
                <a:gd name="connsiteY61" fmla="*/ 1262742 h 1738085"/>
                <a:gd name="connsiteX62" fmla="*/ 2489200 w 2569028"/>
                <a:gd name="connsiteY62" fmla="*/ 685800 h 1738085"/>
                <a:gd name="connsiteX63" fmla="*/ 2569028 w 2569028"/>
                <a:gd name="connsiteY63" fmla="*/ 616857 h 1738085"/>
                <a:gd name="connsiteX64" fmla="*/ 2550885 w 2569028"/>
                <a:gd name="connsiteY64" fmla="*/ 584200 h 1738085"/>
                <a:gd name="connsiteX65" fmla="*/ 2471057 w 2569028"/>
                <a:gd name="connsiteY65" fmla="*/ 649514 h 1738085"/>
                <a:gd name="connsiteX66" fmla="*/ 2452914 w 2569028"/>
                <a:gd name="connsiteY66" fmla="*/ 631371 h 1738085"/>
                <a:gd name="connsiteX67" fmla="*/ 2445657 w 2569028"/>
                <a:gd name="connsiteY67" fmla="*/ 591457 h 1738085"/>
                <a:gd name="connsiteX68" fmla="*/ 2456542 w 2569028"/>
                <a:gd name="connsiteY68" fmla="*/ 576942 h 1738085"/>
                <a:gd name="connsiteX69" fmla="*/ 2413000 w 2569028"/>
                <a:gd name="connsiteY69" fmla="*/ 555171 h 1738085"/>
                <a:gd name="connsiteX70" fmla="*/ 2300514 w 2569028"/>
                <a:gd name="connsiteY70" fmla="*/ 547914 h 1738085"/>
                <a:gd name="connsiteX71" fmla="*/ 2271485 w 2569028"/>
                <a:gd name="connsiteY71" fmla="*/ 449942 h 1738085"/>
                <a:gd name="connsiteX72" fmla="*/ 2206171 w 2569028"/>
                <a:gd name="connsiteY72" fmla="*/ 406400 h 1738085"/>
                <a:gd name="connsiteX73" fmla="*/ 2173514 w 2569028"/>
                <a:gd name="connsiteY73" fmla="*/ 246742 h 1738085"/>
                <a:gd name="connsiteX74" fmla="*/ 2032000 w 2569028"/>
                <a:gd name="connsiteY74" fmla="*/ 232228 h 1738085"/>
                <a:gd name="connsiteX75" fmla="*/ 2021114 w 2569028"/>
                <a:gd name="connsiteY75" fmla="*/ 308428 h 1738085"/>
                <a:gd name="connsiteX76" fmla="*/ 1966685 w 2569028"/>
                <a:gd name="connsiteY76" fmla="*/ 330200 h 1738085"/>
                <a:gd name="connsiteX77" fmla="*/ 1966685 w 2569028"/>
                <a:gd name="connsiteY77" fmla="*/ 399142 h 1738085"/>
                <a:gd name="connsiteX78" fmla="*/ 1901371 w 2569028"/>
                <a:gd name="connsiteY78" fmla="*/ 410028 h 1738085"/>
                <a:gd name="connsiteX79" fmla="*/ 1854200 w 2569028"/>
                <a:gd name="connsiteY79" fmla="*/ 362857 h 1738085"/>
                <a:gd name="connsiteX80" fmla="*/ 1799771 w 2569028"/>
                <a:gd name="connsiteY80" fmla="*/ 406400 h 1738085"/>
                <a:gd name="connsiteX81" fmla="*/ 1781628 w 2569028"/>
                <a:gd name="connsiteY81" fmla="*/ 493485 h 1738085"/>
                <a:gd name="connsiteX82" fmla="*/ 1680028 w 2569028"/>
                <a:gd name="connsiteY82" fmla="*/ 402771 h 1738085"/>
                <a:gd name="connsiteX83" fmla="*/ 1680028 w 2569028"/>
                <a:gd name="connsiteY83" fmla="*/ 351971 h 1738085"/>
                <a:gd name="connsiteX84" fmla="*/ 1629228 w 2569028"/>
                <a:gd name="connsiteY84" fmla="*/ 148771 h 1738085"/>
                <a:gd name="connsiteX85" fmla="*/ 1582057 w 2569028"/>
                <a:gd name="connsiteY85" fmla="*/ 29028 h 1738085"/>
                <a:gd name="connsiteX86" fmla="*/ 1513114 w 2569028"/>
                <a:gd name="connsiteY86" fmla="*/ 0 h 1738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2569028" h="1738085">
                  <a:moveTo>
                    <a:pt x="1513114" y="0"/>
                  </a:moveTo>
                  <a:lnTo>
                    <a:pt x="1433285" y="39914"/>
                  </a:lnTo>
                  <a:lnTo>
                    <a:pt x="1418771" y="90714"/>
                  </a:lnTo>
                  <a:lnTo>
                    <a:pt x="1378857" y="123371"/>
                  </a:lnTo>
                  <a:lnTo>
                    <a:pt x="1346200" y="101600"/>
                  </a:lnTo>
                  <a:lnTo>
                    <a:pt x="1320800" y="134257"/>
                  </a:lnTo>
                  <a:lnTo>
                    <a:pt x="1230085" y="152400"/>
                  </a:lnTo>
                  <a:lnTo>
                    <a:pt x="1179285" y="203200"/>
                  </a:lnTo>
                  <a:lnTo>
                    <a:pt x="1128485" y="195942"/>
                  </a:lnTo>
                  <a:lnTo>
                    <a:pt x="1092200" y="214085"/>
                  </a:lnTo>
                  <a:lnTo>
                    <a:pt x="1012371" y="148771"/>
                  </a:lnTo>
                  <a:lnTo>
                    <a:pt x="979714" y="163285"/>
                  </a:lnTo>
                  <a:lnTo>
                    <a:pt x="947057" y="137885"/>
                  </a:lnTo>
                  <a:lnTo>
                    <a:pt x="936171" y="72571"/>
                  </a:lnTo>
                  <a:lnTo>
                    <a:pt x="918028" y="36285"/>
                  </a:lnTo>
                  <a:lnTo>
                    <a:pt x="885371" y="76200"/>
                  </a:lnTo>
                  <a:lnTo>
                    <a:pt x="845457" y="90714"/>
                  </a:lnTo>
                  <a:lnTo>
                    <a:pt x="809171" y="25400"/>
                  </a:lnTo>
                  <a:lnTo>
                    <a:pt x="794657" y="68942"/>
                  </a:lnTo>
                  <a:lnTo>
                    <a:pt x="616857" y="72571"/>
                  </a:lnTo>
                  <a:lnTo>
                    <a:pt x="598714" y="97971"/>
                  </a:lnTo>
                  <a:lnTo>
                    <a:pt x="638628" y="116114"/>
                  </a:lnTo>
                  <a:lnTo>
                    <a:pt x="685800" y="127000"/>
                  </a:lnTo>
                  <a:lnTo>
                    <a:pt x="700314" y="174171"/>
                  </a:lnTo>
                  <a:lnTo>
                    <a:pt x="674914" y="235857"/>
                  </a:lnTo>
                  <a:lnTo>
                    <a:pt x="642257" y="243114"/>
                  </a:lnTo>
                  <a:lnTo>
                    <a:pt x="591457" y="217714"/>
                  </a:lnTo>
                  <a:lnTo>
                    <a:pt x="562428" y="250371"/>
                  </a:lnTo>
                  <a:lnTo>
                    <a:pt x="587828" y="359228"/>
                  </a:lnTo>
                  <a:lnTo>
                    <a:pt x="624114" y="395514"/>
                  </a:lnTo>
                  <a:lnTo>
                    <a:pt x="624114" y="446314"/>
                  </a:lnTo>
                  <a:lnTo>
                    <a:pt x="667657" y="504371"/>
                  </a:lnTo>
                  <a:lnTo>
                    <a:pt x="587828" y="957942"/>
                  </a:lnTo>
                  <a:lnTo>
                    <a:pt x="566057" y="976085"/>
                  </a:lnTo>
                  <a:lnTo>
                    <a:pt x="529771" y="954314"/>
                  </a:lnTo>
                  <a:lnTo>
                    <a:pt x="431800" y="950685"/>
                  </a:lnTo>
                  <a:lnTo>
                    <a:pt x="391885" y="976085"/>
                  </a:lnTo>
                  <a:lnTo>
                    <a:pt x="283028" y="997857"/>
                  </a:lnTo>
                  <a:lnTo>
                    <a:pt x="159657" y="1066800"/>
                  </a:lnTo>
                  <a:lnTo>
                    <a:pt x="101600" y="1201057"/>
                  </a:lnTo>
                  <a:lnTo>
                    <a:pt x="108857" y="1237342"/>
                  </a:lnTo>
                  <a:lnTo>
                    <a:pt x="10885" y="1309914"/>
                  </a:lnTo>
                  <a:lnTo>
                    <a:pt x="0" y="1386114"/>
                  </a:lnTo>
                  <a:lnTo>
                    <a:pt x="224971" y="1447800"/>
                  </a:lnTo>
                  <a:lnTo>
                    <a:pt x="497114" y="1494971"/>
                  </a:lnTo>
                  <a:lnTo>
                    <a:pt x="1066800" y="1730828"/>
                  </a:lnTo>
                  <a:lnTo>
                    <a:pt x="1266371" y="1738085"/>
                  </a:lnTo>
                  <a:lnTo>
                    <a:pt x="1284514" y="1712685"/>
                  </a:lnTo>
                  <a:lnTo>
                    <a:pt x="1331685" y="1694542"/>
                  </a:lnTo>
                  <a:lnTo>
                    <a:pt x="1320800" y="1625600"/>
                  </a:lnTo>
                  <a:lnTo>
                    <a:pt x="1455057" y="1567542"/>
                  </a:lnTo>
                  <a:lnTo>
                    <a:pt x="1451428" y="1498600"/>
                  </a:lnTo>
                  <a:lnTo>
                    <a:pt x="1534885" y="1440542"/>
                  </a:lnTo>
                  <a:lnTo>
                    <a:pt x="1618342" y="1440542"/>
                  </a:lnTo>
                  <a:lnTo>
                    <a:pt x="1651000" y="1516742"/>
                  </a:lnTo>
                  <a:lnTo>
                    <a:pt x="1803400" y="1563914"/>
                  </a:lnTo>
                  <a:lnTo>
                    <a:pt x="1843314" y="1589314"/>
                  </a:lnTo>
                  <a:lnTo>
                    <a:pt x="2253342" y="1560285"/>
                  </a:lnTo>
                  <a:lnTo>
                    <a:pt x="2278742" y="1513114"/>
                  </a:lnTo>
                  <a:lnTo>
                    <a:pt x="2260600" y="1451428"/>
                  </a:lnTo>
                  <a:lnTo>
                    <a:pt x="2278742" y="1422400"/>
                  </a:lnTo>
                  <a:lnTo>
                    <a:pt x="2235200" y="1262742"/>
                  </a:lnTo>
                  <a:lnTo>
                    <a:pt x="2489200" y="685800"/>
                  </a:lnTo>
                  <a:lnTo>
                    <a:pt x="2569028" y="616857"/>
                  </a:lnTo>
                  <a:lnTo>
                    <a:pt x="2550885" y="584200"/>
                  </a:lnTo>
                  <a:lnTo>
                    <a:pt x="2471057" y="649514"/>
                  </a:lnTo>
                  <a:lnTo>
                    <a:pt x="2452914" y="631371"/>
                  </a:lnTo>
                  <a:lnTo>
                    <a:pt x="2445657" y="591457"/>
                  </a:lnTo>
                  <a:lnTo>
                    <a:pt x="2456542" y="576942"/>
                  </a:lnTo>
                  <a:lnTo>
                    <a:pt x="2413000" y="555171"/>
                  </a:lnTo>
                  <a:lnTo>
                    <a:pt x="2300514" y="547914"/>
                  </a:lnTo>
                  <a:lnTo>
                    <a:pt x="2271485" y="449942"/>
                  </a:lnTo>
                  <a:lnTo>
                    <a:pt x="2206171" y="406400"/>
                  </a:lnTo>
                  <a:lnTo>
                    <a:pt x="2173514" y="246742"/>
                  </a:lnTo>
                  <a:lnTo>
                    <a:pt x="2032000" y="232228"/>
                  </a:lnTo>
                  <a:lnTo>
                    <a:pt x="2021114" y="308428"/>
                  </a:lnTo>
                  <a:lnTo>
                    <a:pt x="1966685" y="330200"/>
                  </a:lnTo>
                  <a:lnTo>
                    <a:pt x="1966685" y="399142"/>
                  </a:lnTo>
                  <a:lnTo>
                    <a:pt x="1901371" y="410028"/>
                  </a:lnTo>
                  <a:lnTo>
                    <a:pt x="1854200" y="362857"/>
                  </a:lnTo>
                  <a:lnTo>
                    <a:pt x="1799771" y="406400"/>
                  </a:lnTo>
                  <a:lnTo>
                    <a:pt x="1781628" y="493485"/>
                  </a:lnTo>
                  <a:lnTo>
                    <a:pt x="1680028" y="402771"/>
                  </a:lnTo>
                  <a:lnTo>
                    <a:pt x="1680028" y="351971"/>
                  </a:lnTo>
                  <a:lnTo>
                    <a:pt x="1629228" y="148771"/>
                  </a:lnTo>
                  <a:lnTo>
                    <a:pt x="1582057" y="29028"/>
                  </a:lnTo>
                  <a:lnTo>
                    <a:pt x="1513114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1" name="Freeform 78">
              <a:extLst>
                <a:ext uri="{FF2B5EF4-FFF2-40B4-BE49-F238E27FC236}">
                  <a16:creationId xmlns:a16="http://schemas.microsoft.com/office/drawing/2014/main" id="{CB8868D1-6358-BC37-4649-96B2FD6F1117}"/>
                </a:ext>
              </a:extLst>
            </p:cNvPr>
            <p:cNvSpPr/>
            <p:nvPr/>
          </p:nvSpPr>
          <p:spPr>
            <a:xfrm>
              <a:off x="2163763" y="2268538"/>
              <a:ext cx="1092200" cy="522287"/>
            </a:xfrm>
            <a:custGeom>
              <a:avLst/>
              <a:gdLst>
                <a:gd name="connsiteX0" fmla="*/ 25400 w 1092200"/>
                <a:gd name="connsiteY0" fmla="*/ 0 h 522514"/>
                <a:gd name="connsiteX1" fmla="*/ 0 w 1092200"/>
                <a:gd name="connsiteY1" fmla="*/ 39914 h 522514"/>
                <a:gd name="connsiteX2" fmla="*/ 54429 w 1092200"/>
                <a:gd name="connsiteY2" fmla="*/ 116114 h 522514"/>
                <a:gd name="connsiteX3" fmla="*/ 145143 w 1092200"/>
                <a:gd name="connsiteY3" fmla="*/ 217714 h 522514"/>
                <a:gd name="connsiteX4" fmla="*/ 145143 w 1092200"/>
                <a:gd name="connsiteY4" fmla="*/ 283029 h 522514"/>
                <a:gd name="connsiteX5" fmla="*/ 130629 w 1092200"/>
                <a:gd name="connsiteY5" fmla="*/ 319314 h 522514"/>
                <a:gd name="connsiteX6" fmla="*/ 221343 w 1092200"/>
                <a:gd name="connsiteY6" fmla="*/ 326572 h 522514"/>
                <a:gd name="connsiteX7" fmla="*/ 290286 w 1092200"/>
                <a:gd name="connsiteY7" fmla="*/ 395514 h 522514"/>
                <a:gd name="connsiteX8" fmla="*/ 381000 w 1092200"/>
                <a:gd name="connsiteY8" fmla="*/ 373743 h 522514"/>
                <a:gd name="connsiteX9" fmla="*/ 410029 w 1092200"/>
                <a:gd name="connsiteY9" fmla="*/ 337457 h 522514"/>
                <a:gd name="connsiteX10" fmla="*/ 457200 w 1092200"/>
                <a:gd name="connsiteY10" fmla="*/ 257629 h 522514"/>
                <a:gd name="connsiteX11" fmla="*/ 500743 w 1092200"/>
                <a:gd name="connsiteY11" fmla="*/ 272143 h 522514"/>
                <a:gd name="connsiteX12" fmla="*/ 500743 w 1092200"/>
                <a:gd name="connsiteY12" fmla="*/ 297543 h 522514"/>
                <a:gd name="connsiteX13" fmla="*/ 486229 w 1092200"/>
                <a:gd name="connsiteY13" fmla="*/ 326572 h 522514"/>
                <a:gd name="connsiteX14" fmla="*/ 511629 w 1092200"/>
                <a:gd name="connsiteY14" fmla="*/ 381000 h 522514"/>
                <a:gd name="connsiteX15" fmla="*/ 522515 w 1092200"/>
                <a:gd name="connsiteY15" fmla="*/ 460829 h 522514"/>
                <a:gd name="connsiteX16" fmla="*/ 540658 w 1092200"/>
                <a:gd name="connsiteY16" fmla="*/ 482600 h 522514"/>
                <a:gd name="connsiteX17" fmla="*/ 602343 w 1092200"/>
                <a:gd name="connsiteY17" fmla="*/ 442686 h 522514"/>
                <a:gd name="connsiteX18" fmla="*/ 725715 w 1092200"/>
                <a:gd name="connsiteY18" fmla="*/ 449943 h 522514"/>
                <a:gd name="connsiteX19" fmla="*/ 827315 w 1092200"/>
                <a:gd name="connsiteY19" fmla="*/ 522514 h 522514"/>
                <a:gd name="connsiteX20" fmla="*/ 856343 w 1092200"/>
                <a:gd name="connsiteY20" fmla="*/ 449943 h 522514"/>
                <a:gd name="connsiteX21" fmla="*/ 907143 w 1092200"/>
                <a:gd name="connsiteY21" fmla="*/ 428172 h 522514"/>
                <a:gd name="connsiteX22" fmla="*/ 1030515 w 1092200"/>
                <a:gd name="connsiteY22" fmla="*/ 410029 h 522514"/>
                <a:gd name="connsiteX23" fmla="*/ 1092200 w 1092200"/>
                <a:gd name="connsiteY23" fmla="*/ 362857 h 522514"/>
                <a:gd name="connsiteX24" fmla="*/ 537029 w 1092200"/>
                <a:gd name="connsiteY24" fmla="*/ 123372 h 522514"/>
                <a:gd name="connsiteX25" fmla="*/ 25400 w 1092200"/>
                <a:gd name="connsiteY25" fmla="*/ 0 h 522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092200" h="522514">
                  <a:moveTo>
                    <a:pt x="25400" y="0"/>
                  </a:moveTo>
                  <a:lnTo>
                    <a:pt x="0" y="39914"/>
                  </a:lnTo>
                  <a:lnTo>
                    <a:pt x="54429" y="116114"/>
                  </a:lnTo>
                  <a:lnTo>
                    <a:pt x="145143" y="217714"/>
                  </a:lnTo>
                  <a:lnTo>
                    <a:pt x="145143" y="283029"/>
                  </a:lnTo>
                  <a:lnTo>
                    <a:pt x="130629" y="319314"/>
                  </a:lnTo>
                  <a:lnTo>
                    <a:pt x="221343" y="326572"/>
                  </a:lnTo>
                  <a:lnTo>
                    <a:pt x="290286" y="395514"/>
                  </a:lnTo>
                  <a:lnTo>
                    <a:pt x="381000" y="373743"/>
                  </a:lnTo>
                  <a:lnTo>
                    <a:pt x="410029" y="337457"/>
                  </a:lnTo>
                  <a:lnTo>
                    <a:pt x="457200" y="257629"/>
                  </a:lnTo>
                  <a:lnTo>
                    <a:pt x="500743" y="272143"/>
                  </a:lnTo>
                  <a:lnTo>
                    <a:pt x="500743" y="297543"/>
                  </a:lnTo>
                  <a:lnTo>
                    <a:pt x="486229" y="326572"/>
                  </a:lnTo>
                  <a:lnTo>
                    <a:pt x="511629" y="381000"/>
                  </a:lnTo>
                  <a:lnTo>
                    <a:pt x="522515" y="460829"/>
                  </a:lnTo>
                  <a:lnTo>
                    <a:pt x="540658" y="482600"/>
                  </a:lnTo>
                  <a:lnTo>
                    <a:pt x="602343" y="442686"/>
                  </a:lnTo>
                  <a:lnTo>
                    <a:pt x="725715" y="449943"/>
                  </a:lnTo>
                  <a:lnTo>
                    <a:pt x="827315" y="522514"/>
                  </a:lnTo>
                  <a:lnTo>
                    <a:pt x="856343" y="449943"/>
                  </a:lnTo>
                  <a:lnTo>
                    <a:pt x="907143" y="428172"/>
                  </a:lnTo>
                  <a:lnTo>
                    <a:pt x="1030515" y="410029"/>
                  </a:lnTo>
                  <a:lnTo>
                    <a:pt x="1092200" y="362857"/>
                  </a:lnTo>
                  <a:lnTo>
                    <a:pt x="537029" y="123372"/>
                  </a:lnTo>
                  <a:lnTo>
                    <a:pt x="25400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80B7FB87-6209-E76D-89F8-4B167DAB7EA8}"/>
                </a:ext>
              </a:extLst>
            </p:cNvPr>
            <p:cNvSpPr/>
            <p:nvPr/>
          </p:nvSpPr>
          <p:spPr>
            <a:xfrm>
              <a:off x="3436938" y="2332038"/>
              <a:ext cx="798512" cy="828675"/>
            </a:xfrm>
            <a:custGeom>
              <a:avLst/>
              <a:gdLst>
                <a:gd name="connsiteX0" fmla="*/ 210457 w 798286"/>
                <a:gd name="connsiteY0" fmla="*/ 50800 h 816429"/>
                <a:gd name="connsiteX1" fmla="*/ 214086 w 798286"/>
                <a:gd name="connsiteY1" fmla="*/ 112486 h 816429"/>
                <a:gd name="connsiteX2" fmla="*/ 87086 w 798286"/>
                <a:gd name="connsiteY2" fmla="*/ 170543 h 816429"/>
                <a:gd name="connsiteX3" fmla="*/ 87086 w 798286"/>
                <a:gd name="connsiteY3" fmla="*/ 246743 h 816429"/>
                <a:gd name="connsiteX4" fmla="*/ 0 w 798286"/>
                <a:gd name="connsiteY4" fmla="*/ 308429 h 816429"/>
                <a:gd name="connsiteX5" fmla="*/ 18143 w 798286"/>
                <a:gd name="connsiteY5" fmla="*/ 319314 h 816429"/>
                <a:gd name="connsiteX6" fmla="*/ 21771 w 798286"/>
                <a:gd name="connsiteY6" fmla="*/ 435429 h 816429"/>
                <a:gd name="connsiteX7" fmla="*/ 72571 w 798286"/>
                <a:gd name="connsiteY7" fmla="*/ 551543 h 816429"/>
                <a:gd name="connsiteX8" fmla="*/ 137886 w 798286"/>
                <a:gd name="connsiteY8" fmla="*/ 580572 h 816429"/>
                <a:gd name="connsiteX9" fmla="*/ 163286 w 798286"/>
                <a:gd name="connsiteY9" fmla="*/ 624114 h 816429"/>
                <a:gd name="connsiteX10" fmla="*/ 268514 w 798286"/>
                <a:gd name="connsiteY10" fmla="*/ 620486 h 816429"/>
                <a:gd name="connsiteX11" fmla="*/ 304800 w 798286"/>
                <a:gd name="connsiteY11" fmla="*/ 653143 h 816429"/>
                <a:gd name="connsiteX12" fmla="*/ 341086 w 798286"/>
                <a:gd name="connsiteY12" fmla="*/ 642257 h 816429"/>
                <a:gd name="connsiteX13" fmla="*/ 417286 w 798286"/>
                <a:gd name="connsiteY13" fmla="*/ 722086 h 816429"/>
                <a:gd name="connsiteX14" fmla="*/ 464457 w 798286"/>
                <a:gd name="connsiteY14" fmla="*/ 714829 h 816429"/>
                <a:gd name="connsiteX15" fmla="*/ 500743 w 798286"/>
                <a:gd name="connsiteY15" fmla="*/ 765629 h 816429"/>
                <a:gd name="connsiteX16" fmla="*/ 638629 w 798286"/>
                <a:gd name="connsiteY16" fmla="*/ 783772 h 816429"/>
                <a:gd name="connsiteX17" fmla="*/ 718457 w 798286"/>
                <a:gd name="connsiteY17" fmla="*/ 816429 h 816429"/>
                <a:gd name="connsiteX18" fmla="*/ 743857 w 798286"/>
                <a:gd name="connsiteY18" fmla="*/ 783772 h 816429"/>
                <a:gd name="connsiteX19" fmla="*/ 725714 w 798286"/>
                <a:gd name="connsiteY19" fmla="*/ 703943 h 816429"/>
                <a:gd name="connsiteX20" fmla="*/ 791029 w 798286"/>
                <a:gd name="connsiteY20" fmla="*/ 696686 h 816429"/>
                <a:gd name="connsiteX21" fmla="*/ 783771 w 798286"/>
                <a:gd name="connsiteY21" fmla="*/ 642257 h 816429"/>
                <a:gd name="connsiteX22" fmla="*/ 798286 w 798286"/>
                <a:gd name="connsiteY22" fmla="*/ 613229 h 816429"/>
                <a:gd name="connsiteX23" fmla="*/ 762000 w 798286"/>
                <a:gd name="connsiteY23" fmla="*/ 544286 h 816429"/>
                <a:gd name="connsiteX24" fmla="*/ 772886 w 798286"/>
                <a:gd name="connsiteY24" fmla="*/ 497114 h 816429"/>
                <a:gd name="connsiteX25" fmla="*/ 762000 w 798286"/>
                <a:gd name="connsiteY25" fmla="*/ 464457 h 816429"/>
                <a:gd name="connsiteX26" fmla="*/ 682171 w 798286"/>
                <a:gd name="connsiteY26" fmla="*/ 431800 h 816429"/>
                <a:gd name="connsiteX27" fmla="*/ 631371 w 798286"/>
                <a:gd name="connsiteY27" fmla="*/ 449943 h 816429"/>
                <a:gd name="connsiteX28" fmla="*/ 595086 w 798286"/>
                <a:gd name="connsiteY28" fmla="*/ 410029 h 816429"/>
                <a:gd name="connsiteX29" fmla="*/ 555171 w 798286"/>
                <a:gd name="connsiteY29" fmla="*/ 406400 h 816429"/>
                <a:gd name="connsiteX30" fmla="*/ 573314 w 798286"/>
                <a:gd name="connsiteY30" fmla="*/ 221343 h 816429"/>
                <a:gd name="connsiteX31" fmla="*/ 544286 w 798286"/>
                <a:gd name="connsiteY31" fmla="*/ 170543 h 816429"/>
                <a:gd name="connsiteX32" fmla="*/ 584200 w 798286"/>
                <a:gd name="connsiteY32" fmla="*/ 130629 h 816429"/>
                <a:gd name="connsiteX33" fmla="*/ 402771 w 798286"/>
                <a:gd name="connsiteY33" fmla="*/ 68943 h 816429"/>
                <a:gd name="connsiteX34" fmla="*/ 373743 w 798286"/>
                <a:gd name="connsiteY34" fmla="*/ 3629 h 816429"/>
                <a:gd name="connsiteX35" fmla="*/ 286657 w 798286"/>
                <a:gd name="connsiteY35" fmla="*/ 0 h 816429"/>
                <a:gd name="connsiteX36" fmla="*/ 210457 w 798286"/>
                <a:gd name="connsiteY36" fmla="*/ 50800 h 816429"/>
                <a:gd name="connsiteX0" fmla="*/ 210457 w 798286"/>
                <a:gd name="connsiteY0" fmla="*/ 62411 h 828040"/>
                <a:gd name="connsiteX1" fmla="*/ 214086 w 798286"/>
                <a:gd name="connsiteY1" fmla="*/ 124097 h 828040"/>
                <a:gd name="connsiteX2" fmla="*/ 87086 w 798286"/>
                <a:gd name="connsiteY2" fmla="*/ 182154 h 828040"/>
                <a:gd name="connsiteX3" fmla="*/ 87086 w 798286"/>
                <a:gd name="connsiteY3" fmla="*/ 258354 h 828040"/>
                <a:gd name="connsiteX4" fmla="*/ 0 w 798286"/>
                <a:gd name="connsiteY4" fmla="*/ 320040 h 828040"/>
                <a:gd name="connsiteX5" fmla="*/ 18143 w 798286"/>
                <a:gd name="connsiteY5" fmla="*/ 330925 h 828040"/>
                <a:gd name="connsiteX6" fmla="*/ 21771 w 798286"/>
                <a:gd name="connsiteY6" fmla="*/ 447040 h 828040"/>
                <a:gd name="connsiteX7" fmla="*/ 72571 w 798286"/>
                <a:gd name="connsiteY7" fmla="*/ 563154 h 828040"/>
                <a:gd name="connsiteX8" fmla="*/ 137886 w 798286"/>
                <a:gd name="connsiteY8" fmla="*/ 592183 h 828040"/>
                <a:gd name="connsiteX9" fmla="*/ 163286 w 798286"/>
                <a:gd name="connsiteY9" fmla="*/ 635725 h 828040"/>
                <a:gd name="connsiteX10" fmla="*/ 268514 w 798286"/>
                <a:gd name="connsiteY10" fmla="*/ 632097 h 828040"/>
                <a:gd name="connsiteX11" fmla="*/ 304800 w 798286"/>
                <a:gd name="connsiteY11" fmla="*/ 664754 h 828040"/>
                <a:gd name="connsiteX12" fmla="*/ 341086 w 798286"/>
                <a:gd name="connsiteY12" fmla="*/ 653868 h 828040"/>
                <a:gd name="connsiteX13" fmla="*/ 417286 w 798286"/>
                <a:gd name="connsiteY13" fmla="*/ 733697 h 828040"/>
                <a:gd name="connsiteX14" fmla="*/ 464457 w 798286"/>
                <a:gd name="connsiteY14" fmla="*/ 726440 h 828040"/>
                <a:gd name="connsiteX15" fmla="*/ 500743 w 798286"/>
                <a:gd name="connsiteY15" fmla="*/ 777240 h 828040"/>
                <a:gd name="connsiteX16" fmla="*/ 638629 w 798286"/>
                <a:gd name="connsiteY16" fmla="*/ 795383 h 828040"/>
                <a:gd name="connsiteX17" fmla="*/ 718457 w 798286"/>
                <a:gd name="connsiteY17" fmla="*/ 828040 h 828040"/>
                <a:gd name="connsiteX18" fmla="*/ 743857 w 798286"/>
                <a:gd name="connsiteY18" fmla="*/ 795383 h 828040"/>
                <a:gd name="connsiteX19" fmla="*/ 725714 w 798286"/>
                <a:gd name="connsiteY19" fmla="*/ 715554 h 828040"/>
                <a:gd name="connsiteX20" fmla="*/ 791029 w 798286"/>
                <a:gd name="connsiteY20" fmla="*/ 708297 h 828040"/>
                <a:gd name="connsiteX21" fmla="*/ 783771 w 798286"/>
                <a:gd name="connsiteY21" fmla="*/ 653868 h 828040"/>
                <a:gd name="connsiteX22" fmla="*/ 798286 w 798286"/>
                <a:gd name="connsiteY22" fmla="*/ 624840 h 828040"/>
                <a:gd name="connsiteX23" fmla="*/ 762000 w 798286"/>
                <a:gd name="connsiteY23" fmla="*/ 555897 h 828040"/>
                <a:gd name="connsiteX24" fmla="*/ 772886 w 798286"/>
                <a:gd name="connsiteY24" fmla="*/ 508725 h 828040"/>
                <a:gd name="connsiteX25" fmla="*/ 762000 w 798286"/>
                <a:gd name="connsiteY25" fmla="*/ 476068 h 828040"/>
                <a:gd name="connsiteX26" fmla="*/ 682171 w 798286"/>
                <a:gd name="connsiteY26" fmla="*/ 443411 h 828040"/>
                <a:gd name="connsiteX27" fmla="*/ 631371 w 798286"/>
                <a:gd name="connsiteY27" fmla="*/ 461554 h 828040"/>
                <a:gd name="connsiteX28" fmla="*/ 595086 w 798286"/>
                <a:gd name="connsiteY28" fmla="*/ 421640 h 828040"/>
                <a:gd name="connsiteX29" fmla="*/ 555171 w 798286"/>
                <a:gd name="connsiteY29" fmla="*/ 418011 h 828040"/>
                <a:gd name="connsiteX30" fmla="*/ 573314 w 798286"/>
                <a:gd name="connsiteY30" fmla="*/ 232954 h 828040"/>
                <a:gd name="connsiteX31" fmla="*/ 544286 w 798286"/>
                <a:gd name="connsiteY31" fmla="*/ 182154 h 828040"/>
                <a:gd name="connsiteX32" fmla="*/ 584200 w 798286"/>
                <a:gd name="connsiteY32" fmla="*/ 142240 h 828040"/>
                <a:gd name="connsiteX33" fmla="*/ 402771 w 798286"/>
                <a:gd name="connsiteY33" fmla="*/ 80554 h 828040"/>
                <a:gd name="connsiteX34" fmla="*/ 385173 w 798286"/>
                <a:gd name="connsiteY34" fmla="*/ 0 h 828040"/>
                <a:gd name="connsiteX35" fmla="*/ 286657 w 798286"/>
                <a:gd name="connsiteY35" fmla="*/ 11611 h 828040"/>
                <a:gd name="connsiteX36" fmla="*/ 210457 w 798286"/>
                <a:gd name="connsiteY36" fmla="*/ 62411 h 828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98286" h="828040">
                  <a:moveTo>
                    <a:pt x="210457" y="62411"/>
                  </a:moveTo>
                  <a:lnTo>
                    <a:pt x="214086" y="124097"/>
                  </a:lnTo>
                  <a:lnTo>
                    <a:pt x="87086" y="182154"/>
                  </a:lnTo>
                  <a:lnTo>
                    <a:pt x="87086" y="258354"/>
                  </a:lnTo>
                  <a:lnTo>
                    <a:pt x="0" y="320040"/>
                  </a:lnTo>
                  <a:lnTo>
                    <a:pt x="18143" y="330925"/>
                  </a:lnTo>
                  <a:lnTo>
                    <a:pt x="21771" y="447040"/>
                  </a:lnTo>
                  <a:lnTo>
                    <a:pt x="72571" y="563154"/>
                  </a:lnTo>
                  <a:lnTo>
                    <a:pt x="137886" y="592183"/>
                  </a:lnTo>
                  <a:lnTo>
                    <a:pt x="163286" y="635725"/>
                  </a:lnTo>
                  <a:lnTo>
                    <a:pt x="268514" y="632097"/>
                  </a:lnTo>
                  <a:lnTo>
                    <a:pt x="304800" y="664754"/>
                  </a:lnTo>
                  <a:lnTo>
                    <a:pt x="341086" y="653868"/>
                  </a:lnTo>
                  <a:lnTo>
                    <a:pt x="417286" y="733697"/>
                  </a:lnTo>
                  <a:lnTo>
                    <a:pt x="464457" y="726440"/>
                  </a:lnTo>
                  <a:lnTo>
                    <a:pt x="500743" y="777240"/>
                  </a:lnTo>
                  <a:lnTo>
                    <a:pt x="638629" y="795383"/>
                  </a:lnTo>
                  <a:lnTo>
                    <a:pt x="718457" y="828040"/>
                  </a:lnTo>
                  <a:lnTo>
                    <a:pt x="743857" y="795383"/>
                  </a:lnTo>
                  <a:lnTo>
                    <a:pt x="725714" y="715554"/>
                  </a:lnTo>
                  <a:lnTo>
                    <a:pt x="791029" y="708297"/>
                  </a:lnTo>
                  <a:lnTo>
                    <a:pt x="783771" y="653868"/>
                  </a:lnTo>
                  <a:lnTo>
                    <a:pt x="798286" y="624840"/>
                  </a:lnTo>
                  <a:lnTo>
                    <a:pt x="762000" y="555897"/>
                  </a:lnTo>
                  <a:lnTo>
                    <a:pt x="772886" y="508725"/>
                  </a:lnTo>
                  <a:lnTo>
                    <a:pt x="762000" y="476068"/>
                  </a:lnTo>
                  <a:lnTo>
                    <a:pt x="682171" y="443411"/>
                  </a:lnTo>
                  <a:lnTo>
                    <a:pt x="631371" y="461554"/>
                  </a:lnTo>
                  <a:lnTo>
                    <a:pt x="595086" y="421640"/>
                  </a:lnTo>
                  <a:lnTo>
                    <a:pt x="555171" y="418011"/>
                  </a:lnTo>
                  <a:lnTo>
                    <a:pt x="573314" y="232954"/>
                  </a:lnTo>
                  <a:lnTo>
                    <a:pt x="544286" y="182154"/>
                  </a:lnTo>
                  <a:lnTo>
                    <a:pt x="584200" y="142240"/>
                  </a:lnTo>
                  <a:lnTo>
                    <a:pt x="402771" y="80554"/>
                  </a:lnTo>
                  <a:lnTo>
                    <a:pt x="385173" y="0"/>
                  </a:lnTo>
                  <a:lnTo>
                    <a:pt x="286657" y="11611"/>
                  </a:lnTo>
                  <a:lnTo>
                    <a:pt x="210457" y="62411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4" name="Freeform 80">
              <a:extLst>
                <a:ext uri="{FF2B5EF4-FFF2-40B4-BE49-F238E27FC236}">
                  <a16:creationId xmlns:a16="http://schemas.microsoft.com/office/drawing/2014/main" id="{65067171-B506-A33B-022E-DBCE42EA5022}"/>
                </a:ext>
              </a:extLst>
            </p:cNvPr>
            <p:cNvSpPr/>
            <p:nvPr/>
          </p:nvSpPr>
          <p:spPr>
            <a:xfrm>
              <a:off x="3987800" y="2322513"/>
              <a:ext cx="1670050" cy="1530350"/>
            </a:xfrm>
            <a:custGeom>
              <a:avLst/>
              <a:gdLst>
                <a:gd name="connsiteX0" fmla="*/ 1669143 w 1669143"/>
                <a:gd name="connsiteY0" fmla="*/ 297543 h 1531257"/>
                <a:gd name="connsiteX1" fmla="*/ 783771 w 1669143"/>
                <a:gd name="connsiteY1" fmla="*/ 290285 h 1531257"/>
                <a:gd name="connsiteX2" fmla="*/ 674914 w 1669143"/>
                <a:gd name="connsiteY2" fmla="*/ 290285 h 1531257"/>
                <a:gd name="connsiteX3" fmla="*/ 566057 w 1669143"/>
                <a:gd name="connsiteY3" fmla="*/ 177800 h 1531257"/>
                <a:gd name="connsiteX4" fmla="*/ 468086 w 1669143"/>
                <a:gd name="connsiteY4" fmla="*/ 0 h 1531257"/>
                <a:gd name="connsiteX5" fmla="*/ 460828 w 1669143"/>
                <a:gd name="connsiteY5" fmla="*/ 32657 h 1531257"/>
                <a:gd name="connsiteX6" fmla="*/ 475343 w 1669143"/>
                <a:gd name="connsiteY6" fmla="*/ 87085 h 1531257"/>
                <a:gd name="connsiteX7" fmla="*/ 446314 w 1669143"/>
                <a:gd name="connsiteY7" fmla="*/ 137885 h 1531257"/>
                <a:gd name="connsiteX8" fmla="*/ 32657 w 1669143"/>
                <a:gd name="connsiteY8" fmla="*/ 156028 h 1531257"/>
                <a:gd name="connsiteX9" fmla="*/ 3628 w 1669143"/>
                <a:gd name="connsiteY9" fmla="*/ 185057 h 1531257"/>
                <a:gd name="connsiteX10" fmla="*/ 21771 w 1669143"/>
                <a:gd name="connsiteY10" fmla="*/ 257628 h 1531257"/>
                <a:gd name="connsiteX11" fmla="*/ 0 w 1669143"/>
                <a:gd name="connsiteY11" fmla="*/ 424543 h 1531257"/>
                <a:gd name="connsiteX12" fmla="*/ 58057 w 1669143"/>
                <a:gd name="connsiteY12" fmla="*/ 435428 h 1531257"/>
                <a:gd name="connsiteX13" fmla="*/ 76200 w 1669143"/>
                <a:gd name="connsiteY13" fmla="*/ 471714 h 1531257"/>
                <a:gd name="connsiteX14" fmla="*/ 141514 w 1669143"/>
                <a:gd name="connsiteY14" fmla="*/ 453571 h 1531257"/>
                <a:gd name="connsiteX15" fmla="*/ 217714 w 1669143"/>
                <a:gd name="connsiteY15" fmla="*/ 489857 h 1531257"/>
                <a:gd name="connsiteX16" fmla="*/ 217714 w 1669143"/>
                <a:gd name="connsiteY16" fmla="*/ 540657 h 1531257"/>
                <a:gd name="connsiteX17" fmla="*/ 214086 w 1669143"/>
                <a:gd name="connsiteY17" fmla="*/ 580571 h 1531257"/>
                <a:gd name="connsiteX18" fmla="*/ 257628 w 1669143"/>
                <a:gd name="connsiteY18" fmla="*/ 638628 h 1531257"/>
                <a:gd name="connsiteX19" fmla="*/ 228600 w 1669143"/>
                <a:gd name="connsiteY19" fmla="*/ 682171 h 1531257"/>
                <a:gd name="connsiteX20" fmla="*/ 239486 w 1669143"/>
                <a:gd name="connsiteY20" fmla="*/ 707571 h 1531257"/>
                <a:gd name="connsiteX21" fmla="*/ 185057 w 1669143"/>
                <a:gd name="connsiteY21" fmla="*/ 729343 h 1531257"/>
                <a:gd name="connsiteX22" fmla="*/ 192314 w 1669143"/>
                <a:gd name="connsiteY22" fmla="*/ 809171 h 1531257"/>
                <a:gd name="connsiteX23" fmla="*/ 163286 w 1669143"/>
                <a:gd name="connsiteY23" fmla="*/ 845457 h 1531257"/>
                <a:gd name="connsiteX24" fmla="*/ 192314 w 1669143"/>
                <a:gd name="connsiteY24" fmla="*/ 939800 h 1531257"/>
                <a:gd name="connsiteX25" fmla="*/ 188686 w 1669143"/>
                <a:gd name="connsiteY25" fmla="*/ 1081314 h 1531257"/>
                <a:gd name="connsiteX26" fmla="*/ 170543 w 1669143"/>
                <a:gd name="connsiteY26" fmla="*/ 1095828 h 1531257"/>
                <a:gd name="connsiteX27" fmla="*/ 210457 w 1669143"/>
                <a:gd name="connsiteY27" fmla="*/ 1201057 h 1531257"/>
                <a:gd name="connsiteX28" fmla="*/ 319314 w 1669143"/>
                <a:gd name="connsiteY28" fmla="*/ 1233714 h 1531257"/>
                <a:gd name="connsiteX29" fmla="*/ 399143 w 1669143"/>
                <a:gd name="connsiteY29" fmla="*/ 1215571 h 1531257"/>
                <a:gd name="connsiteX30" fmla="*/ 489857 w 1669143"/>
                <a:gd name="connsiteY30" fmla="*/ 1244600 h 1531257"/>
                <a:gd name="connsiteX31" fmla="*/ 489857 w 1669143"/>
                <a:gd name="connsiteY31" fmla="*/ 1291771 h 1531257"/>
                <a:gd name="connsiteX32" fmla="*/ 500743 w 1669143"/>
                <a:gd name="connsiteY32" fmla="*/ 1407885 h 1531257"/>
                <a:gd name="connsiteX33" fmla="*/ 566057 w 1669143"/>
                <a:gd name="connsiteY33" fmla="*/ 1433285 h 1531257"/>
                <a:gd name="connsiteX34" fmla="*/ 609600 w 1669143"/>
                <a:gd name="connsiteY34" fmla="*/ 1531257 h 1531257"/>
                <a:gd name="connsiteX35" fmla="*/ 696686 w 1669143"/>
                <a:gd name="connsiteY35" fmla="*/ 1404257 h 1531257"/>
                <a:gd name="connsiteX36" fmla="*/ 725714 w 1669143"/>
                <a:gd name="connsiteY36" fmla="*/ 1422400 h 1531257"/>
                <a:gd name="connsiteX37" fmla="*/ 776514 w 1669143"/>
                <a:gd name="connsiteY37" fmla="*/ 1393371 h 1531257"/>
                <a:gd name="connsiteX38" fmla="*/ 816428 w 1669143"/>
                <a:gd name="connsiteY38" fmla="*/ 1393371 h 1531257"/>
                <a:gd name="connsiteX39" fmla="*/ 892628 w 1669143"/>
                <a:gd name="connsiteY39" fmla="*/ 1451428 h 1531257"/>
                <a:gd name="connsiteX40" fmla="*/ 950686 w 1669143"/>
                <a:gd name="connsiteY40" fmla="*/ 1469571 h 1531257"/>
                <a:gd name="connsiteX41" fmla="*/ 1012371 w 1669143"/>
                <a:gd name="connsiteY41" fmla="*/ 1422400 h 1531257"/>
                <a:gd name="connsiteX42" fmla="*/ 1070428 w 1669143"/>
                <a:gd name="connsiteY42" fmla="*/ 1440543 h 1531257"/>
                <a:gd name="connsiteX43" fmla="*/ 1128486 w 1669143"/>
                <a:gd name="connsiteY43" fmla="*/ 1393371 h 1531257"/>
                <a:gd name="connsiteX44" fmla="*/ 1164771 w 1669143"/>
                <a:gd name="connsiteY44" fmla="*/ 1400628 h 1531257"/>
                <a:gd name="connsiteX45" fmla="*/ 1161143 w 1669143"/>
                <a:gd name="connsiteY45" fmla="*/ 1473200 h 1531257"/>
                <a:gd name="connsiteX46" fmla="*/ 1211943 w 1669143"/>
                <a:gd name="connsiteY46" fmla="*/ 1509485 h 1531257"/>
                <a:gd name="connsiteX47" fmla="*/ 1240971 w 1669143"/>
                <a:gd name="connsiteY47" fmla="*/ 1487714 h 1531257"/>
                <a:gd name="connsiteX48" fmla="*/ 1211943 w 1669143"/>
                <a:gd name="connsiteY48" fmla="*/ 1429657 h 1531257"/>
                <a:gd name="connsiteX49" fmla="*/ 1222828 w 1669143"/>
                <a:gd name="connsiteY49" fmla="*/ 1357085 h 1531257"/>
                <a:gd name="connsiteX50" fmla="*/ 1244600 w 1669143"/>
                <a:gd name="connsiteY50" fmla="*/ 1331685 h 1531257"/>
                <a:gd name="connsiteX51" fmla="*/ 1244600 w 1669143"/>
                <a:gd name="connsiteY51" fmla="*/ 1284514 h 1531257"/>
                <a:gd name="connsiteX52" fmla="*/ 1313543 w 1669143"/>
                <a:gd name="connsiteY52" fmla="*/ 1270000 h 1531257"/>
                <a:gd name="connsiteX53" fmla="*/ 1320800 w 1669143"/>
                <a:gd name="connsiteY53" fmla="*/ 1219200 h 1531257"/>
                <a:gd name="connsiteX54" fmla="*/ 1382486 w 1669143"/>
                <a:gd name="connsiteY54" fmla="*/ 1164771 h 1531257"/>
                <a:gd name="connsiteX55" fmla="*/ 1458686 w 1669143"/>
                <a:gd name="connsiteY55" fmla="*/ 1168400 h 1531257"/>
                <a:gd name="connsiteX56" fmla="*/ 1444171 w 1669143"/>
                <a:gd name="connsiteY56" fmla="*/ 1077685 h 1531257"/>
                <a:gd name="connsiteX57" fmla="*/ 1491343 w 1669143"/>
                <a:gd name="connsiteY57" fmla="*/ 1048657 h 1531257"/>
                <a:gd name="connsiteX58" fmla="*/ 1513114 w 1669143"/>
                <a:gd name="connsiteY58" fmla="*/ 1063171 h 1531257"/>
                <a:gd name="connsiteX59" fmla="*/ 1553028 w 1669143"/>
                <a:gd name="connsiteY59" fmla="*/ 979714 h 1531257"/>
                <a:gd name="connsiteX60" fmla="*/ 1553028 w 1669143"/>
                <a:gd name="connsiteY60" fmla="*/ 936171 h 1531257"/>
                <a:gd name="connsiteX61" fmla="*/ 1574800 w 1669143"/>
                <a:gd name="connsiteY61" fmla="*/ 892628 h 1531257"/>
                <a:gd name="connsiteX62" fmla="*/ 1574800 w 1669143"/>
                <a:gd name="connsiteY62" fmla="*/ 849085 h 1531257"/>
                <a:gd name="connsiteX63" fmla="*/ 1603828 w 1669143"/>
                <a:gd name="connsiteY63" fmla="*/ 805543 h 1531257"/>
                <a:gd name="connsiteX64" fmla="*/ 1603828 w 1669143"/>
                <a:gd name="connsiteY64" fmla="*/ 765628 h 1531257"/>
                <a:gd name="connsiteX65" fmla="*/ 1621971 w 1669143"/>
                <a:gd name="connsiteY65" fmla="*/ 711200 h 1531257"/>
                <a:gd name="connsiteX66" fmla="*/ 1600200 w 1669143"/>
                <a:gd name="connsiteY66" fmla="*/ 649514 h 1531257"/>
                <a:gd name="connsiteX67" fmla="*/ 1614714 w 1669143"/>
                <a:gd name="connsiteY67" fmla="*/ 595085 h 1531257"/>
                <a:gd name="connsiteX68" fmla="*/ 1592943 w 1669143"/>
                <a:gd name="connsiteY68" fmla="*/ 569685 h 1531257"/>
                <a:gd name="connsiteX69" fmla="*/ 1596571 w 1669143"/>
                <a:gd name="connsiteY69" fmla="*/ 493485 h 1531257"/>
                <a:gd name="connsiteX70" fmla="*/ 1661886 w 1669143"/>
                <a:gd name="connsiteY70" fmla="*/ 399143 h 1531257"/>
                <a:gd name="connsiteX71" fmla="*/ 1669143 w 1669143"/>
                <a:gd name="connsiteY71" fmla="*/ 297543 h 1531257"/>
                <a:gd name="connsiteX0" fmla="*/ 1669143 w 1669143"/>
                <a:gd name="connsiteY0" fmla="*/ 297543 h 1531257"/>
                <a:gd name="connsiteX1" fmla="*/ 783771 w 1669143"/>
                <a:gd name="connsiteY1" fmla="*/ 290285 h 1531257"/>
                <a:gd name="connsiteX2" fmla="*/ 674914 w 1669143"/>
                <a:gd name="connsiteY2" fmla="*/ 290285 h 1531257"/>
                <a:gd name="connsiteX3" fmla="*/ 566057 w 1669143"/>
                <a:gd name="connsiteY3" fmla="*/ 177800 h 1531257"/>
                <a:gd name="connsiteX4" fmla="*/ 494756 w 1669143"/>
                <a:gd name="connsiteY4" fmla="*/ 0 h 1531257"/>
                <a:gd name="connsiteX5" fmla="*/ 460828 w 1669143"/>
                <a:gd name="connsiteY5" fmla="*/ 32657 h 1531257"/>
                <a:gd name="connsiteX6" fmla="*/ 475343 w 1669143"/>
                <a:gd name="connsiteY6" fmla="*/ 87085 h 1531257"/>
                <a:gd name="connsiteX7" fmla="*/ 446314 w 1669143"/>
                <a:gd name="connsiteY7" fmla="*/ 137885 h 1531257"/>
                <a:gd name="connsiteX8" fmla="*/ 32657 w 1669143"/>
                <a:gd name="connsiteY8" fmla="*/ 156028 h 1531257"/>
                <a:gd name="connsiteX9" fmla="*/ 3628 w 1669143"/>
                <a:gd name="connsiteY9" fmla="*/ 185057 h 1531257"/>
                <a:gd name="connsiteX10" fmla="*/ 21771 w 1669143"/>
                <a:gd name="connsiteY10" fmla="*/ 257628 h 1531257"/>
                <a:gd name="connsiteX11" fmla="*/ 0 w 1669143"/>
                <a:gd name="connsiteY11" fmla="*/ 424543 h 1531257"/>
                <a:gd name="connsiteX12" fmla="*/ 58057 w 1669143"/>
                <a:gd name="connsiteY12" fmla="*/ 435428 h 1531257"/>
                <a:gd name="connsiteX13" fmla="*/ 76200 w 1669143"/>
                <a:gd name="connsiteY13" fmla="*/ 471714 h 1531257"/>
                <a:gd name="connsiteX14" fmla="*/ 141514 w 1669143"/>
                <a:gd name="connsiteY14" fmla="*/ 453571 h 1531257"/>
                <a:gd name="connsiteX15" fmla="*/ 217714 w 1669143"/>
                <a:gd name="connsiteY15" fmla="*/ 489857 h 1531257"/>
                <a:gd name="connsiteX16" fmla="*/ 217714 w 1669143"/>
                <a:gd name="connsiteY16" fmla="*/ 540657 h 1531257"/>
                <a:gd name="connsiteX17" fmla="*/ 214086 w 1669143"/>
                <a:gd name="connsiteY17" fmla="*/ 580571 h 1531257"/>
                <a:gd name="connsiteX18" fmla="*/ 257628 w 1669143"/>
                <a:gd name="connsiteY18" fmla="*/ 638628 h 1531257"/>
                <a:gd name="connsiteX19" fmla="*/ 228600 w 1669143"/>
                <a:gd name="connsiteY19" fmla="*/ 682171 h 1531257"/>
                <a:gd name="connsiteX20" fmla="*/ 239486 w 1669143"/>
                <a:gd name="connsiteY20" fmla="*/ 707571 h 1531257"/>
                <a:gd name="connsiteX21" fmla="*/ 185057 w 1669143"/>
                <a:gd name="connsiteY21" fmla="*/ 729343 h 1531257"/>
                <a:gd name="connsiteX22" fmla="*/ 192314 w 1669143"/>
                <a:gd name="connsiteY22" fmla="*/ 809171 h 1531257"/>
                <a:gd name="connsiteX23" fmla="*/ 163286 w 1669143"/>
                <a:gd name="connsiteY23" fmla="*/ 845457 h 1531257"/>
                <a:gd name="connsiteX24" fmla="*/ 192314 w 1669143"/>
                <a:gd name="connsiteY24" fmla="*/ 939800 h 1531257"/>
                <a:gd name="connsiteX25" fmla="*/ 188686 w 1669143"/>
                <a:gd name="connsiteY25" fmla="*/ 1081314 h 1531257"/>
                <a:gd name="connsiteX26" fmla="*/ 170543 w 1669143"/>
                <a:gd name="connsiteY26" fmla="*/ 1095828 h 1531257"/>
                <a:gd name="connsiteX27" fmla="*/ 210457 w 1669143"/>
                <a:gd name="connsiteY27" fmla="*/ 1201057 h 1531257"/>
                <a:gd name="connsiteX28" fmla="*/ 319314 w 1669143"/>
                <a:gd name="connsiteY28" fmla="*/ 1233714 h 1531257"/>
                <a:gd name="connsiteX29" fmla="*/ 399143 w 1669143"/>
                <a:gd name="connsiteY29" fmla="*/ 1215571 h 1531257"/>
                <a:gd name="connsiteX30" fmla="*/ 489857 w 1669143"/>
                <a:gd name="connsiteY30" fmla="*/ 1244600 h 1531257"/>
                <a:gd name="connsiteX31" fmla="*/ 489857 w 1669143"/>
                <a:gd name="connsiteY31" fmla="*/ 1291771 h 1531257"/>
                <a:gd name="connsiteX32" fmla="*/ 500743 w 1669143"/>
                <a:gd name="connsiteY32" fmla="*/ 1407885 h 1531257"/>
                <a:gd name="connsiteX33" fmla="*/ 566057 w 1669143"/>
                <a:gd name="connsiteY33" fmla="*/ 1433285 h 1531257"/>
                <a:gd name="connsiteX34" fmla="*/ 609600 w 1669143"/>
                <a:gd name="connsiteY34" fmla="*/ 1531257 h 1531257"/>
                <a:gd name="connsiteX35" fmla="*/ 696686 w 1669143"/>
                <a:gd name="connsiteY35" fmla="*/ 1404257 h 1531257"/>
                <a:gd name="connsiteX36" fmla="*/ 725714 w 1669143"/>
                <a:gd name="connsiteY36" fmla="*/ 1422400 h 1531257"/>
                <a:gd name="connsiteX37" fmla="*/ 776514 w 1669143"/>
                <a:gd name="connsiteY37" fmla="*/ 1393371 h 1531257"/>
                <a:gd name="connsiteX38" fmla="*/ 816428 w 1669143"/>
                <a:gd name="connsiteY38" fmla="*/ 1393371 h 1531257"/>
                <a:gd name="connsiteX39" fmla="*/ 892628 w 1669143"/>
                <a:gd name="connsiteY39" fmla="*/ 1451428 h 1531257"/>
                <a:gd name="connsiteX40" fmla="*/ 950686 w 1669143"/>
                <a:gd name="connsiteY40" fmla="*/ 1469571 h 1531257"/>
                <a:gd name="connsiteX41" fmla="*/ 1012371 w 1669143"/>
                <a:gd name="connsiteY41" fmla="*/ 1422400 h 1531257"/>
                <a:gd name="connsiteX42" fmla="*/ 1070428 w 1669143"/>
                <a:gd name="connsiteY42" fmla="*/ 1440543 h 1531257"/>
                <a:gd name="connsiteX43" fmla="*/ 1128486 w 1669143"/>
                <a:gd name="connsiteY43" fmla="*/ 1393371 h 1531257"/>
                <a:gd name="connsiteX44" fmla="*/ 1164771 w 1669143"/>
                <a:gd name="connsiteY44" fmla="*/ 1400628 h 1531257"/>
                <a:gd name="connsiteX45" fmla="*/ 1161143 w 1669143"/>
                <a:gd name="connsiteY45" fmla="*/ 1473200 h 1531257"/>
                <a:gd name="connsiteX46" fmla="*/ 1211943 w 1669143"/>
                <a:gd name="connsiteY46" fmla="*/ 1509485 h 1531257"/>
                <a:gd name="connsiteX47" fmla="*/ 1240971 w 1669143"/>
                <a:gd name="connsiteY47" fmla="*/ 1487714 h 1531257"/>
                <a:gd name="connsiteX48" fmla="*/ 1211943 w 1669143"/>
                <a:gd name="connsiteY48" fmla="*/ 1429657 h 1531257"/>
                <a:gd name="connsiteX49" fmla="*/ 1222828 w 1669143"/>
                <a:gd name="connsiteY49" fmla="*/ 1357085 h 1531257"/>
                <a:gd name="connsiteX50" fmla="*/ 1244600 w 1669143"/>
                <a:gd name="connsiteY50" fmla="*/ 1331685 h 1531257"/>
                <a:gd name="connsiteX51" fmla="*/ 1244600 w 1669143"/>
                <a:gd name="connsiteY51" fmla="*/ 1284514 h 1531257"/>
                <a:gd name="connsiteX52" fmla="*/ 1313543 w 1669143"/>
                <a:gd name="connsiteY52" fmla="*/ 1270000 h 1531257"/>
                <a:gd name="connsiteX53" fmla="*/ 1320800 w 1669143"/>
                <a:gd name="connsiteY53" fmla="*/ 1219200 h 1531257"/>
                <a:gd name="connsiteX54" fmla="*/ 1382486 w 1669143"/>
                <a:gd name="connsiteY54" fmla="*/ 1164771 h 1531257"/>
                <a:gd name="connsiteX55" fmla="*/ 1458686 w 1669143"/>
                <a:gd name="connsiteY55" fmla="*/ 1168400 h 1531257"/>
                <a:gd name="connsiteX56" fmla="*/ 1444171 w 1669143"/>
                <a:gd name="connsiteY56" fmla="*/ 1077685 h 1531257"/>
                <a:gd name="connsiteX57" fmla="*/ 1491343 w 1669143"/>
                <a:gd name="connsiteY57" fmla="*/ 1048657 h 1531257"/>
                <a:gd name="connsiteX58" fmla="*/ 1513114 w 1669143"/>
                <a:gd name="connsiteY58" fmla="*/ 1063171 h 1531257"/>
                <a:gd name="connsiteX59" fmla="*/ 1553028 w 1669143"/>
                <a:gd name="connsiteY59" fmla="*/ 979714 h 1531257"/>
                <a:gd name="connsiteX60" fmla="*/ 1553028 w 1669143"/>
                <a:gd name="connsiteY60" fmla="*/ 936171 h 1531257"/>
                <a:gd name="connsiteX61" fmla="*/ 1574800 w 1669143"/>
                <a:gd name="connsiteY61" fmla="*/ 892628 h 1531257"/>
                <a:gd name="connsiteX62" fmla="*/ 1574800 w 1669143"/>
                <a:gd name="connsiteY62" fmla="*/ 849085 h 1531257"/>
                <a:gd name="connsiteX63" fmla="*/ 1603828 w 1669143"/>
                <a:gd name="connsiteY63" fmla="*/ 805543 h 1531257"/>
                <a:gd name="connsiteX64" fmla="*/ 1603828 w 1669143"/>
                <a:gd name="connsiteY64" fmla="*/ 765628 h 1531257"/>
                <a:gd name="connsiteX65" fmla="*/ 1621971 w 1669143"/>
                <a:gd name="connsiteY65" fmla="*/ 711200 h 1531257"/>
                <a:gd name="connsiteX66" fmla="*/ 1600200 w 1669143"/>
                <a:gd name="connsiteY66" fmla="*/ 649514 h 1531257"/>
                <a:gd name="connsiteX67" fmla="*/ 1614714 w 1669143"/>
                <a:gd name="connsiteY67" fmla="*/ 595085 h 1531257"/>
                <a:gd name="connsiteX68" fmla="*/ 1592943 w 1669143"/>
                <a:gd name="connsiteY68" fmla="*/ 569685 h 1531257"/>
                <a:gd name="connsiteX69" fmla="*/ 1596571 w 1669143"/>
                <a:gd name="connsiteY69" fmla="*/ 493485 h 1531257"/>
                <a:gd name="connsiteX70" fmla="*/ 1661886 w 1669143"/>
                <a:gd name="connsiteY70" fmla="*/ 399143 h 1531257"/>
                <a:gd name="connsiteX71" fmla="*/ 1669143 w 1669143"/>
                <a:gd name="connsiteY71" fmla="*/ 297543 h 153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1669143" h="1531257">
                  <a:moveTo>
                    <a:pt x="1669143" y="297543"/>
                  </a:moveTo>
                  <a:lnTo>
                    <a:pt x="783771" y="290285"/>
                  </a:lnTo>
                  <a:lnTo>
                    <a:pt x="674914" y="290285"/>
                  </a:lnTo>
                  <a:lnTo>
                    <a:pt x="566057" y="177800"/>
                  </a:lnTo>
                  <a:lnTo>
                    <a:pt x="494756" y="0"/>
                  </a:lnTo>
                  <a:lnTo>
                    <a:pt x="460828" y="32657"/>
                  </a:lnTo>
                  <a:lnTo>
                    <a:pt x="475343" y="87085"/>
                  </a:lnTo>
                  <a:lnTo>
                    <a:pt x="446314" y="137885"/>
                  </a:lnTo>
                  <a:lnTo>
                    <a:pt x="32657" y="156028"/>
                  </a:lnTo>
                  <a:lnTo>
                    <a:pt x="3628" y="185057"/>
                  </a:lnTo>
                  <a:lnTo>
                    <a:pt x="21771" y="257628"/>
                  </a:lnTo>
                  <a:lnTo>
                    <a:pt x="0" y="424543"/>
                  </a:lnTo>
                  <a:lnTo>
                    <a:pt x="58057" y="435428"/>
                  </a:lnTo>
                  <a:lnTo>
                    <a:pt x="76200" y="471714"/>
                  </a:lnTo>
                  <a:lnTo>
                    <a:pt x="141514" y="453571"/>
                  </a:lnTo>
                  <a:lnTo>
                    <a:pt x="217714" y="489857"/>
                  </a:lnTo>
                  <a:lnTo>
                    <a:pt x="217714" y="540657"/>
                  </a:lnTo>
                  <a:lnTo>
                    <a:pt x="214086" y="580571"/>
                  </a:lnTo>
                  <a:lnTo>
                    <a:pt x="257628" y="638628"/>
                  </a:lnTo>
                  <a:lnTo>
                    <a:pt x="228600" y="682171"/>
                  </a:lnTo>
                  <a:lnTo>
                    <a:pt x="239486" y="707571"/>
                  </a:lnTo>
                  <a:lnTo>
                    <a:pt x="185057" y="729343"/>
                  </a:lnTo>
                  <a:lnTo>
                    <a:pt x="192314" y="809171"/>
                  </a:lnTo>
                  <a:lnTo>
                    <a:pt x="163286" y="845457"/>
                  </a:lnTo>
                  <a:lnTo>
                    <a:pt x="192314" y="939800"/>
                  </a:lnTo>
                  <a:cubicBezTo>
                    <a:pt x="191105" y="986971"/>
                    <a:pt x="189895" y="1034143"/>
                    <a:pt x="188686" y="1081314"/>
                  </a:cubicBezTo>
                  <a:lnTo>
                    <a:pt x="170543" y="1095828"/>
                  </a:lnTo>
                  <a:lnTo>
                    <a:pt x="210457" y="1201057"/>
                  </a:lnTo>
                  <a:lnTo>
                    <a:pt x="319314" y="1233714"/>
                  </a:lnTo>
                  <a:lnTo>
                    <a:pt x="399143" y="1215571"/>
                  </a:lnTo>
                  <a:lnTo>
                    <a:pt x="489857" y="1244600"/>
                  </a:lnTo>
                  <a:lnTo>
                    <a:pt x="489857" y="1291771"/>
                  </a:lnTo>
                  <a:lnTo>
                    <a:pt x="500743" y="1407885"/>
                  </a:lnTo>
                  <a:lnTo>
                    <a:pt x="566057" y="1433285"/>
                  </a:lnTo>
                  <a:lnTo>
                    <a:pt x="609600" y="1531257"/>
                  </a:lnTo>
                  <a:lnTo>
                    <a:pt x="696686" y="1404257"/>
                  </a:lnTo>
                  <a:lnTo>
                    <a:pt x="725714" y="1422400"/>
                  </a:lnTo>
                  <a:lnTo>
                    <a:pt x="776514" y="1393371"/>
                  </a:lnTo>
                  <a:lnTo>
                    <a:pt x="816428" y="1393371"/>
                  </a:lnTo>
                  <a:lnTo>
                    <a:pt x="892628" y="1451428"/>
                  </a:lnTo>
                  <a:lnTo>
                    <a:pt x="950686" y="1469571"/>
                  </a:lnTo>
                  <a:lnTo>
                    <a:pt x="1012371" y="1422400"/>
                  </a:lnTo>
                  <a:lnTo>
                    <a:pt x="1070428" y="1440543"/>
                  </a:lnTo>
                  <a:lnTo>
                    <a:pt x="1128486" y="1393371"/>
                  </a:lnTo>
                  <a:lnTo>
                    <a:pt x="1164771" y="1400628"/>
                  </a:lnTo>
                  <a:lnTo>
                    <a:pt x="1161143" y="1473200"/>
                  </a:lnTo>
                  <a:lnTo>
                    <a:pt x="1211943" y="1509485"/>
                  </a:lnTo>
                  <a:lnTo>
                    <a:pt x="1240971" y="1487714"/>
                  </a:lnTo>
                  <a:lnTo>
                    <a:pt x="1211943" y="1429657"/>
                  </a:lnTo>
                  <a:lnTo>
                    <a:pt x="1222828" y="1357085"/>
                  </a:lnTo>
                  <a:lnTo>
                    <a:pt x="1244600" y="1331685"/>
                  </a:lnTo>
                  <a:lnTo>
                    <a:pt x="1244600" y="1284514"/>
                  </a:lnTo>
                  <a:lnTo>
                    <a:pt x="1313543" y="1270000"/>
                  </a:lnTo>
                  <a:lnTo>
                    <a:pt x="1320800" y="1219200"/>
                  </a:lnTo>
                  <a:lnTo>
                    <a:pt x="1382486" y="1164771"/>
                  </a:lnTo>
                  <a:lnTo>
                    <a:pt x="1458686" y="1168400"/>
                  </a:lnTo>
                  <a:lnTo>
                    <a:pt x="1444171" y="1077685"/>
                  </a:lnTo>
                  <a:lnTo>
                    <a:pt x="1491343" y="1048657"/>
                  </a:lnTo>
                  <a:lnTo>
                    <a:pt x="1513114" y="1063171"/>
                  </a:lnTo>
                  <a:lnTo>
                    <a:pt x="1553028" y="979714"/>
                  </a:lnTo>
                  <a:lnTo>
                    <a:pt x="1553028" y="936171"/>
                  </a:lnTo>
                  <a:lnTo>
                    <a:pt x="1574800" y="892628"/>
                  </a:lnTo>
                  <a:lnTo>
                    <a:pt x="1574800" y="849085"/>
                  </a:lnTo>
                  <a:lnTo>
                    <a:pt x="1603828" y="805543"/>
                  </a:lnTo>
                  <a:lnTo>
                    <a:pt x="1603828" y="765628"/>
                  </a:lnTo>
                  <a:lnTo>
                    <a:pt x="1621971" y="711200"/>
                  </a:lnTo>
                  <a:lnTo>
                    <a:pt x="1600200" y="649514"/>
                  </a:lnTo>
                  <a:lnTo>
                    <a:pt x="1614714" y="595085"/>
                  </a:lnTo>
                  <a:lnTo>
                    <a:pt x="1592943" y="569685"/>
                  </a:lnTo>
                  <a:lnTo>
                    <a:pt x="1596571" y="493485"/>
                  </a:lnTo>
                  <a:lnTo>
                    <a:pt x="1661886" y="399143"/>
                  </a:lnTo>
                  <a:lnTo>
                    <a:pt x="1669143" y="297543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5" name="Freeform 81">
              <a:extLst>
                <a:ext uri="{FF2B5EF4-FFF2-40B4-BE49-F238E27FC236}">
                  <a16:creationId xmlns:a16="http://schemas.microsoft.com/office/drawing/2014/main" id="{0EACEE7C-6F19-AE9E-8B1E-182285D078FD}"/>
                </a:ext>
              </a:extLst>
            </p:cNvPr>
            <p:cNvSpPr/>
            <p:nvPr/>
          </p:nvSpPr>
          <p:spPr>
            <a:xfrm>
              <a:off x="4511675" y="3708400"/>
              <a:ext cx="1062038" cy="1030288"/>
            </a:xfrm>
            <a:custGeom>
              <a:avLst/>
              <a:gdLst>
                <a:gd name="connsiteX0" fmla="*/ 94343 w 1063172"/>
                <a:gd name="connsiteY0" fmla="*/ 137886 h 1030514"/>
                <a:gd name="connsiteX1" fmla="*/ 3629 w 1063172"/>
                <a:gd name="connsiteY1" fmla="*/ 366486 h 1030514"/>
                <a:gd name="connsiteX2" fmla="*/ 39914 w 1063172"/>
                <a:gd name="connsiteY2" fmla="*/ 428171 h 1030514"/>
                <a:gd name="connsiteX3" fmla="*/ 0 w 1063172"/>
                <a:gd name="connsiteY3" fmla="*/ 471714 h 1030514"/>
                <a:gd name="connsiteX4" fmla="*/ 50800 w 1063172"/>
                <a:gd name="connsiteY4" fmla="*/ 551543 h 1030514"/>
                <a:gd name="connsiteX5" fmla="*/ 54429 w 1063172"/>
                <a:gd name="connsiteY5" fmla="*/ 573314 h 1030514"/>
                <a:gd name="connsiteX6" fmla="*/ 18143 w 1063172"/>
                <a:gd name="connsiteY6" fmla="*/ 718457 h 1030514"/>
                <a:gd name="connsiteX7" fmla="*/ 32657 w 1063172"/>
                <a:gd name="connsiteY7" fmla="*/ 743857 h 1030514"/>
                <a:gd name="connsiteX8" fmla="*/ 264886 w 1063172"/>
                <a:gd name="connsiteY8" fmla="*/ 743857 h 1030514"/>
                <a:gd name="connsiteX9" fmla="*/ 297543 w 1063172"/>
                <a:gd name="connsiteY9" fmla="*/ 754743 h 1030514"/>
                <a:gd name="connsiteX10" fmla="*/ 330200 w 1063172"/>
                <a:gd name="connsiteY10" fmla="*/ 740229 h 1030514"/>
                <a:gd name="connsiteX11" fmla="*/ 366486 w 1063172"/>
                <a:gd name="connsiteY11" fmla="*/ 780143 h 1030514"/>
                <a:gd name="connsiteX12" fmla="*/ 402772 w 1063172"/>
                <a:gd name="connsiteY12" fmla="*/ 1008743 h 1030514"/>
                <a:gd name="connsiteX13" fmla="*/ 435429 w 1063172"/>
                <a:gd name="connsiteY13" fmla="*/ 1019629 h 1030514"/>
                <a:gd name="connsiteX14" fmla="*/ 497114 w 1063172"/>
                <a:gd name="connsiteY14" fmla="*/ 983343 h 1030514"/>
                <a:gd name="connsiteX15" fmla="*/ 576943 w 1063172"/>
                <a:gd name="connsiteY15" fmla="*/ 1030514 h 1030514"/>
                <a:gd name="connsiteX16" fmla="*/ 627743 w 1063172"/>
                <a:gd name="connsiteY16" fmla="*/ 1023257 h 1030514"/>
                <a:gd name="connsiteX17" fmla="*/ 667657 w 1063172"/>
                <a:gd name="connsiteY17" fmla="*/ 903514 h 1030514"/>
                <a:gd name="connsiteX18" fmla="*/ 878114 w 1063172"/>
                <a:gd name="connsiteY18" fmla="*/ 703943 h 1030514"/>
                <a:gd name="connsiteX19" fmla="*/ 994229 w 1063172"/>
                <a:gd name="connsiteY19" fmla="*/ 504371 h 1030514"/>
                <a:gd name="connsiteX20" fmla="*/ 1045029 w 1063172"/>
                <a:gd name="connsiteY20" fmla="*/ 446314 h 1030514"/>
                <a:gd name="connsiteX21" fmla="*/ 1063172 w 1063172"/>
                <a:gd name="connsiteY21" fmla="*/ 341086 h 1030514"/>
                <a:gd name="connsiteX22" fmla="*/ 968829 w 1063172"/>
                <a:gd name="connsiteY22" fmla="*/ 330200 h 1030514"/>
                <a:gd name="connsiteX23" fmla="*/ 925286 w 1063172"/>
                <a:gd name="connsiteY23" fmla="*/ 272143 h 1030514"/>
                <a:gd name="connsiteX24" fmla="*/ 867229 w 1063172"/>
                <a:gd name="connsiteY24" fmla="*/ 279400 h 1030514"/>
                <a:gd name="connsiteX25" fmla="*/ 823686 w 1063172"/>
                <a:gd name="connsiteY25" fmla="*/ 243114 h 1030514"/>
                <a:gd name="connsiteX26" fmla="*/ 751114 w 1063172"/>
                <a:gd name="connsiteY26" fmla="*/ 232229 h 1030514"/>
                <a:gd name="connsiteX27" fmla="*/ 725714 w 1063172"/>
                <a:gd name="connsiteY27" fmla="*/ 170543 h 1030514"/>
                <a:gd name="connsiteX28" fmla="*/ 689429 w 1063172"/>
                <a:gd name="connsiteY28" fmla="*/ 170543 h 1030514"/>
                <a:gd name="connsiteX29" fmla="*/ 660400 w 1063172"/>
                <a:gd name="connsiteY29" fmla="*/ 112486 h 1030514"/>
                <a:gd name="connsiteX30" fmla="*/ 638629 w 1063172"/>
                <a:gd name="connsiteY30" fmla="*/ 83457 h 1030514"/>
                <a:gd name="connsiteX31" fmla="*/ 635000 w 1063172"/>
                <a:gd name="connsiteY31" fmla="*/ 18143 h 1030514"/>
                <a:gd name="connsiteX32" fmla="*/ 605972 w 1063172"/>
                <a:gd name="connsiteY32" fmla="*/ 14514 h 1030514"/>
                <a:gd name="connsiteX33" fmla="*/ 537029 w 1063172"/>
                <a:gd name="connsiteY33" fmla="*/ 54429 h 1030514"/>
                <a:gd name="connsiteX34" fmla="*/ 489857 w 1063172"/>
                <a:gd name="connsiteY34" fmla="*/ 29029 h 1030514"/>
                <a:gd name="connsiteX35" fmla="*/ 420914 w 1063172"/>
                <a:gd name="connsiteY35" fmla="*/ 72571 h 1030514"/>
                <a:gd name="connsiteX36" fmla="*/ 279400 w 1063172"/>
                <a:gd name="connsiteY36" fmla="*/ 0 h 1030514"/>
                <a:gd name="connsiteX37" fmla="*/ 203200 w 1063172"/>
                <a:gd name="connsiteY37" fmla="*/ 39914 h 1030514"/>
                <a:gd name="connsiteX38" fmla="*/ 156029 w 1063172"/>
                <a:gd name="connsiteY38" fmla="*/ 18143 h 1030514"/>
                <a:gd name="connsiteX39" fmla="*/ 94343 w 1063172"/>
                <a:gd name="connsiteY39" fmla="*/ 137886 h 1030514"/>
                <a:gd name="connsiteX0" fmla="*/ 94343 w 1063172"/>
                <a:gd name="connsiteY0" fmla="*/ 137886 h 1030514"/>
                <a:gd name="connsiteX1" fmla="*/ 3629 w 1063172"/>
                <a:gd name="connsiteY1" fmla="*/ 366486 h 1030514"/>
                <a:gd name="connsiteX2" fmla="*/ 39914 w 1063172"/>
                <a:gd name="connsiteY2" fmla="*/ 428171 h 1030514"/>
                <a:gd name="connsiteX3" fmla="*/ 0 w 1063172"/>
                <a:gd name="connsiteY3" fmla="*/ 471714 h 1030514"/>
                <a:gd name="connsiteX4" fmla="*/ 50800 w 1063172"/>
                <a:gd name="connsiteY4" fmla="*/ 551543 h 1030514"/>
                <a:gd name="connsiteX5" fmla="*/ 54429 w 1063172"/>
                <a:gd name="connsiteY5" fmla="*/ 573314 h 1030514"/>
                <a:gd name="connsiteX6" fmla="*/ 18143 w 1063172"/>
                <a:gd name="connsiteY6" fmla="*/ 718457 h 1030514"/>
                <a:gd name="connsiteX7" fmla="*/ 32657 w 1063172"/>
                <a:gd name="connsiteY7" fmla="*/ 743857 h 1030514"/>
                <a:gd name="connsiteX8" fmla="*/ 264886 w 1063172"/>
                <a:gd name="connsiteY8" fmla="*/ 743857 h 1030514"/>
                <a:gd name="connsiteX9" fmla="*/ 297543 w 1063172"/>
                <a:gd name="connsiteY9" fmla="*/ 754743 h 1030514"/>
                <a:gd name="connsiteX10" fmla="*/ 330200 w 1063172"/>
                <a:gd name="connsiteY10" fmla="*/ 740229 h 1030514"/>
                <a:gd name="connsiteX11" fmla="*/ 366486 w 1063172"/>
                <a:gd name="connsiteY11" fmla="*/ 780143 h 1030514"/>
                <a:gd name="connsiteX12" fmla="*/ 402772 w 1063172"/>
                <a:gd name="connsiteY12" fmla="*/ 1008743 h 1030514"/>
                <a:gd name="connsiteX13" fmla="*/ 435429 w 1063172"/>
                <a:gd name="connsiteY13" fmla="*/ 1019629 h 1030514"/>
                <a:gd name="connsiteX14" fmla="*/ 497114 w 1063172"/>
                <a:gd name="connsiteY14" fmla="*/ 983343 h 1030514"/>
                <a:gd name="connsiteX15" fmla="*/ 576943 w 1063172"/>
                <a:gd name="connsiteY15" fmla="*/ 1030514 h 1030514"/>
                <a:gd name="connsiteX16" fmla="*/ 627743 w 1063172"/>
                <a:gd name="connsiteY16" fmla="*/ 1023257 h 1030514"/>
                <a:gd name="connsiteX17" fmla="*/ 667657 w 1063172"/>
                <a:gd name="connsiteY17" fmla="*/ 903514 h 1030514"/>
                <a:gd name="connsiteX18" fmla="*/ 878114 w 1063172"/>
                <a:gd name="connsiteY18" fmla="*/ 703943 h 1030514"/>
                <a:gd name="connsiteX19" fmla="*/ 994229 w 1063172"/>
                <a:gd name="connsiteY19" fmla="*/ 504371 h 1030514"/>
                <a:gd name="connsiteX20" fmla="*/ 1045029 w 1063172"/>
                <a:gd name="connsiteY20" fmla="*/ 446314 h 1030514"/>
                <a:gd name="connsiteX21" fmla="*/ 1063172 w 1063172"/>
                <a:gd name="connsiteY21" fmla="*/ 341086 h 1030514"/>
                <a:gd name="connsiteX22" fmla="*/ 968829 w 1063172"/>
                <a:gd name="connsiteY22" fmla="*/ 330200 h 1030514"/>
                <a:gd name="connsiteX23" fmla="*/ 925286 w 1063172"/>
                <a:gd name="connsiteY23" fmla="*/ 272143 h 1030514"/>
                <a:gd name="connsiteX24" fmla="*/ 867229 w 1063172"/>
                <a:gd name="connsiteY24" fmla="*/ 279400 h 1030514"/>
                <a:gd name="connsiteX25" fmla="*/ 823686 w 1063172"/>
                <a:gd name="connsiteY25" fmla="*/ 243114 h 1030514"/>
                <a:gd name="connsiteX26" fmla="*/ 751114 w 1063172"/>
                <a:gd name="connsiteY26" fmla="*/ 232229 h 1030514"/>
                <a:gd name="connsiteX27" fmla="*/ 725714 w 1063172"/>
                <a:gd name="connsiteY27" fmla="*/ 170543 h 1030514"/>
                <a:gd name="connsiteX28" fmla="*/ 689429 w 1063172"/>
                <a:gd name="connsiteY28" fmla="*/ 170543 h 1030514"/>
                <a:gd name="connsiteX29" fmla="*/ 683260 w 1063172"/>
                <a:gd name="connsiteY29" fmla="*/ 123916 h 1030514"/>
                <a:gd name="connsiteX30" fmla="*/ 638629 w 1063172"/>
                <a:gd name="connsiteY30" fmla="*/ 83457 h 1030514"/>
                <a:gd name="connsiteX31" fmla="*/ 635000 w 1063172"/>
                <a:gd name="connsiteY31" fmla="*/ 18143 h 1030514"/>
                <a:gd name="connsiteX32" fmla="*/ 605972 w 1063172"/>
                <a:gd name="connsiteY32" fmla="*/ 14514 h 1030514"/>
                <a:gd name="connsiteX33" fmla="*/ 537029 w 1063172"/>
                <a:gd name="connsiteY33" fmla="*/ 54429 h 1030514"/>
                <a:gd name="connsiteX34" fmla="*/ 489857 w 1063172"/>
                <a:gd name="connsiteY34" fmla="*/ 29029 h 1030514"/>
                <a:gd name="connsiteX35" fmla="*/ 420914 w 1063172"/>
                <a:gd name="connsiteY35" fmla="*/ 72571 h 1030514"/>
                <a:gd name="connsiteX36" fmla="*/ 279400 w 1063172"/>
                <a:gd name="connsiteY36" fmla="*/ 0 h 1030514"/>
                <a:gd name="connsiteX37" fmla="*/ 203200 w 1063172"/>
                <a:gd name="connsiteY37" fmla="*/ 39914 h 1030514"/>
                <a:gd name="connsiteX38" fmla="*/ 156029 w 1063172"/>
                <a:gd name="connsiteY38" fmla="*/ 18143 h 1030514"/>
                <a:gd name="connsiteX39" fmla="*/ 94343 w 1063172"/>
                <a:gd name="connsiteY39" fmla="*/ 137886 h 103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063172" h="1030514">
                  <a:moveTo>
                    <a:pt x="94343" y="137886"/>
                  </a:moveTo>
                  <a:lnTo>
                    <a:pt x="3629" y="366486"/>
                  </a:lnTo>
                  <a:lnTo>
                    <a:pt x="39914" y="428171"/>
                  </a:lnTo>
                  <a:lnTo>
                    <a:pt x="0" y="471714"/>
                  </a:lnTo>
                  <a:lnTo>
                    <a:pt x="50800" y="551543"/>
                  </a:lnTo>
                  <a:lnTo>
                    <a:pt x="54429" y="573314"/>
                  </a:lnTo>
                  <a:lnTo>
                    <a:pt x="18143" y="718457"/>
                  </a:lnTo>
                  <a:lnTo>
                    <a:pt x="32657" y="743857"/>
                  </a:lnTo>
                  <a:lnTo>
                    <a:pt x="264886" y="743857"/>
                  </a:lnTo>
                  <a:lnTo>
                    <a:pt x="297543" y="754743"/>
                  </a:lnTo>
                  <a:lnTo>
                    <a:pt x="330200" y="740229"/>
                  </a:lnTo>
                  <a:lnTo>
                    <a:pt x="366486" y="780143"/>
                  </a:lnTo>
                  <a:lnTo>
                    <a:pt x="402772" y="1008743"/>
                  </a:lnTo>
                  <a:lnTo>
                    <a:pt x="435429" y="1019629"/>
                  </a:lnTo>
                  <a:lnTo>
                    <a:pt x="497114" y="983343"/>
                  </a:lnTo>
                  <a:lnTo>
                    <a:pt x="576943" y="1030514"/>
                  </a:lnTo>
                  <a:lnTo>
                    <a:pt x="627743" y="1023257"/>
                  </a:lnTo>
                  <a:lnTo>
                    <a:pt x="667657" y="903514"/>
                  </a:lnTo>
                  <a:lnTo>
                    <a:pt x="878114" y="703943"/>
                  </a:lnTo>
                  <a:lnTo>
                    <a:pt x="994229" y="504371"/>
                  </a:lnTo>
                  <a:lnTo>
                    <a:pt x="1045029" y="446314"/>
                  </a:lnTo>
                  <a:lnTo>
                    <a:pt x="1063172" y="341086"/>
                  </a:lnTo>
                  <a:lnTo>
                    <a:pt x="968829" y="330200"/>
                  </a:lnTo>
                  <a:lnTo>
                    <a:pt x="925286" y="272143"/>
                  </a:lnTo>
                  <a:lnTo>
                    <a:pt x="867229" y="279400"/>
                  </a:lnTo>
                  <a:lnTo>
                    <a:pt x="823686" y="243114"/>
                  </a:lnTo>
                  <a:lnTo>
                    <a:pt x="751114" y="232229"/>
                  </a:lnTo>
                  <a:lnTo>
                    <a:pt x="725714" y="170543"/>
                  </a:lnTo>
                  <a:lnTo>
                    <a:pt x="689429" y="170543"/>
                  </a:lnTo>
                  <a:lnTo>
                    <a:pt x="683260" y="123916"/>
                  </a:lnTo>
                  <a:lnTo>
                    <a:pt x="638629" y="83457"/>
                  </a:lnTo>
                  <a:lnTo>
                    <a:pt x="635000" y="18143"/>
                  </a:lnTo>
                  <a:lnTo>
                    <a:pt x="605972" y="14514"/>
                  </a:lnTo>
                  <a:lnTo>
                    <a:pt x="537029" y="54429"/>
                  </a:lnTo>
                  <a:lnTo>
                    <a:pt x="489857" y="29029"/>
                  </a:lnTo>
                  <a:lnTo>
                    <a:pt x="420914" y="72571"/>
                  </a:lnTo>
                  <a:lnTo>
                    <a:pt x="279400" y="0"/>
                  </a:lnTo>
                  <a:lnTo>
                    <a:pt x="203200" y="39914"/>
                  </a:lnTo>
                  <a:lnTo>
                    <a:pt x="156029" y="18143"/>
                  </a:lnTo>
                  <a:lnTo>
                    <a:pt x="94343" y="137886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6" name="Freeform 82">
              <a:extLst>
                <a:ext uri="{FF2B5EF4-FFF2-40B4-BE49-F238E27FC236}">
                  <a16:creationId xmlns:a16="http://schemas.microsoft.com/office/drawing/2014/main" id="{1057D087-3A84-150C-A91F-D6AE281882E1}"/>
                </a:ext>
              </a:extLst>
            </p:cNvPr>
            <p:cNvSpPr/>
            <p:nvPr/>
          </p:nvSpPr>
          <p:spPr>
            <a:xfrm>
              <a:off x="5045075" y="4543425"/>
              <a:ext cx="923925" cy="655638"/>
            </a:xfrm>
            <a:custGeom>
              <a:avLst/>
              <a:gdLst>
                <a:gd name="connsiteX0" fmla="*/ 54429 w 925286"/>
                <a:gd name="connsiteY0" fmla="*/ 206829 h 656772"/>
                <a:gd name="connsiteX1" fmla="*/ 0 w 925286"/>
                <a:gd name="connsiteY1" fmla="*/ 439058 h 656772"/>
                <a:gd name="connsiteX2" fmla="*/ 76200 w 925286"/>
                <a:gd name="connsiteY2" fmla="*/ 464458 h 656772"/>
                <a:gd name="connsiteX3" fmla="*/ 116114 w 925286"/>
                <a:gd name="connsiteY3" fmla="*/ 580572 h 656772"/>
                <a:gd name="connsiteX4" fmla="*/ 188686 w 925286"/>
                <a:gd name="connsiteY4" fmla="*/ 602343 h 656772"/>
                <a:gd name="connsiteX5" fmla="*/ 221343 w 925286"/>
                <a:gd name="connsiteY5" fmla="*/ 584200 h 656772"/>
                <a:gd name="connsiteX6" fmla="*/ 257629 w 925286"/>
                <a:gd name="connsiteY6" fmla="*/ 616858 h 656772"/>
                <a:gd name="connsiteX7" fmla="*/ 449943 w 925286"/>
                <a:gd name="connsiteY7" fmla="*/ 656772 h 656772"/>
                <a:gd name="connsiteX8" fmla="*/ 460829 w 925286"/>
                <a:gd name="connsiteY8" fmla="*/ 591458 h 656772"/>
                <a:gd name="connsiteX9" fmla="*/ 558800 w 925286"/>
                <a:gd name="connsiteY9" fmla="*/ 533400 h 656772"/>
                <a:gd name="connsiteX10" fmla="*/ 689429 w 925286"/>
                <a:gd name="connsiteY10" fmla="*/ 566058 h 656772"/>
                <a:gd name="connsiteX11" fmla="*/ 758372 w 925286"/>
                <a:gd name="connsiteY11" fmla="*/ 526143 h 656772"/>
                <a:gd name="connsiteX12" fmla="*/ 849086 w 925286"/>
                <a:gd name="connsiteY12" fmla="*/ 569686 h 656772"/>
                <a:gd name="connsiteX13" fmla="*/ 849086 w 925286"/>
                <a:gd name="connsiteY13" fmla="*/ 518886 h 656772"/>
                <a:gd name="connsiteX14" fmla="*/ 838200 w 925286"/>
                <a:gd name="connsiteY14" fmla="*/ 497115 h 656772"/>
                <a:gd name="connsiteX15" fmla="*/ 870857 w 925286"/>
                <a:gd name="connsiteY15" fmla="*/ 460829 h 656772"/>
                <a:gd name="connsiteX16" fmla="*/ 830943 w 925286"/>
                <a:gd name="connsiteY16" fmla="*/ 442686 h 656772"/>
                <a:gd name="connsiteX17" fmla="*/ 863600 w 925286"/>
                <a:gd name="connsiteY17" fmla="*/ 417286 h 656772"/>
                <a:gd name="connsiteX18" fmla="*/ 885372 w 925286"/>
                <a:gd name="connsiteY18" fmla="*/ 413658 h 656772"/>
                <a:gd name="connsiteX19" fmla="*/ 903514 w 925286"/>
                <a:gd name="connsiteY19" fmla="*/ 457200 h 656772"/>
                <a:gd name="connsiteX20" fmla="*/ 925286 w 925286"/>
                <a:gd name="connsiteY20" fmla="*/ 417286 h 656772"/>
                <a:gd name="connsiteX21" fmla="*/ 921657 w 925286"/>
                <a:gd name="connsiteY21" fmla="*/ 355600 h 656772"/>
                <a:gd name="connsiteX22" fmla="*/ 881743 w 925286"/>
                <a:gd name="connsiteY22" fmla="*/ 366486 h 656772"/>
                <a:gd name="connsiteX23" fmla="*/ 827314 w 925286"/>
                <a:gd name="connsiteY23" fmla="*/ 333829 h 656772"/>
                <a:gd name="connsiteX24" fmla="*/ 801914 w 925286"/>
                <a:gd name="connsiteY24" fmla="*/ 261258 h 656772"/>
                <a:gd name="connsiteX25" fmla="*/ 714829 w 925286"/>
                <a:gd name="connsiteY25" fmla="*/ 261258 h 656772"/>
                <a:gd name="connsiteX26" fmla="*/ 678543 w 925286"/>
                <a:gd name="connsiteY26" fmla="*/ 177800 h 656772"/>
                <a:gd name="connsiteX27" fmla="*/ 689429 w 925286"/>
                <a:gd name="connsiteY27" fmla="*/ 79829 h 656772"/>
                <a:gd name="connsiteX28" fmla="*/ 642257 w 925286"/>
                <a:gd name="connsiteY28" fmla="*/ 43543 h 656772"/>
                <a:gd name="connsiteX29" fmla="*/ 547914 w 925286"/>
                <a:gd name="connsiteY29" fmla="*/ 72572 h 656772"/>
                <a:gd name="connsiteX30" fmla="*/ 453572 w 925286"/>
                <a:gd name="connsiteY30" fmla="*/ 21772 h 656772"/>
                <a:gd name="connsiteX31" fmla="*/ 373743 w 925286"/>
                <a:gd name="connsiteY31" fmla="*/ 21772 h 656772"/>
                <a:gd name="connsiteX32" fmla="*/ 370114 w 925286"/>
                <a:gd name="connsiteY32" fmla="*/ 0 h 656772"/>
                <a:gd name="connsiteX33" fmla="*/ 221343 w 925286"/>
                <a:gd name="connsiteY33" fmla="*/ 7258 h 656772"/>
                <a:gd name="connsiteX34" fmla="*/ 123372 w 925286"/>
                <a:gd name="connsiteY34" fmla="*/ 68943 h 656772"/>
                <a:gd name="connsiteX35" fmla="*/ 54429 w 925286"/>
                <a:gd name="connsiteY35" fmla="*/ 206829 h 656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925286" h="656772">
                  <a:moveTo>
                    <a:pt x="54429" y="206829"/>
                  </a:moveTo>
                  <a:lnTo>
                    <a:pt x="0" y="439058"/>
                  </a:lnTo>
                  <a:lnTo>
                    <a:pt x="76200" y="464458"/>
                  </a:lnTo>
                  <a:lnTo>
                    <a:pt x="116114" y="580572"/>
                  </a:lnTo>
                  <a:lnTo>
                    <a:pt x="188686" y="602343"/>
                  </a:lnTo>
                  <a:lnTo>
                    <a:pt x="221343" y="584200"/>
                  </a:lnTo>
                  <a:lnTo>
                    <a:pt x="257629" y="616858"/>
                  </a:lnTo>
                  <a:lnTo>
                    <a:pt x="449943" y="656772"/>
                  </a:lnTo>
                  <a:lnTo>
                    <a:pt x="460829" y="591458"/>
                  </a:lnTo>
                  <a:lnTo>
                    <a:pt x="558800" y="533400"/>
                  </a:lnTo>
                  <a:lnTo>
                    <a:pt x="689429" y="566058"/>
                  </a:lnTo>
                  <a:lnTo>
                    <a:pt x="758372" y="526143"/>
                  </a:lnTo>
                  <a:lnTo>
                    <a:pt x="849086" y="569686"/>
                  </a:lnTo>
                  <a:lnTo>
                    <a:pt x="849086" y="518886"/>
                  </a:lnTo>
                  <a:lnTo>
                    <a:pt x="838200" y="497115"/>
                  </a:lnTo>
                  <a:lnTo>
                    <a:pt x="870857" y="460829"/>
                  </a:lnTo>
                  <a:lnTo>
                    <a:pt x="830943" y="442686"/>
                  </a:lnTo>
                  <a:lnTo>
                    <a:pt x="863600" y="417286"/>
                  </a:lnTo>
                  <a:lnTo>
                    <a:pt x="885372" y="413658"/>
                  </a:lnTo>
                  <a:lnTo>
                    <a:pt x="903514" y="457200"/>
                  </a:lnTo>
                  <a:lnTo>
                    <a:pt x="925286" y="417286"/>
                  </a:lnTo>
                  <a:lnTo>
                    <a:pt x="921657" y="355600"/>
                  </a:lnTo>
                  <a:lnTo>
                    <a:pt x="881743" y="366486"/>
                  </a:lnTo>
                  <a:lnTo>
                    <a:pt x="827314" y="333829"/>
                  </a:lnTo>
                  <a:lnTo>
                    <a:pt x="801914" y="261258"/>
                  </a:lnTo>
                  <a:lnTo>
                    <a:pt x="714829" y="261258"/>
                  </a:lnTo>
                  <a:lnTo>
                    <a:pt x="678543" y="177800"/>
                  </a:lnTo>
                  <a:lnTo>
                    <a:pt x="689429" y="79829"/>
                  </a:lnTo>
                  <a:lnTo>
                    <a:pt x="642257" y="43543"/>
                  </a:lnTo>
                  <a:lnTo>
                    <a:pt x="547914" y="72572"/>
                  </a:lnTo>
                  <a:lnTo>
                    <a:pt x="453572" y="21772"/>
                  </a:lnTo>
                  <a:lnTo>
                    <a:pt x="373743" y="21772"/>
                  </a:lnTo>
                  <a:lnTo>
                    <a:pt x="370114" y="0"/>
                  </a:lnTo>
                  <a:lnTo>
                    <a:pt x="221343" y="7258"/>
                  </a:lnTo>
                  <a:lnTo>
                    <a:pt x="123372" y="68943"/>
                  </a:lnTo>
                  <a:lnTo>
                    <a:pt x="54429" y="206829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7" name="Freeform 83">
              <a:extLst>
                <a:ext uri="{FF2B5EF4-FFF2-40B4-BE49-F238E27FC236}">
                  <a16:creationId xmlns:a16="http://schemas.microsoft.com/office/drawing/2014/main" id="{20C176F7-49E4-71BD-1204-639BDBD51061}"/>
                </a:ext>
              </a:extLst>
            </p:cNvPr>
            <p:cNvSpPr/>
            <p:nvPr/>
          </p:nvSpPr>
          <p:spPr>
            <a:xfrm>
              <a:off x="5146675" y="5072063"/>
              <a:ext cx="787400" cy="563562"/>
            </a:xfrm>
            <a:custGeom>
              <a:avLst/>
              <a:gdLst>
                <a:gd name="connsiteX0" fmla="*/ 10886 w 787400"/>
                <a:gd name="connsiteY0" fmla="*/ 50800 h 562428"/>
                <a:gd name="connsiteX1" fmla="*/ 29029 w 787400"/>
                <a:gd name="connsiteY1" fmla="*/ 145143 h 562428"/>
                <a:gd name="connsiteX2" fmla="*/ 0 w 787400"/>
                <a:gd name="connsiteY2" fmla="*/ 203200 h 562428"/>
                <a:gd name="connsiteX3" fmla="*/ 181429 w 787400"/>
                <a:gd name="connsiteY3" fmla="*/ 203200 h 562428"/>
                <a:gd name="connsiteX4" fmla="*/ 250372 w 787400"/>
                <a:gd name="connsiteY4" fmla="*/ 239486 h 562428"/>
                <a:gd name="connsiteX5" fmla="*/ 384629 w 787400"/>
                <a:gd name="connsiteY5" fmla="*/ 290286 h 562428"/>
                <a:gd name="connsiteX6" fmla="*/ 460829 w 787400"/>
                <a:gd name="connsiteY6" fmla="*/ 424543 h 562428"/>
                <a:gd name="connsiteX7" fmla="*/ 533400 w 787400"/>
                <a:gd name="connsiteY7" fmla="*/ 410028 h 562428"/>
                <a:gd name="connsiteX8" fmla="*/ 573314 w 787400"/>
                <a:gd name="connsiteY8" fmla="*/ 413657 h 562428"/>
                <a:gd name="connsiteX9" fmla="*/ 573314 w 787400"/>
                <a:gd name="connsiteY9" fmla="*/ 449943 h 562428"/>
                <a:gd name="connsiteX10" fmla="*/ 497114 w 787400"/>
                <a:gd name="connsiteY10" fmla="*/ 529771 h 562428"/>
                <a:gd name="connsiteX11" fmla="*/ 533400 w 787400"/>
                <a:gd name="connsiteY11" fmla="*/ 562428 h 562428"/>
                <a:gd name="connsiteX12" fmla="*/ 689429 w 787400"/>
                <a:gd name="connsiteY12" fmla="*/ 428171 h 562428"/>
                <a:gd name="connsiteX13" fmla="*/ 707572 w 787400"/>
                <a:gd name="connsiteY13" fmla="*/ 428171 h 562428"/>
                <a:gd name="connsiteX14" fmla="*/ 707572 w 787400"/>
                <a:gd name="connsiteY14" fmla="*/ 377371 h 562428"/>
                <a:gd name="connsiteX15" fmla="*/ 740229 w 787400"/>
                <a:gd name="connsiteY15" fmla="*/ 381000 h 562428"/>
                <a:gd name="connsiteX16" fmla="*/ 743857 w 787400"/>
                <a:gd name="connsiteY16" fmla="*/ 293914 h 562428"/>
                <a:gd name="connsiteX17" fmla="*/ 747486 w 787400"/>
                <a:gd name="connsiteY17" fmla="*/ 228600 h 562428"/>
                <a:gd name="connsiteX18" fmla="*/ 787400 w 787400"/>
                <a:gd name="connsiteY18" fmla="*/ 185057 h 562428"/>
                <a:gd name="connsiteX19" fmla="*/ 747486 w 787400"/>
                <a:gd name="connsiteY19" fmla="*/ 166914 h 562428"/>
                <a:gd name="connsiteX20" fmla="*/ 722086 w 787400"/>
                <a:gd name="connsiteY20" fmla="*/ 43543 h 562428"/>
                <a:gd name="connsiteX21" fmla="*/ 631372 w 787400"/>
                <a:gd name="connsiteY21" fmla="*/ 0 h 562428"/>
                <a:gd name="connsiteX22" fmla="*/ 573314 w 787400"/>
                <a:gd name="connsiteY22" fmla="*/ 39914 h 562428"/>
                <a:gd name="connsiteX23" fmla="*/ 457200 w 787400"/>
                <a:gd name="connsiteY23" fmla="*/ 0 h 562428"/>
                <a:gd name="connsiteX24" fmla="*/ 362857 w 787400"/>
                <a:gd name="connsiteY24" fmla="*/ 65314 h 562428"/>
                <a:gd name="connsiteX25" fmla="*/ 348343 w 787400"/>
                <a:gd name="connsiteY25" fmla="*/ 134257 h 562428"/>
                <a:gd name="connsiteX26" fmla="*/ 141514 w 787400"/>
                <a:gd name="connsiteY26" fmla="*/ 83457 h 562428"/>
                <a:gd name="connsiteX27" fmla="*/ 116114 w 787400"/>
                <a:gd name="connsiteY27" fmla="*/ 58057 h 562428"/>
                <a:gd name="connsiteX28" fmla="*/ 76200 w 787400"/>
                <a:gd name="connsiteY28" fmla="*/ 79828 h 562428"/>
                <a:gd name="connsiteX29" fmla="*/ 10886 w 787400"/>
                <a:gd name="connsiteY29" fmla="*/ 50800 h 562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87400" h="562428">
                  <a:moveTo>
                    <a:pt x="10886" y="50800"/>
                  </a:moveTo>
                  <a:lnTo>
                    <a:pt x="29029" y="145143"/>
                  </a:lnTo>
                  <a:lnTo>
                    <a:pt x="0" y="203200"/>
                  </a:lnTo>
                  <a:lnTo>
                    <a:pt x="181429" y="203200"/>
                  </a:lnTo>
                  <a:lnTo>
                    <a:pt x="250372" y="239486"/>
                  </a:lnTo>
                  <a:lnTo>
                    <a:pt x="384629" y="290286"/>
                  </a:lnTo>
                  <a:lnTo>
                    <a:pt x="460829" y="424543"/>
                  </a:lnTo>
                  <a:lnTo>
                    <a:pt x="533400" y="410028"/>
                  </a:lnTo>
                  <a:lnTo>
                    <a:pt x="573314" y="413657"/>
                  </a:lnTo>
                  <a:lnTo>
                    <a:pt x="573314" y="449943"/>
                  </a:lnTo>
                  <a:lnTo>
                    <a:pt x="497114" y="529771"/>
                  </a:lnTo>
                  <a:lnTo>
                    <a:pt x="533400" y="562428"/>
                  </a:lnTo>
                  <a:lnTo>
                    <a:pt x="689429" y="428171"/>
                  </a:lnTo>
                  <a:lnTo>
                    <a:pt x="707572" y="428171"/>
                  </a:lnTo>
                  <a:lnTo>
                    <a:pt x="707572" y="377371"/>
                  </a:lnTo>
                  <a:lnTo>
                    <a:pt x="740229" y="381000"/>
                  </a:lnTo>
                  <a:lnTo>
                    <a:pt x="743857" y="293914"/>
                  </a:lnTo>
                  <a:lnTo>
                    <a:pt x="747486" y="228600"/>
                  </a:lnTo>
                  <a:lnTo>
                    <a:pt x="787400" y="185057"/>
                  </a:lnTo>
                  <a:lnTo>
                    <a:pt x="747486" y="166914"/>
                  </a:lnTo>
                  <a:lnTo>
                    <a:pt x="722086" y="43543"/>
                  </a:lnTo>
                  <a:lnTo>
                    <a:pt x="631372" y="0"/>
                  </a:lnTo>
                  <a:lnTo>
                    <a:pt x="573314" y="39914"/>
                  </a:lnTo>
                  <a:lnTo>
                    <a:pt x="457200" y="0"/>
                  </a:lnTo>
                  <a:lnTo>
                    <a:pt x="362857" y="65314"/>
                  </a:lnTo>
                  <a:lnTo>
                    <a:pt x="348343" y="134257"/>
                  </a:lnTo>
                  <a:lnTo>
                    <a:pt x="141514" y="83457"/>
                  </a:lnTo>
                  <a:lnTo>
                    <a:pt x="116114" y="58057"/>
                  </a:lnTo>
                  <a:lnTo>
                    <a:pt x="76200" y="79828"/>
                  </a:lnTo>
                  <a:lnTo>
                    <a:pt x="10886" y="5080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8" name="Freeform 84">
              <a:extLst>
                <a:ext uri="{FF2B5EF4-FFF2-40B4-BE49-F238E27FC236}">
                  <a16:creationId xmlns:a16="http://schemas.microsoft.com/office/drawing/2014/main" id="{14298195-2386-882D-86EB-DD1DDB35AF76}"/>
                </a:ext>
              </a:extLst>
            </p:cNvPr>
            <p:cNvSpPr/>
            <p:nvPr/>
          </p:nvSpPr>
          <p:spPr>
            <a:xfrm>
              <a:off x="4613275" y="5275263"/>
              <a:ext cx="1098550" cy="1066800"/>
            </a:xfrm>
            <a:custGeom>
              <a:avLst/>
              <a:gdLst>
                <a:gd name="connsiteX0" fmla="*/ 529772 w 1099457"/>
                <a:gd name="connsiteY0" fmla="*/ 0 h 1066800"/>
                <a:gd name="connsiteX1" fmla="*/ 322943 w 1099457"/>
                <a:gd name="connsiteY1" fmla="*/ 94343 h 1066800"/>
                <a:gd name="connsiteX2" fmla="*/ 214086 w 1099457"/>
                <a:gd name="connsiteY2" fmla="*/ 181428 h 1066800"/>
                <a:gd name="connsiteX3" fmla="*/ 123372 w 1099457"/>
                <a:gd name="connsiteY3" fmla="*/ 348343 h 1066800"/>
                <a:gd name="connsiteX4" fmla="*/ 0 w 1099457"/>
                <a:gd name="connsiteY4" fmla="*/ 460828 h 1066800"/>
                <a:gd name="connsiteX5" fmla="*/ 83457 w 1099457"/>
                <a:gd name="connsiteY5" fmla="*/ 482600 h 1066800"/>
                <a:gd name="connsiteX6" fmla="*/ 119743 w 1099457"/>
                <a:gd name="connsiteY6" fmla="*/ 533400 h 1066800"/>
                <a:gd name="connsiteX7" fmla="*/ 166914 w 1099457"/>
                <a:gd name="connsiteY7" fmla="*/ 526143 h 1066800"/>
                <a:gd name="connsiteX8" fmla="*/ 221343 w 1099457"/>
                <a:gd name="connsiteY8" fmla="*/ 616857 h 1066800"/>
                <a:gd name="connsiteX9" fmla="*/ 254000 w 1099457"/>
                <a:gd name="connsiteY9" fmla="*/ 584200 h 1066800"/>
                <a:gd name="connsiteX10" fmla="*/ 283029 w 1099457"/>
                <a:gd name="connsiteY10" fmla="*/ 587828 h 1066800"/>
                <a:gd name="connsiteX11" fmla="*/ 478972 w 1099457"/>
                <a:gd name="connsiteY11" fmla="*/ 769257 h 1066800"/>
                <a:gd name="connsiteX12" fmla="*/ 522514 w 1099457"/>
                <a:gd name="connsiteY12" fmla="*/ 776514 h 1066800"/>
                <a:gd name="connsiteX13" fmla="*/ 613229 w 1099457"/>
                <a:gd name="connsiteY13" fmla="*/ 903514 h 1066800"/>
                <a:gd name="connsiteX14" fmla="*/ 667657 w 1099457"/>
                <a:gd name="connsiteY14" fmla="*/ 881743 h 1066800"/>
                <a:gd name="connsiteX15" fmla="*/ 711200 w 1099457"/>
                <a:gd name="connsiteY15" fmla="*/ 812800 h 1066800"/>
                <a:gd name="connsiteX16" fmla="*/ 685800 w 1099457"/>
                <a:gd name="connsiteY16" fmla="*/ 932543 h 1066800"/>
                <a:gd name="connsiteX17" fmla="*/ 660400 w 1099457"/>
                <a:gd name="connsiteY17" fmla="*/ 925286 h 1066800"/>
                <a:gd name="connsiteX18" fmla="*/ 595086 w 1099457"/>
                <a:gd name="connsiteY18" fmla="*/ 961571 h 1066800"/>
                <a:gd name="connsiteX19" fmla="*/ 595086 w 1099457"/>
                <a:gd name="connsiteY19" fmla="*/ 1066800 h 1066800"/>
                <a:gd name="connsiteX20" fmla="*/ 627743 w 1099457"/>
                <a:gd name="connsiteY20" fmla="*/ 1023257 h 1066800"/>
                <a:gd name="connsiteX21" fmla="*/ 645886 w 1099457"/>
                <a:gd name="connsiteY21" fmla="*/ 979714 h 1066800"/>
                <a:gd name="connsiteX22" fmla="*/ 678543 w 1099457"/>
                <a:gd name="connsiteY22" fmla="*/ 943428 h 1066800"/>
                <a:gd name="connsiteX23" fmla="*/ 689429 w 1099457"/>
                <a:gd name="connsiteY23" fmla="*/ 979714 h 1066800"/>
                <a:gd name="connsiteX24" fmla="*/ 758372 w 1099457"/>
                <a:gd name="connsiteY24" fmla="*/ 812800 h 1066800"/>
                <a:gd name="connsiteX25" fmla="*/ 754743 w 1099457"/>
                <a:gd name="connsiteY25" fmla="*/ 762000 h 1066800"/>
                <a:gd name="connsiteX26" fmla="*/ 791029 w 1099457"/>
                <a:gd name="connsiteY26" fmla="*/ 696686 h 1066800"/>
                <a:gd name="connsiteX27" fmla="*/ 830943 w 1099457"/>
                <a:gd name="connsiteY27" fmla="*/ 689428 h 1066800"/>
                <a:gd name="connsiteX28" fmla="*/ 852714 w 1099457"/>
                <a:gd name="connsiteY28" fmla="*/ 631371 h 1066800"/>
                <a:gd name="connsiteX29" fmla="*/ 892629 w 1099457"/>
                <a:gd name="connsiteY29" fmla="*/ 584200 h 1066800"/>
                <a:gd name="connsiteX30" fmla="*/ 867229 w 1099457"/>
                <a:gd name="connsiteY30" fmla="*/ 540657 h 1066800"/>
                <a:gd name="connsiteX31" fmla="*/ 914400 w 1099457"/>
                <a:gd name="connsiteY31" fmla="*/ 562428 h 1066800"/>
                <a:gd name="connsiteX32" fmla="*/ 983343 w 1099457"/>
                <a:gd name="connsiteY32" fmla="*/ 540657 h 1066800"/>
                <a:gd name="connsiteX33" fmla="*/ 961572 w 1099457"/>
                <a:gd name="connsiteY33" fmla="*/ 587828 h 1066800"/>
                <a:gd name="connsiteX34" fmla="*/ 914400 w 1099457"/>
                <a:gd name="connsiteY34" fmla="*/ 664028 h 1066800"/>
                <a:gd name="connsiteX35" fmla="*/ 910772 w 1099457"/>
                <a:gd name="connsiteY35" fmla="*/ 696686 h 1066800"/>
                <a:gd name="connsiteX36" fmla="*/ 856343 w 1099457"/>
                <a:gd name="connsiteY36" fmla="*/ 714828 h 1066800"/>
                <a:gd name="connsiteX37" fmla="*/ 783772 w 1099457"/>
                <a:gd name="connsiteY37" fmla="*/ 776514 h 1066800"/>
                <a:gd name="connsiteX38" fmla="*/ 783772 w 1099457"/>
                <a:gd name="connsiteY38" fmla="*/ 816428 h 1066800"/>
                <a:gd name="connsiteX39" fmla="*/ 976086 w 1099457"/>
                <a:gd name="connsiteY39" fmla="*/ 645886 h 1066800"/>
                <a:gd name="connsiteX40" fmla="*/ 1081314 w 1099457"/>
                <a:gd name="connsiteY40" fmla="*/ 359228 h 1066800"/>
                <a:gd name="connsiteX41" fmla="*/ 1041400 w 1099457"/>
                <a:gd name="connsiteY41" fmla="*/ 330200 h 1066800"/>
                <a:gd name="connsiteX42" fmla="*/ 1099457 w 1099457"/>
                <a:gd name="connsiteY42" fmla="*/ 232228 h 1066800"/>
                <a:gd name="connsiteX43" fmla="*/ 1088572 w 1099457"/>
                <a:gd name="connsiteY43" fmla="*/ 199571 h 1066800"/>
                <a:gd name="connsiteX44" fmla="*/ 994229 w 1099457"/>
                <a:gd name="connsiteY44" fmla="*/ 221343 h 1066800"/>
                <a:gd name="connsiteX45" fmla="*/ 921657 w 1099457"/>
                <a:gd name="connsiteY45" fmla="*/ 79828 h 1066800"/>
                <a:gd name="connsiteX46" fmla="*/ 700314 w 1099457"/>
                <a:gd name="connsiteY46" fmla="*/ 3628 h 1066800"/>
                <a:gd name="connsiteX47" fmla="*/ 529772 w 1099457"/>
                <a:gd name="connsiteY47" fmla="*/ 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099457" h="1066800">
                  <a:moveTo>
                    <a:pt x="529772" y="0"/>
                  </a:moveTo>
                  <a:lnTo>
                    <a:pt x="322943" y="94343"/>
                  </a:lnTo>
                  <a:lnTo>
                    <a:pt x="214086" y="181428"/>
                  </a:lnTo>
                  <a:lnTo>
                    <a:pt x="123372" y="348343"/>
                  </a:lnTo>
                  <a:lnTo>
                    <a:pt x="0" y="460828"/>
                  </a:lnTo>
                  <a:lnTo>
                    <a:pt x="83457" y="482600"/>
                  </a:lnTo>
                  <a:lnTo>
                    <a:pt x="119743" y="533400"/>
                  </a:lnTo>
                  <a:lnTo>
                    <a:pt x="166914" y="526143"/>
                  </a:lnTo>
                  <a:lnTo>
                    <a:pt x="221343" y="616857"/>
                  </a:lnTo>
                  <a:lnTo>
                    <a:pt x="254000" y="584200"/>
                  </a:lnTo>
                  <a:lnTo>
                    <a:pt x="283029" y="587828"/>
                  </a:lnTo>
                  <a:lnTo>
                    <a:pt x="478972" y="769257"/>
                  </a:lnTo>
                  <a:lnTo>
                    <a:pt x="522514" y="776514"/>
                  </a:lnTo>
                  <a:lnTo>
                    <a:pt x="613229" y="903514"/>
                  </a:lnTo>
                  <a:lnTo>
                    <a:pt x="667657" y="881743"/>
                  </a:lnTo>
                  <a:lnTo>
                    <a:pt x="711200" y="812800"/>
                  </a:lnTo>
                  <a:lnTo>
                    <a:pt x="685800" y="932543"/>
                  </a:lnTo>
                  <a:lnTo>
                    <a:pt x="660400" y="925286"/>
                  </a:lnTo>
                  <a:lnTo>
                    <a:pt x="595086" y="961571"/>
                  </a:lnTo>
                  <a:lnTo>
                    <a:pt x="595086" y="1066800"/>
                  </a:lnTo>
                  <a:lnTo>
                    <a:pt x="627743" y="1023257"/>
                  </a:lnTo>
                  <a:lnTo>
                    <a:pt x="645886" y="979714"/>
                  </a:lnTo>
                  <a:lnTo>
                    <a:pt x="678543" y="943428"/>
                  </a:lnTo>
                  <a:lnTo>
                    <a:pt x="689429" y="979714"/>
                  </a:lnTo>
                  <a:lnTo>
                    <a:pt x="758372" y="812800"/>
                  </a:lnTo>
                  <a:lnTo>
                    <a:pt x="754743" y="762000"/>
                  </a:lnTo>
                  <a:lnTo>
                    <a:pt x="791029" y="696686"/>
                  </a:lnTo>
                  <a:lnTo>
                    <a:pt x="830943" y="689428"/>
                  </a:lnTo>
                  <a:lnTo>
                    <a:pt x="852714" y="631371"/>
                  </a:lnTo>
                  <a:lnTo>
                    <a:pt x="892629" y="584200"/>
                  </a:lnTo>
                  <a:lnTo>
                    <a:pt x="867229" y="540657"/>
                  </a:lnTo>
                  <a:lnTo>
                    <a:pt x="914400" y="562428"/>
                  </a:lnTo>
                  <a:lnTo>
                    <a:pt x="983343" y="540657"/>
                  </a:lnTo>
                  <a:lnTo>
                    <a:pt x="961572" y="587828"/>
                  </a:lnTo>
                  <a:lnTo>
                    <a:pt x="914400" y="664028"/>
                  </a:lnTo>
                  <a:lnTo>
                    <a:pt x="910772" y="696686"/>
                  </a:lnTo>
                  <a:lnTo>
                    <a:pt x="856343" y="714828"/>
                  </a:lnTo>
                  <a:lnTo>
                    <a:pt x="783772" y="776514"/>
                  </a:lnTo>
                  <a:lnTo>
                    <a:pt x="783772" y="816428"/>
                  </a:lnTo>
                  <a:lnTo>
                    <a:pt x="976086" y="645886"/>
                  </a:lnTo>
                  <a:lnTo>
                    <a:pt x="1081314" y="359228"/>
                  </a:lnTo>
                  <a:lnTo>
                    <a:pt x="1041400" y="330200"/>
                  </a:lnTo>
                  <a:lnTo>
                    <a:pt x="1099457" y="232228"/>
                  </a:lnTo>
                  <a:lnTo>
                    <a:pt x="1088572" y="199571"/>
                  </a:lnTo>
                  <a:lnTo>
                    <a:pt x="994229" y="221343"/>
                  </a:lnTo>
                  <a:lnTo>
                    <a:pt x="921657" y="79828"/>
                  </a:lnTo>
                  <a:lnTo>
                    <a:pt x="700314" y="3628"/>
                  </a:lnTo>
                  <a:lnTo>
                    <a:pt x="529772" y="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89" name="Freeform 85">
              <a:extLst>
                <a:ext uri="{FF2B5EF4-FFF2-40B4-BE49-F238E27FC236}">
                  <a16:creationId xmlns:a16="http://schemas.microsoft.com/office/drawing/2014/main" id="{137E5025-2FC7-4584-05A9-340EE8D5CF82}"/>
                </a:ext>
              </a:extLst>
            </p:cNvPr>
            <p:cNvSpPr/>
            <p:nvPr/>
          </p:nvSpPr>
          <p:spPr>
            <a:xfrm>
              <a:off x="5237163" y="4143375"/>
              <a:ext cx="1230312" cy="776288"/>
            </a:xfrm>
            <a:custGeom>
              <a:avLst/>
              <a:gdLst>
                <a:gd name="connsiteX0" fmla="*/ 732972 w 1230086"/>
                <a:gd name="connsiteY0" fmla="*/ 776514 h 776514"/>
                <a:gd name="connsiteX1" fmla="*/ 914400 w 1230086"/>
                <a:gd name="connsiteY1" fmla="*/ 609600 h 776514"/>
                <a:gd name="connsiteX2" fmla="*/ 979715 w 1230086"/>
                <a:gd name="connsiteY2" fmla="*/ 595085 h 776514"/>
                <a:gd name="connsiteX3" fmla="*/ 979715 w 1230086"/>
                <a:gd name="connsiteY3" fmla="*/ 595085 h 776514"/>
                <a:gd name="connsiteX4" fmla="*/ 1063172 w 1230086"/>
                <a:gd name="connsiteY4" fmla="*/ 569685 h 776514"/>
                <a:gd name="connsiteX5" fmla="*/ 1124858 w 1230086"/>
                <a:gd name="connsiteY5" fmla="*/ 569685 h 776514"/>
                <a:gd name="connsiteX6" fmla="*/ 1197429 w 1230086"/>
                <a:gd name="connsiteY6" fmla="*/ 497114 h 776514"/>
                <a:gd name="connsiteX7" fmla="*/ 1168400 w 1230086"/>
                <a:gd name="connsiteY7" fmla="*/ 464457 h 776514"/>
                <a:gd name="connsiteX8" fmla="*/ 1230086 w 1230086"/>
                <a:gd name="connsiteY8" fmla="*/ 377371 h 776514"/>
                <a:gd name="connsiteX9" fmla="*/ 1215572 w 1230086"/>
                <a:gd name="connsiteY9" fmla="*/ 330200 h 776514"/>
                <a:gd name="connsiteX10" fmla="*/ 1037772 w 1230086"/>
                <a:gd name="connsiteY10" fmla="*/ 344714 h 776514"/>
                <a:gd name="connsiteX11" fmla="*/ 1052286 w 1230086"/>
                <a:gd name="connsiteY11" fmla="*/ 381000 h 776514"/>
                <a:gd name="connsiteX12" fmla="*/ 925286 w 1230086"/>
                <a:gd name="connsiteY12" fmla="*/ 406400 h 776514"/>
                <a:gd name="connsiteX13" fmla="*/ 928915 w 1230086"/>
                <a:gd name="connsiteY13" fmla="*/ 326571 h 776514"/>
                <a:gd name="connsiteX14" fmla="*/ 936172 w 1230086"/>
                <a:gd name="connsiteY14" fmla="*/ 261257 h 776514"/>
                <a:gd name="connsiteX15" fmla="*/ 928915 w 1230086"/>
                <a:gd name="connsiteY15" fmla="*/ 192314 h 776514"/>
                <a:gd name="connsiteX16" fmla="*/ 845458 w 1230086"/>
                <a:gd name="connsiteY16" fmla="*/ 148771 h 776514"/>
                <a:gd name="connsiteX17" fmla="*/ 841829 w 1230086"/>
                <a:gd name="connsiteY17" fmla="*/ 112485 h 776514"/>
                <a:gd name="connsiteX18" fmla="*/ 805543 w 1230086"/>
                <a:gd name="connsiteY18" fmla="*/ 32657 h 776514"/>
                <a:gd name="connsiteX19" fmla="*/ 635000 w 1230086"/>
                <a:gd name="connsiteY19" fmla="*/ 61685 h 776514"/>
                <a:gd name="connsiteX20" fmla="*/ 515258 w 1230086"/>
                <a:gd name="connsiteY20" fmla="*/ 50800 h 776514"/>
                <a:gd name="connsiteX21" fmla="*/ 457200 w 1230086"/>
                <a:gd name="connsiteY21" fmla="*/ 0 h 776514"/>
                <a:gd name="connsiteX22" fmla="*/ 315686 w 1230086"/>
                <a:gd name="connsiteY22" fmla="*/ 3628 h 776514"/>
                <a:gd name="connsiteX23" fmla="*/ 152400 w 1230086"/>
                <a:gd name="connsiteY23" fmla="*/ 257628 h 776514"/>
                <a:gd name="connsiteX24" fmla="*/ 0 w 1230086"/>
                <a:gd name="connsiteY24" fmla="*/ 406400 h 776514"/>
                <a:gd name="connsiteX25" fmla="*/ 174172 w 1230086"/>
                <a:gd name="connsiteY25" fmla="*/ 402771 h 776514"/>
                <a:gd name="connsiteX26" fmla="*/ 185058 w 1230086"/>
                <a:gd name="connsiteY26" fmla="*/ 424542 h 776514"/>
                <a:gd name="connsiteX27" fmla="*/ 268515 w 1230086"/>
                <a:gd name="connsiteY27" fmla="*/ 424542 h 776514"/>
                <a:gd name="connsiteX28" fmla="*/ 351972 w 1230086"/>
                <a:gd name="connsiteY28" fmla="*/ 468085 h 776514"/>
                <a:gd name="connsiteX29" fmla="*/ 453572 w 1230086"/>
                <a:gd name="connsiteY29" fmla="*/ 453571 h 776514"/>
                <a:gd name="connsiteX30" fmla="*/ 486229 w 1230086"/>
                <a:gd name="connsiteY30" fmla="*/ 489857 h 776514"/>
                <a:gd name="connsiteX31" fmla="*/ 486229 w 1230086"/>
                <a:gd name="connsiteY31" fmla="*/ 587828 h 776514"/>
                <a:gd name="connsiteX32" fmla="*/ 522515 w 1230086"/>
                <a:gd name="connsiteY32" fmla="*/ 656771 h 776514"/>
                <a:gd name="connsiteX33" fmla="*/ 602343 w 1230086"/>
                <a:gd name="connsiteY33" fmla="*/ 664028 h 776514"/>
                <a:gd name="connsiteX34" fmla="*/ 638629 w 1230086"/>
                <a:gd name="connsiteY34" fmla="*/ 736600 h 776514"/>
                <a:gd name="connsiteX35" fmla="*/ 732972 w 1230086"/>
                <a:gd name="connsiteY35" fmla="*/ 776514 h 776514"/>
                <a:gd name="connsiteX0" fmla="*/ 732972 w 1230086"/>
                <a:gd name="connsiteY0" fmla="*/ 776514 h 776514"/>
                <a:gd name="connsiteX1" fmla="*/ 914400 w 1230086"/>
                <a:gd name="connsiteY1" fmla="*/ 609600 h 776514"/>
                <a:gd name="connsiteX2" fmla="*/ 979715 w 1230086"/>
                <a:gd name="connsiteY2" fmla="*/ 595085 h 776514"/>
                <a:gd name="connsiteX3" fmla="*/ 979715 w 1230086"/>
                <a:gd name="connsiteY3" fmla="*/ 595085 h 776514"/>
                <a:gd name="connsiteX4" fmla="*/ 1063172 w 1230086"/>
                <a:gd name="connsiteY4" fmla="*/ 569685 h 776514"/>
                <a:gd name="connsiteX5" fmla="*/ 1124858 w 1230086"/>
                <a:gd name="connsiteY5" fmla="*/ 569685 h 776514"/>
                <a:gd name="connsiteX6" fmla="*/ 1197429 w 1230086"/>
                <a:gd name="connsiteY6" fmla="*/ 497114 h 776514"/>
                <a:gd name="connsiteX7" fmla="*/ 1168400 w 1230086"/>
                <a:gd name="connsiteY7" fmla="*/ 464457 h 776514"/>
                <a:gd name="connsiteX8" fmla="*/ 1230086 w 1230086"/>
                <a:gd name="connsiteY8" fmla="*/ 377371 h 776514"/>
                <a:gd name="connsiteX9" fmla="*/ 1215572 w 1230086"/>
                <a:gd name="connsiteY9" fmla="*/ 330200 h 776514"/>
                <a:gd name="connsiteX10" fmla="*/ 1056822 w 1230086"/>
                <a:gd name="connsiteY10" fmla="*/ 329474 h 776514"/>
                <a:gd name="connsiteX11" fmla="*/ 1052286 w 1230086"/>
                <a:gd name="connsiteY11" fmla="*/ 381000 h 776514"/>
                <a:gd name="connsiteX12" fmla="*/ 925286 w 1230086"/>
                <a:gd name="connsiteY12" fmla="*/ 406400 h 776514"/>
                <a:gd name="connsiteX13" fmla="*/ 928915 w 1230086"/>
                <a:gd name="connsiteY13" fmla="*/ 326571 h 776514"/>
                <a:gd name="connsiteX14" fmla="*/ 936172 w 1230086"/>
                <a:gd name="connsiteY14" fmla="*/ 261257 h 776514"/>
                <a:gd name="connsiteX15" fmla="*/ 928915 w 1230086"/>
                <a:gd name="connsiteY15" fmla="*/ 192314 h 776514"/>
                <a:gd name="connsiteX16" fmla="*/ 845458 w 1230086"/>
                <a:gd name="connsiteY16" fmla="*/ 148771 h 776514"/>
                <a:gd name="connsiteX17" fmla="*/ 841829 w 1230086"/>
                <a:gd name="connsiteY17" fmla="*/ 112485 h 776514"/>
                <a:gd name="connsiteX18" fmla="*/ 805543 w 1230086"/>
                <a:gd name="connsiteY18" fmla="*/ 32657 h 776514"/>
                <a:gd name="connsiteX19" fmla="*/ 635000 w 1230086"/>
                <a:gd name="connsiteY19" fmla="*/ 61685 h 776514"/>
                <a:gd name="connsiteX20" fmla="*/ 515258 w 1230086"/>
                <a:gd name="connsiteY20" fmla="*/ 50800 h 776514"/>
                <a:gd name="connsiteX21" fmla="*/ 457200 w 1230086"/>
                <a:gd name="connsiteY21" fmla="*/ 0 h 776514"/>
                <a:gd name="connsiteX22" fmla="*/ 315686 w 1230086"/>
                <a:gd name="connsiteY22" fmla="*/ 3628 h 776514"/>
                <a:gd name="connsiteX23" fmla="*/ 152400 w 1230086"/>
                <a:gd name="connsiteY23" fmla="*/ 257628 h 776514"/>
                <a:gd name="connsiteX24" fmla="*/ 0 w 1230086"/>
                <a:gd name="connsiteY24" fmla="*/ 406400 h 776514"/>
                <a:gd name="connsiteX25" fmla="*/ 174172 w 1230086"/>
                <a:gd name="connsiteY25" fmla="*/ 402771 h 776514"/>
                <a:gd name="connsiteX26" fmla="*/ 185058 w 1230086"/>
                <a:gd name="connsiteY26" fmla="*/ 424542 h 776514"/>
                <a:gd name="connsiteX27" fmla="*/ 268515 w 1230086"/>
                <a:gd name="connsiteY27" fmla="*/ 424542 h 776514"/>
                <a:gd name="connsiteX28" fmla="*/ 351972 w 1230086"/>
                <a:gd name="connsiteY28" fmla="*/ 468085 h 776514"/>
                <a:gd name="connsiteX29" fmla="*/ 453572 w 1230086"/>
                <a:gd name="connsiteY29" fmla="*/ 453571 h 776514"/>
                <a:gd name="connsiteX30" fmla="*/ 486229 w 1230086"/>
                <a:gd name="connsiteY30" fmla="*/ 489857 h 776514"/>
                <a:gd name="connsiteX31" fmla="*/ 486229 w 1230086"/>
                <a:gd name="connsiteY31" fmla="*/ 587828 h 776514"/>
                <a:gd name="connsiteX32" fmla="*/ 522515 w 1230086"/>
                <a:gd name="connsiteY32" fmla="*/ 656771 h 776514"/>
                <a:gd name="connsiteX33" fmla="*/ 602343 w 1230086"/>
                <a:gd name="connsiteY33" fmla="*/ 664028 h 776514"/>
                <a:gd name="connsiteX34" fmla="*/ 638629 w 1230086"/>
                <a:gd name="connsiteY34" fmla="*/ 736600 h 776514"/>
                <a:gd name="connsiteX35" fmla="*/ 732972 w 1230086"/>
                <a:gd name="connsiteY35" fmla="*/ 776514 h 776514"/>
                <a:gd name="connsiteX0" fmla="*/ 732972 w 1230086"/>
                <a:gd name="connsiteY0" fmla="*/ 776514 h 776514"/>
                <a:gd name="connsiteX1" fmla="*/ 914400 w 1230086"/>
                <a:gd name="connsiteY1" fmla="*/ 609600 h 776514"/>
                <a:gd name="connsiteX2" fmla="*/ 979715 w 1230086"/>
                <a:gd name="connsiteY2" fmla="*/ 595085 h 776514"/>
                <a:gd name="connsiteX3" fmla="*/ 979715 w 1230086"/>
                <a:gd name="connsiteY3" fmla="*/ 595085 h 776514"/>
                <a:gd name="connsiteX4" fmla="*/ 1063172 w 1230086"/>
                <a:gd name="connsiteY4" fmla="*/ 569685 h 776514"/>
                <a:gd name="connsiteX5" fmla="*/ 1124858 w 1230086"/>
                <a:gd name="connsiteY5" fmla="*/ 569685 h 776514"/>
                <a:gd name="connsiteX6" fmla="*/ 1197429 w 1230086"/>
                <a:gd name="connsiteY6" fmla="*/ 497114 h 776514"/>
                <a:gd name="connsiteX7" fmla="*/ 1191260 w 1230086"/>
                <a:gd name="connsiteY7" fmla="*/ 464457 h 776514"/>
                <a:gd name="connsiteX8" fmla="*/ 1230086 w 1230086"/>
                <a:gd name="connsiteY8" fmla="*/ 377371 h 776514"/>
                <a:gd name="connsiteX9" fmla="*/ 1215572 w 1230086"/>
                <a:gd name="connsiteY9" fmla="*/ 330200 h 776514"/>
                <a:gd name="connsiteX10" fmla="*/ 1056822 w 1230086"/>
                <a:gd name="connsiteY10" fmla="*/ 329474 h 776514"/>
                <a:gd name="connsiteX11" fmla="*/ 1052286 w 1230086"/>
                <a:gd name="connsiteY11" fmla="*/ 381000 h 776514"/>
                <a:gd name="connsiteX12" fmla="*/ 925286 w 1230086"/>
                <a:gd name="connsiteY12" fmla="*/ 406400 h 776514"/>
                <a:gd name="connsiteX13" fmla="*/ 928915 w 1230086"/>
                <a:gd name="connsiteY13" fmla="*/ 326571 h 776514"/>
                <a:gd name="connsiteX14" fmla="*/ 936172 w 1230086"/>
                <a:gd name="connsiteY14" fmla="*/ 261257 h 776514"/>
                <a:gd name="connsiteX15" fmla="*/ 928915 w 1230086"/>
                <a:gd name="connsiteY15" fmla="*/ 192314 h 776514"/>
                <a:gd name="connsiteX16" fmla="*/ 845458 w 1230086"/>
                <a:gd name="connsiteY16" fmla="*/ 148771 h 776514"/>
                <a:gd name="connsiteX17" fmla="*/ 841829 w 1230086"/>
                <a:gd name="connsiteY17" fmla="*/ 112485 h 776514"/>
                <a:gd name="connsiteX18" fmla="*/ 805543 w 1230086"/>
                <a:gd name="connsiteY18" fmla="*/ 32657 h 776514"/>
                <a:gd name="connsiteX19" fmla="*/ 635000 w 1230086"/>
                <a:gd name="connsiteY19" fmla="*/ 61685 h 776514"/>
                <a:gd name="connsiteX20" fmla="*/ 515258 w 1230086"/>
                <a:gd name="connsiteY20" fmla="*/ 50800 h 776514"/>
                <a:gd name="connsiteX21" fmla="*/ 457200 w 1230086"/>
                <a:gd name="connsiteY21" fmla="*/ 0 h 776514"/>
                <a:gd name="connsiteX22" fmla="*/ 315686 w 1230086"/>
                <a:gd name="connsiteY22" fmla="*/ 3628 h 776514"/>
                <a:gd name="connsiteX23" fmla="*/ 152400 w 1230086"/>
                <a:gd name="connsiteY23" fmla="*/ 257628 h 776514"/>
                <a:gd name="connsiteX24" fmla="*/ 0 w 1230086"/>
                <a:gd name="connsiteY24" fmla="*/ 406400 h 776514"/>
                <a:gd name="connsiteX25" fmla="*/ 174172 w 1230086"/>
                <a:gd name="connsiteY25" fmla="*/ 402771 h 776514"/>
                <a:gd name="connsiteX26" fmla="*/ 185058 w 1230086"/>
                <a:gd name="connsiteY26" fmla="*/ 424542 h 776514"/>
                <a:gd name="connsiteX27" fmla="*/ 268515 w 1230086"/>
                <a:gd name="connsiteY27" fmla="*/ 424542 h 776514"/>
                <a:gd name="connsiteX28" fmla="*/ 351972 w 1230086"/>
                <a:gd name="connsiteY28" fmla="*/ 468085 h 776514"/>
                <a:gd name="connsiteX29" fmla="*/ 453572 w 1230086"/>
                <a:gd name="connsiteY29" fmla="*/ 453571 h 776514"/>
                <a:gd name="connsiteX30" fmla="*/ 486229 w 1230086"/>
                <a:gd name="connsiteY30" fmla="*/ 489857 h 776514"/>
                <a:gd name="connsiteX31" fmla="*/ 486229 w 1230086"/>
                <a:gd name="connsiteY31" fmla="*/ 587828 h 776514"/>
                <a:gd name="connsiteX32" fmla="*/ 522515 w 1230086"/>
                <a:gd name="connsiteY32" fmla="*/ 656771 h 776514"/>
                <a:gd name="connsiteX33" fmla="*/ 602343 w 1230086"/>
                <a:gd name="connsiteY33" fmla="*/ 664028 h 776514"/>
                <a:gd name="connsiteX34" fmla="*/ 638629 w 1230086"/>
                <a:gd name="connsiteY34" fmla="*/ 736600 h 776514"/>
                <a:gd name="connsiteX35" fmla="*/ 732972 w 1230086"/>
                <a:gd name="connsiteY35" fmla="*/ 776514 h 776514"/>
                <a:gd name="connsiteX0" fmla="*/ 732972 w 1230086"/>
                <a:gd name="connsiteY0" fmla="*/ 776514 h 776514"/>
                <a:gd name="connsiteX1" fmla="*/ 914400 w 1230086"/>
                <a:gd name="connsiteY1" fmla="*/ 609600 h 776514"/>
                <a:gd name="connsiteX2" fmla="*/ 979715 w 1230086"/>
                <a:gd name="connsiteY2" fmla="*/ 595085 h 776514"/>
                <a:gd name="connsiteX3" fmla="*/ 979715 w 1230086"/>
                <a:gd name="connsiteY3" fmla="*/ 595085 h 776514"/>
                <a:gd name="connsiteX4" fmla="*/ 1063172 w 1230086"/>
                <a:gd name="connsiteY4" fmla="*/ 569685 h 776514"/>
                <a:gd name="connsiteX5" fmla="*/ 1124858 w 1230086"/>
                <a:gd name="connsiteY5" fmla="*/ 569685 h 776514"/>
                <a:gd name="connsiteX6" fmla="*/ 1197429 w 1230086"/>
                <a:gd name="connsiteY6" fmla="*/ 497114 h 776514"/>
                <a:gd name="connsiteX7" fmla="*/ 1191260 w 1230086"/>
                <a:gd name="connsiteY7" fmla="*/ 464457 h 776514"/>
                <a:gd name="connsiteX8" fmla="*/ 1230086 w 1230086"/>
                <a:gd name="connsiteY8" fmla="*/ 377371 h 776514"/>
                <a:gd name="connsiteX9" fmla="*/ 1215572 w 1230086"/>
                <a:gd name="connsiteY9" fmla="*/ 330200 h 776514"/>
                <a:gd name="connsiteX10" fmla="*/ 1056822 w 1230086"/>
                <a:gd name="connsiteY10" fmla="*/ 329474 h 776514"/>
                <a:gd name="connsiteX11" fmla="*/ 1052286 w 1230086"/>
                <a:gd name="connsiteY11" fmla="*/ 381000 h 776514"/>
                <a:gd name="connsiteX12" fmla="*/ 925286 w 1230086"/>
                <a:gd name="connsiteY12" fmla="*/ 406400 h 776514"/>
                <a:gd name="connsiteX13" fmla="*/ 928915 w 1230086"/>
                <a:gd name="connsiteY13" fmla="*/ 326571 h 776514"/>
                <a:gd name="connsiteX14" fmla="*/ 936172 w 1230086"/>
                <a:gd name="connsiteY14" fmla="*/ 261257 h 776514"/>
                <a:gd name="connsiteX15" fmla="*/ 928915 w 1230086"/>
                <a:gd name="connsiteY15" fmla="*/ 192314 h 776514"/>
                <a:gd name="connsiteX16" fmla="*/ 845458 w 1230086"/>
                <a:gd name="connsiteY16" fmla="*/ 148771 h 776514"/>
                <a:gd name="connsiteX17" fmla="*/ 841829 w 1230086"/>
                <a:gd name="connsiteY17" fmla="*/ 112485 h 776514"/>
                <a:gd name="connsiteX18" fmla="*/ 805543 w 1230086"/>
                <a:gd name="connsiteY18" fmla="*/ 32657 h 776514"/>
                <a:gd name="connsiteX19" fmla="*/ 635000 w 1230086"/>
                <a:gd name="connsiteY19" fmla="*/ 61685 h 776514"/>
                <a:gd name="connsiteX20" fmla="*/ 515258 w 1230086"/>
                <a:gd name="connsiteY20" fmla="*/ 50800 h 776514"/>
                <a:gd name="connsiteX21" fmla="*/ 457200 w 1230086"/>
                <a:gd name="connsiteY21" fmla="*/ 0 h 776514"/>
                <a:gd name="connsiteX22" fmla="*/ 315686 w 1230086"/>
                <a:gd name="connsiteY22" fmla="*/ 3628 h 776514"/>
                <a:gd name="connsiteX23" fmla="*/ 152400 w 1230086"/>
                <a:gd name="connsiteY23" fmla="*/ 257628 h 776514"/>
                <a:gd name="connsiteX24" fmla="*/ 0 w 1230086"/>
                <a:gd name="connsiteY24" fmla="*/ 406400 h 776514"/>
                <a:gd name="connsiteX25" fmla="*/ 174172 w 1230086"/>
                <a:gd name="connsiteY25" fmla="*/ 402771 h 776514"/>
                <a:gd name="connsiteX26" fmla="*/ 185058 w 1230086"/>
                <a:gd name="connsiteY26" fmla="*/ 424542 h 776514"/>
                <a:gd name="connsiteX27" fmla="*/ 268515 w 1230086"/>
                <a:gd name="connsiteY27" fmla="*/ 424542 h 776514"/>
                <a:gd name="connsiteX28" fmla="*/ 351972 w 1230086"/>
                <a:gd name="connsiteY28" fmla="*/ 468085 h 776514"/>
                <a:gd name="connsiteX29" fmla="*/ 453572 w 1230086"/>
                <a:gd name="connsiteY29" fmla="*/ 453571 h 776514"/>
                <a:gd name="connsiteX30" fmla="*/ 486229 w 1230086"/>
                <a:gd name="connsiteY30" fmla="*/ 489857 h 776514"/>
                <a:gd name="connsiteX31" fmla="*/ 486229 w 1230086"/>
                <a:gd name="connsiteY31" fmla="*/ 587828 h 776514"/>
                <a:gd name="connsiteX32" fmla="*/ 522515 w 1230086"/>
                <a:gd name="connsiteY32" fmla="*/ 656771 h 776514"/>
                <a:gd name="connsiteX33" fmla="*/ 602343 w 1230086"/>
                <a:gd name="connsiteY33" fmla="*/ 664028 h 776514"/>
                <a:gd name="connsiteX34" fmla="*/ 638629 w 1230086"/>
                <a:gd name="connsiteY34" fmla="*/ 736600 h 776514"/>
                <a:gd name="connsiteX35" fmla="*/ 732972 w 1230086"/>
                <a:gd name="connsiteY35" fmla="*/ 776514 h 776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230086" h="776514">
                  <a:moveTo>
                    <a:pt x="732972" y="776514"/>
                  </a:moveTo>
                  <a:lnTo>
                    <a:pt x="914400" y="609600"/>
                  </a:lnTo>
                  <a:lnTo>
                    <a:pt x="979715" y="595085"/>
                  </a:lnTo>
                  <a:lnTo>
                    <a:pt x="979715" y="595085"/>
                  </a:lnTo>
                  <a:lnTo>
                    <a:pt x="1063172" y="569685"/>
                  </a:lnTo>
                  <a:lnTo>
                    <a:pt x="1124858" y="569685"/>
                  </a:lnTo>
                  <a:lnTo>
                    <a:pt x="1197429" y="497114"/>
                  </a:lnTo>
                  <a:cubicBezTo>
                    <a:pt x="1195373" y="486228"/>
                    <a:pt x="1204746" y="475343"/>
                    <a:pt x="1191260" y="464457"/>
                  </a:cubicBezTo>
                  <a:lnTo>
                    <a:pt x="1230086" y="377371"/>
                  </a:lnTo>
                  <a:lnTo>
                    <a:pt x="1215572" y="330200"/>
                  </a:lnTo>
                  <a:lnTo>
                    <a:pt x="1056822" y="329474"/>
                  </a:lnTo>
                  <a:lnTo>
                    <a:pt x="1052286" y="381000"/>
                  </a:lnTo>
                  <a:lnTo>
                    <a:pt x="925286" y="406400"/>
                  </a:lnTo>
                  <a:lnTo>
                    <a:pt x="928915" y="326571"/>
                  </a:lnTo>
                  <a:lnTo>
                    <a:pt x="936172" y="261257"/>
                  </a:lnTo>
                  <a:lnTo>
                    <a:pt x="928915" y="192314"/>
                  </a:lnTo>
                  <a:lnTo>
                    <a:pt x="845458" y="148771"/>
                  </a:lnTo>
                  <a:lnTo>
                    <a:pt x="841829" y="112485"/>
                  </a:lnTo>
                  <a:lnTo>
                    <a:pt x="805543" y="32657"/>
                  </a:lnTo>
                  <a:lnTo>
                    <a:pt x="635000" y="61685"/>
                  </a:lnTo>
                  <a:lnTo>
                    <a:pt x="515258" y="50800"/>
                  </a:lnTo>
                  <a:lnTo>
                    <a:pt x="457200" y="0"/>
                  </a:lnTo>
                  <a:lnTo>
                    <a:pt x="315686" y="3628"/>
                  </a:lnTo>
                  <a:lnTo>
                    <a:pt x="152400" y="257628"/>
                  </a:lnTo>
                  <a:lnTo>
                    <a:pt x="0" y="406400"/>
                  </a:lnTo>
                  <a:lnTo>
                    <a:pt x="174172" y="402771"/>
                  </a:lnTo>
                  <a:lnTo>
                    <a:pt x="185058" y="424542"/>
                  </a:lnTo>
                  <a:lnTo>
                    <a:pt x="268515" y="424542"/>
                  </a:lnTo>
                  <a:lnTo>
                    <a:pt x="351972" y="468085"/>
                  </a:lnTo>
                  <a:lnTo>
                    <a:pt x="453572" y="453571"/>
                  </a:lnTo>
                  <a:lnTo>
                    <a:pt x="486229" y="489857"/>
                  </a:lnTo>
                  <a:lnTo>
                    <a:pt x="486229" y="587828"/>
                  </a:lnTo>
                  <a:lnTo>
                    <a:pt x="522515" y="656771"/>
                  </a:lnTo>
                  <a:lnTo>
                    <a:pt x="602343" y="664028"/>
                  </a:lnTo>
                  <a:lnTo>
                    <a:pt x="638629" y="736600"/>
                  </a:lnTo>
                  <a:lnTo>
                    <a:pt x="732972" y="776514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0" name="Freeform 86">
              <a:extLst>
                <a:ext uri="{FF2B5EF4-FFF2-40B4-BE49-F238E27FC236}">
                  <a16:creationId xmlns:a16="http://schemas.microsoft.com/office/drawing/2014/main" id="{586BC508-5C6A-23E1-85DF-4B81BEEB978C}"/>
                </a:ext>
              </a:extLst>
            </p:cNvPr>
            <p:cNvSpPr/>
            <p:nvPr/>
          </p:nvSpPr>
          <p:spPr>
            <a:xfrm>
              <a:off x="6423025" y="4264025"/>
              <a:ext cx="569913" cy="384175"/>
            </a:xfrm>
            <a:custGeom>
              <a:avLst/>
              <a:gdLst>
                <a:gd name="connsiteX0" fmla="*/ 0 w 569686"/>
                <a:gd name="connsiteY0" fmla="*/ 384629 h 384629"/>
                <a:gd name="connsiteX1" fmla="*/ 90715 w 569686"/>
                <a:gd name="connsiteY1" fmla="*/ 377372 h 384629"/>
                <a:gd name="connsiteX2" fmla="*/ 39915 w 569686"/>
                <a:gd name="connsiteY2" fmla="*/ 333829 h 384629"/>
                <a:gd name="connsiteX3" fmla="*/ 65315 w 569686"/>
                <a:gd name="connsiteY3" fmla="*/ 308429 h 384629"/>
                <a:gd name="connsiteX4" fmla="*/ 97972 w 569686"/>
                <a:gd name="connsiteY4" fmla="*/ 322943 h 384629"/>
                <a:gd name="connsiteX5" fmla="*/ 199572 w 569686"/>
                <a:gd name="connsiteY5" fmla="*/ 322943 h 384629"/>
                <a:gd name="connsiteX6" fmla="*/ 275772 w 569686"/>
                <a:gd name="connsiteY6" fmla="*/ 279400 h 384629"/>
                <a:gd name="connsiteX7" fmla="*/ 275772 w 569686"/>
                <a:gd name="connsiteY7" fmla="*/ 330200 h 384629"/>
                <a:gd name="connsiteX8" fmla="*/ 468086 w 569686"/>
                <a:gd name="connsiteY8" fmla="*/ 322943 h 384629"/>
                <a:gd name="connsiteX9" fmla="*/ 446315 w 569686"/>
                <a:gd name="connsiteY9" fmla="*/ 235858 h 384629"/>
                <a:gd name="connsiteX10" fmla="*/ 569686 w 569686"/>
                <a:gd name="connsiteY10" fmla="*/ 177800 h 384629"/>
                <a:gd name="connsiteX11" fmla="*/ 569686 w 569686"/>
                <a:gd name="connsiteY11" fmla="*/ 72572 h 384629"/>
                <a:gd name="connsiteX12" fmla="*/ 482600 w 569686"/>
                <a:gd name="connsiteY12" fmla="*/ 61686 h 384629"/>
                <a:gd name="connsiteX13" fmla="*/ 442686 w 569686"/>
                <a:gd name="connsiteY13" fmla="*/ 0 h 384629"/>
                <a:gd name="connsiteX14" fmla="*/ 373743 w 569686"/>
                <a:gd name="connsiteY14" fmla="*/ 25400 h 384629"/>
                <a:gd name="connsiteX15" fmla="*/ 410029 w 569686"/>
                <a:gd name="connsiteY15" fmla="*/ 65315 h 384629"/>
                <a:gd name="connsiteX16" fmla="*/ 370115 w 569686"/>
                <a:gd name="connsiteY16" fmla="*/ 79829 h 384629"/>
                <a:gd name="connsiteX17" fmla="*/ 370115 w 569686"/>
                <a:gd name="connsiteY17" fmla="*/ 137886 h 384629"/>
                <a:gd name="connsiteX18" fmla="*/ 330200 w 569686"/>
                <a:gd name="connsiteY18" fmla="*/ 166915 h 384629"/>
                <a:gd name="connsiteX19" fmla="*/ 290286 w 569686"/>
                <a:gd name="connsiteY19" fmla="*/ 141515 h 384629"/>
                <a:gd name="connsiteX20" fmla="*/ 224972 w 569686"/>
                <a:gd name="connsiteY20" fmla="*/ 170543 h 384629"/>
                <a:gd name="connsiteX21" fmla="*/ 25400 w 569686"/>
                <a:gd name="connsiteY21" fmla="*/ 221343 h 384629"/>
                <a:gd name="connsiteX22" fmla="*/ 32657 w 569686"/>
                <a:gd name="connsiteY22" fmla="*/ 264886 h 384629"/>
                <a:gd name="connsiteX23" fmla="*/ 0 w 569686"/>
                <a:gd name="connsiteY23" fmla="*/ 384629 h 384629"/>
                <a:gd name="connsiteX0" fmla="*/ 0 w 569686"/>
                <a:gd name="connsiteY0" fmla="*/ 384629 h 384629"/>
                <a:gd name="connsiteX1" fmla="*/ 90715 w 569686"/>
                <a:gd name="connsiteY1" fmla="*/ 377372 h 384629"/>
                <a:gd name="connsiteX2" fmla="*/ 39915 w 569686"/>
                <a:gd name="connsiteY2" fmla="*/ 333829 h 384629"/>
                <a:gd name="connsiteX3" fmla="*/ 65315 w 569686"/>
                <a:gd name="connsiteY3" fmla="*/ 308429 h 384629"/>
                <a:gd name="connsiteX4" fmla="*/ 97972 w 569686"/>
                <a:gd name="connsiteY4" fmla="*/ 322943 h 384629"/>
                <a:gd name="connsiteX5" fmla="*/ 199572 w 569686"/>
                <a:gd name="connsiteY5" fmla="*/ 322943 h 384629"/>
                <a:gd name="connsiteX6" fmla="*/ 275772 w 569686"/>
                <a:gd name="connsiteY6" fmla="*/ 279400 h 384629"/>
                <a:gd name="connsiteX7" fmla="*/ 275772 w 569686"/>
                <a:gd name="connsiteY7" fmla="*/ 330200 h 384629"/>
                <a:gd name="connsiteX8" fmla="*/ 468086 w 569686"/>
                <a:gd name="connsiteY8" fmla="*/ 322943 h 384629"/>
                <a:gd name="connsiteX9" fmla="*/ 446315 w 569686"/>
                <a:gd name="connsiteY9" fmla="*/ 235858 h 384629"/>
                <a:gd name="connsiteX10" fmla="*/ 569686 w 569686"/>
                <a:gd name="connsiteY10" fmla="*/ 177800 h 384629"/>
                <a:gd name="connsiteX11" fmla="*/ 569686 w 569686"/>
                <a:gd name="connsiteY11" fmla="*/ 57332 h 384629"/>
                <a:gd name="connsiteX12" fmla="*/ 482600 w 569686"/>
                <a:gd name="connsiteY12" fmla="*/ 61686 h 384629"/>
                <a:gd name="connsiteX13" fmla="*/ 442686 w 569686"/>
                <a:gd name="connsiteY13" fmla="*/ 0 h 384629"/>
                <a:gd name="connsiteX14" fmla="*/ 373743 w 569686"/>
                <a:gd name="connsiteY14" fmla="*/ 25400 h 384629"/>
                <a:gd name="connsiteX15" fmla="*/ 410029 w 569686"/>
                <a:gd name="connsiteY15" fmla="*/ 65315 h 384629"/>
                <a:gd name="connsiteX16" fmla="*/ 370115 w 569686"/>
                <a:gd name="connsiteY16" fmla="*/ 79829 h 384629"/>
                <a:gd name="connsiteX17" fmla="*/ 370115 w 569686"/>
                <a:gd name="connsiteY17" fmla="*/ 137886 h 384629"/>
                <a:gd name="connsiteX18" fmla="*/ 330200 w 569686"/>
                <a:gd name="connsiteY18" fmla="*/ 166915 h 384629"/>
                <a:gd name="connsiteX19" fmla="*/ 290286 w 569686"/>
                <a:gd name="connsiteY19" fmla="*/ 141515 h 384629"/>
                <a:gd name="connsiteX20" fmla="*/ 224972 w 569686"/>
                <a:gd name="connsiteY20" fmla="*/ 170543 h 384629"/>
                <a:gd name="connsiteX21" fmla="*/ 25400 w 569686"/>
                <a:gd name="connsiteY21" fmla="*/ 221343 h 384629"/>
                <a:gd name="connsiteX22" fmla="*/ 32657 w 569686"/>
                <a:gd name="connsiteY22" fmla="*/ 264886 h 384629"/>
                <a:gd name="connsiteX23" fmla="*/ 0 w 569686"/>
                <a:gd name="connsiteY23" fmla="*/ 384629 h 384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9686" h="384629">
                  <a:moveTo>
                    <a:pt x="0" y="384629"/>
                  </a:moveTo>
                  <a:lnTo>
                    <a:pt x="90715" y="377372"/>
                  </a:lnTo>
                  <a:lnTo>
                    <a:pt x="39915" y="333829"/>
                  </a:lnTo>
                  <a:lnTo>
                    <a:pt x="65315" y="308429"/>
                  </a:lnTo>
                  <a:lnTo>
                    <a:pt x="97972" y="322943"/>
                  </a:lnTo>
                  <a:lnTo>
                    <a:pt x="199572" y="322943"/>
                  </a:lnTo>
                  <a:lnTo>
                    <a:pt x="275772" y="279400"/>
                  </a:lnTo>
                  <a:lnTo>
                    <a:pt x="275772" y="330200"/>
                  </a:lnTo>
                  <a:lnTo>
                    <a:pt x="468086" y="322943"/>
                  </a:lnTo>
                  <a:lnTo>
                    <a:pt x="446315" y="235858"/>
                  </a:lnTo>
                  <a:lnTo>
                    <a:pt x="569686" y="177800"/>
                  </a:lnTo>
                  <a:lnTo>
                    <a:pt x="569686" y="57332"/>
                  </a:lnTo>
                  <a:lnTo>
                    <a:pt x="482600" y="61686"/>
                  </a:lnTo>
                  <a:lnTo>
                    <a:pt x="442686" y="0"/>
                  </a:lnTo>
                  <a:lnTo>
                    <a:pt x="373743" y="25400"/>
                  </a:lnTo>
                  <a:lnTo>
                    <a:pt x="410029" y="65315"/>
                  </a:lnTo>
                  <a:lnTo>
                    <a:pt x="370115" y="79829"/>
                  </a:lnTo>
                  <a:lnTo>
                    <a:pt x="370115" y="137886"/>
                  </a:lnTo>
                  <a:lnTo>
                    <a:pt x="330200" y="166915"/>
                  </a:lnTo>
                  <a:lnTo>
                    <a:pt x="290286" y="141515"/>
                  </a:lnTo>
                  <a:lnTo>
                    <a:pt x="224972" y="170543"/>
                  </a:lnTo>
                  <a:lnTo>
                    <a:pt x="25400" y="221343"/>
                  </a:lnTo>
                  <a:lnTo>
                    <a:pt x="32657" y="264886"/>
                  </a:lnTo>
                  <a:lnTo>
                    <a:pt x="0" y="384629"/>
                  </a:lnTo>
                  <a:close/>
                </a:path>
              </a:pathLst>
            </a:custGeom>
            <a:solidFill>
              <a:schemeClr val="tx2"/>
            </a:solidFill>
            <a:ln w="127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1" name="Freeform 87">
              <a:extLst>
                <a:ext uri="{FF2B5EF4-FFF2-40B4-BE49-F238E27FC236}">
                  <a16:creationId xmlns:a16="http://schemas.microsoft.com/office/drawing/2014/main" id="{6BBF7029-DEBD-B9BE-85B1-345B36B80722}"/>
                </a:ext>
              </a:extLst>
            </p:cNvPr>
            <p:cNvSpPr/>
            <p:nvPr/>
          </p:nvSpPr>
          <p:spPr>
            <a:xfrm>
              <a:off x="6854825" y="3798888"/>
              <a:ext cx="333375" cy="522287"/>
            </a:xfrm>
            <a:custGeom>
              <a:avLst/>
              <a:gdLst>
                <a:gd name="connsiteX0" fmla="*/ 148772 w 333829"/>
                <a:gd name="connsiteY0" fmla="*/ 522515 h 522515"/>
                <a:gd name="connsiteX1" fmla="*/ 235857 w 333829"/>
                <a:gd name="connsiteY1" fmla="*/ 442686 h 522515"/>
                <a:gd name="connsiteX2" fmla="*/ 250372 w 333829"/>
                <a:gd name="connsiteY2" fmla="*/ 326572 h 522515"/>
                <a:gd name="connsiteX3" fmla="*/ 333829 w 333829"/>
                <a:gd name="connsiteY3" fmla="*/ 217715 h 522515"/>
                <a:gd name="connsiteX4" fmla="*/ 326572 w 333829"/>
                <a:gd name="connsiteY4" fmla="*/ 79829 h 522515"/>
                <a:gd name="connsiteX5" fmla="*/ 177800 w 333829"/>
                <a:gd name="connsiteY5" fmla="*/ 0 h 522515"/>
                <a:gd name="connsiteX6" fmla="*/ 188686 w 333829"/>
                <a:gd name="connsiteY6" fmla="*/ 65315 h 522515"/>
                <a:gd name="connsiteX7" fmla="*/ 123372 w 333829"/>
                <a:gd name="connsiteY7" fmla="*/ 61686 h 522515"/>
                <a:gd name="connsiteX8" fmla="*/ 119743 w 333829"/>
                <a:gd name="connsiteY8" fmla="*/ 134257 h 522515"/>
                <a:gd name="connsiteX9" fmla="*/ 79829 w 333829"/>
                <a:gd name="connsiteY9" fmla="*/ 152400 h 522515"/>
                <a:gd name="connsiteX10" fmla="*/ 145143 w 333829"/>
                <a:gd name="connsiteY10" fmla="*/ 221343 h 522515"/>
                <a:gd name="connsiteX11" fmla="*/ 134257 w 333829"/>
                <a:gd name="connsiteY11" fmla="*/ 279400 h 522515"/>
                <a:gd name="connsiteX12" fmla="*/ 101600 w 333829"/>
                <a:gd name="connsiteY12" fmla="*/ 279400 h 522515"/>
                <a:gd name="connsiteX13" fmla="*/ 72572 w 333829"/>
                <a:gd name="connsiteY13" fmla="*/ 370115 h 522515"/>
                <a:gd name="connsiteX14" fmla="*/ 3629 w 333829"/>
                <a:gd name="connsiteY14" fmla="*/ 370115 h 522515"/>
                <a:gd name="connsiteX15" fmla="*/ 0 w 333829"/>
                <a:gd name="connsiteY15" fmla="*/ 471715 h 522515"/>
                <a:gd name="connsiteX16" fmla="*/ 47172 w 333829"/>
                <a:gd name="connsiteY16" fmla="*/ 518886 h 522515"/>
                <a:gd name="connsiteX17" fmla="*/ 148772 w 333829"/>
                <a:gd name="connsiteY17" fmla="*/ 522515 h 52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3829" h="522515">
                  <a:moveTo>
                    <a:pt x="148772" y="522515"/>
                  </a:moveTo>
                  <a:lnTo>
                    <a:pt x="235857" y="442686"/>
                  </a:lnTo>
                  <a:lnTo>
                    <a:pt x="250372" y="326572"/>
                  </a:lnTo>
                  <a:lnTo>
                    <a:pt x="333829" y="217715"/>
                  </a:lnTo>
                  <a:lnTo>
                    <a:pt x="326572" y="79829"/>
                  </a:lnTo>
                  <a:lnTo>
                    <a:pt x="177800" y="0"/>
                  </a:lnTo>
                  <a:lnTo>
                    <a:pt x="188686" y="65315"/>
                  </a:lnTo>
                  <a:lnTo>
                    <a:pt x="123372" y="61686"/>
                  </a:lnTo>
                  <a:lnTo>
                    <a:pt x="119743" y="134257"/>
                  </a:lnTo>
                  <a:lnTo>
                    <a:pt x="79829" y="152400"/>
                  </a:lnTo>
                  <a:lnTo>
                    <a:pt x="145143" y="221343"/>
                  </a:lnTo>
                  <a:lnTo>
                    <a:pt x="134257" y="279400"/>
                  </a:lnTo>
                  <a:lnTo>
                    <a:pt x="101600" y="279400"/>
                  </a:lnTo>
                  <a:lnTo>
                    <a:pt x="72572" y="370115"/>
                  </a:lnTo>
                  <a:lnTo>
                    <a:pt x="3629" y="370115"/>
                  </a:lnTo>
                  <a:lnTo>
                    <a:pt x="0" y="471715"/>
                  </a:lnTo>
                  <a:lnTo>
                    <a:pt x="47172" y="518886"/>
                  </a:lnTo>
                  <a:lnTo>
                    <a:pt x="148772" y="522515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2" name="Freeform 88">
              <a:extLst>
                <a:ext uri="{FF2B5EF4-FFF2-40B4-BE49-F238E27FC236}">
                  <a16:creationId xmlns:a16="http://schemas.microsoft.com/office/drawing/2014/main" id="{6165ABF2-34EE-3E1A-90B9-3D9344FF4F3D}"/>
                </a:ext>
              </a:extLst>
            </p:cNvPr>
            <p:cNvSpPr/>
            <p:nvPr/>
          </p:nvSpPr>
          <p:spPr>
            <a:xfrm>
              <a:off x="5562600" y="3268664"/>
              <a:ext cx="1568450" cy="1274762"/>
            </a:xfrm>
            <a:custGeom>
              <a:avLst/>
              <a:gdLst>
                <a:gd name="connsiteX0" fmla="*/ 1542143 w 1567543"/>
                <a:gd name="connsiteY0" fmla="*/ 551543 h 1273628"/>
                <a:gd name="connsiteX1" fmla="*/ 1527628 w 1567543"/>
                <a:gd name="connsiteY1" fmla="*/ 497114 h 1273628"/>
                <a:gd name="connsiteX2" fmla="*/ 1527628 w 1567543"/>
                <a:gd name="connsiteY2" fmla="*/ 497114 h 1273628"/>
                <a:gd name="connsiteX3" fmla="*/ 1498600 w 1567543"/>
                <a:gd name="connsiteY3" fmla="*/ 497114 h 1273628"/>
                <a:gd name="connsiteX4" fmla="*/ 1498600 w 1567543"/>
                <a:gd name="connsiteY4" fmla="*/ 428171 h 1273628"/>
                <a:gd name="connsiteX5" fmla="*/ 1527628 w 1567543"/>
                <a:gd name="connsiteY5" fmla="*/ 373743 h 1273628"/>
                <a:gd name="connsiteX6" fmla="*/ 1549400 w 1567543"/>
                <a:gd name="connsiteY6" fmla="*/ 330200 h 1273628"/>
                <a:gd name="connsiteX7" fmla="*/ 1567543 w 1567543"/>
                <a:gd name="connsiteY7" fmla="*/ 275771 h 1273628"/>
                <a:gd name="connsiteX8" fmla="*/ 1513114 w 1567543"/>
                <a:gd name="connsiteY8" fmla="*/ 206828 h 1273628"/>
                <a:gd name="connsiteX9" fmla="*/ 1418771 w 1567543"/>
                <a:gd name="connsiteY9" fmla="*/ 195943 h 1273628"/>
                <a:gd name="connsiteX10" fmla="*/ 1386114 w 1567543"/>
                <a:gd name="connsiteY10" fmla="*/ 217714 h 1273628"/>
                <a:gd name="connsiteX11" fmla="*/ 1357086 w 1567543"/>
                <a:gd name="connsiteY11" fmla="*/ 181428 h 1273628"/>
                <a:gd name="connsiteX12" fmla="*/ 1270000 w 1567543"/>
                <a:gd name="connsiteY12" fmla="*/ 116114 h 1273628"/>
                <a:gd name="connsiteX13" fmla="*/ 1219200 w 1567543"/>
                <a:gd name="connsiteY13" fmla="*/ 134257 h 1273628"/>
                <a:gd name="connsiteX14" fmla="*/ 1182914 w 1567543"/>
                <a:gd name="connsiteY14" fmla="*/ 87086 h 1273628"/>
                <a:gd name="connsiteX15" fmla="*/ 1146628 w 1567543"/>
                <a:gd name="connsiteY15" fmla="*/ 72571 h 1273628"/>
                <a:gd name="connsiteX16" fmla="*/ 1124857 w 1567543"/>
                <a:gd name="connsiteY16" fmla="*/ 29028 h 1273628"/>
                <a:gd name="connsiteX17" fmla="*/ 1070428 w 1567543"/>
                <a:gd name="connsiteY17" fmla="*/ 29028 h 1273628"/>
                <a:gd name="connsiteX18" fmla="*/ 1045028 w 1567543"/>
                <a:gd name="connsiteY18" fmla="*/ 58057 h 1273628"/>
                <a:gd name="connsiteX19" fmla="*/ 990600 w 1567543"/>
                <a:gd name="connsiteY19" fmla="*/ 0 h 1273628"/>
                <a:gd name="connsiteX20" fmla="*/ 870857 w 1567543"/>
                <a:gd name="connsiteY20" fmla="*/ 25400 h 1273628"/>
                <a:gd name="connsiteX21" fmla="*/ 867228 w 1567543"/>
                <a:gd name="connsiteY21" fmla="*/ 58057 h 1273628"/>
                <a:gd name="connsiteX22" fmla="*/ 762000 w 1567543"/>
                <a:gd name="connsiteY22" fmla="*/ 108857 h 1273628"/>
                <a:gd name="connsiteX23" fmla="*/ 722086 w 1567543"/>
                <a:gd name="connsiteY23" fmla="*/ 123371 h 1273628"/>
                <a:gd name="connsiteX24" fmla="*/ 667657 w 1567543"/>
                <a:gd name="connsiteY24" fmla="*/ 148771 h 1273628"/>
                <a:gd name="connsiteX25" fmla="*/ 667657 w 1567543"/>
                <a:gd name="connsiteY25" fmla="*/ 94343 h 1273628"/>
                <a:gd name="connsiteX26" fmla="*/ 620486 w 1567543"/>
                <a:gd name="connsiteY26" fmla="*/ 54428 h 1273628"/>
                <a:gd name="connsiteX27" fmla="*/ 605971 w 1567543"/>
                <a:gd name="connsiteY27" fmla="*/ 76200 h 1273628"/>
                <a:gd name="connsiteX28" fmla="*/ 620486 w 1567543"/>
                <a:gd name="connsiteY28" fmla="*/ 108857 h 1273628"/>
                <a:gd name="connsiteX29" fmla="*/ 598714 w 1567543"/>
                <a:gd name="connsiteY29" fmla="*/ 119743 h 1273628"/>
                <a:gd name="connsiteX30" fmla="*/ 580571 w 1567543"/>
                <a:gd name="connsiteY30" fmla="*/ 97971 h 1273628"/>
                <a:gd name="connsiteX31" fmla="*/ 566057 w 1567543"/>
                <a:gd name="connsiteY31" fmla="*/ 127000 h 1273628"/>
                <a:gd name="connsiteX32" fmla="*/ 584200 w 1567543"/>
                <a:gd name="connsiteY32" fmla="*/ 174171 h 1273628"/>
                <a:gd name="connsiteX33" fmla="*/ 555171 w 1567543"/>
                <a:gd name="connsiteY33" fmla="*/ 177800 h 1273628"/>
                <a:gd name="connsiteX34" fmla="*/ 573314 w 1567543"/>
                <a:gd name="connsiteY34" fmla="*/ 228600 h 1273628"/>
                <a:gd name="connsiteX35" fmla="*/ 482600 w 1567543"/>
                <a:gd name="connsiteY35" fmla="*/ 330200 h 1273628"/>
                <a:gd name="connsiteX36" fmla="*/ 518886 w 1567543"/>
                <a:gd name="connsiteY36" fmla="*/ 399143 h 1273628"/>
                <a:gd name="connsiteX37" fmla="*/ 475343 w 1567543"/>
                <a:gd name="connsiteY37" fmla="*/ 457200 h 1273628"/>
                <a:gd name="connsiteX38" fmla="*/ 508000 w 1567543"/>
                <a:gd name="connsiteY38" fmla="*/ 475343 h 1273628"/>
                <a:gd name="connsiteX39" fmla="*/ 511628 w 1567543"/>
                <a:gd name="connsiteY39" fmla="*/ 504371 h 1273628"/>
                <a:gd name="connsiteX40" fmla="*/ 478971 w 1567543"/>
                <a:gd name="connsiteY40" fmla="*/ 529771 h 1273628"/>
                <a:gd name="connsiteX41" fmla="*/ 482600 w 1567543"/>
                <a:gd name="connsiteY41" fmla="*/ 576943 h 1273628"/>
                <a:gd name="connsiteX42" fmla="*/ 478971 w 1567543"/>
                <a:gd name="connsiteY42" fmla="*/ 587828 h 1273628"/>
                <a:gd name="connsiteX43" fmla="*/ 399143 w 1567543"/>
                <a:gd name="connsiteY43" fmla="*/ 638628 h 1273628"/>
                <a:gd name="connsiteX44" fmla="*/ 304800 w 1567543"/>
                <a:gd name="connsiteY44" fmla="*/ 616857 h 1273628"/>
                <a:gd name="connsiteX45" fmla="*/ 232228 w 1567543"/>
                <a:gd name="connsiteY45" fmla="*/ 674914 h 1273628"/>
                <a:gd name="connsiteX46" fmla="*/ 83457 w 1567543"/>
                <a:gd name="connsiteY46" fmla="*/ 711200 h 1273628"/>
                <a:gd name="connsiteX47" fmla="*/ 7257 w 1567543"/>
                <a:gd name="connsiteY47" fmla="*/ 791028 h 1273628"/>
                <a:gd name="connsiteX48" fmla="*/ 0 w 1567543"/>
                <a:gd name="connsiteY48" fmla="*/ 881743 h 1273628"/>
                <a:gd name="connsiteX49" fmla="*/ 116114 w 1567543"/>
                <a:gd name="connsiteY49" fmla="*/ 867228 h 1273628"/>
                <a:gd name="connsiteX50" fmla="*/ 188686 w 1567543"/>
                <a:gd name="connsiteY50" fmla="*/ 932543 h 1273628"/>
                <a:gd name="connsiteX51" fmla="*/ 319314 w 1567543"/>
                <a:gd name="connsiteY51" fmla="*/ 939800 h 1273628"/>
                <a:gd name="connsiteX52" fmla="*/ 453571 w 1567543"/>
                <a:gd name="connsiteY52" fmla="*/ 914400 h 1273628"/>
                <a:gd name="connsiteX53" fmla="*/ 508000 w 1567543"/>
                <a:gd name="connsiteY53" fmla="*/ 961571 h 1273628"/>
                <a:gd name="connsiteX54" fmla="*/ 518886 w 1567543"/>
                <a:gd name="connsiteY54" fmla="*/ 1037771 h 1273628"/>
                <a:gd name="connsiteX55" fmla="*/ 605971 w 1567543"/>
                <a:gd name="connsiteY55" fmla="*/ 1081314 h 1273628"/>
                <a:gd name="connsiteX56" fmla="*/ 613228 w 1567543"/>
                <a:gd name="connsiteY56" fmla="*/ 1273628 h 1273628"/>
                <a:gd name="connsiteX57" fmla="*/ 725714 w 1567543"/>
                <a:gd name="connsiteY57" fmla="*/ 1251857 h 1273628"/>
                <a:gd name="connsiteX58" fmla="*/ 725714 w 1567543"/>
                <a:gd name="connsiteY58" fmla="*/ 1251857 h 1273628"/>
                <a:gd name="connsiteX59" fmla="*/ 722086 w 1567543"/>
                <a:gd name="connsiteY59" fmla="*/ 1208314 h 1273628"/>
                <a:gd name="connsiteX60" fmla="*/ 885371 w 1567543"/>
                <a:gd name="connsiteY60" fmla="*/ 1197428 h 1273628"/>
                <a:gd name="connsiteX61" fmla="*/ 925286 w 1567543"/>
                <a:gd name="connsiteY61" fmla="*/ 1208314 h 1273628"/>
                <a:gd name="connsiteX62" fmla="*/ 1161143 w 1567543"/>
                <a:gd name="connsiteY62" fmla="*/ 1143000 h 1273628"/>
                <a:gd name="connsiteX63" fmla="*/ 1204686 w 1567543"/>
                <a:gd name="connsiteY63" fmla="*/ 1164771 h 1273628"/>
                <a:gd name="connsiteX64" fmla="*/ 1240971 w 1567543"/>
                <a:gd name="connsiteY64" fmla="*/ 1135743 h 1273628"/>
                <a:gd name="connsiteX65" fmla="*/ 1226457 w 1567543"/>
                <a:gd name="connsiteY65" fmla="*/ 1066800 h 1273628"/>
                <a:gd name="connsiteX66" fmla="*/ 1262743 w 1567543"/>
                <a:gd name="connsiteY66" fmla="*/ 1052286 h 1273628"/>
                <a:gd name="connsiteX67" fmla="*/ 1248228 w 1567543"/>
                <a:gd name="connsiteY67" fmla="*/ 1019628 h 1273628"/>
                <a:gd name="connsiteX68" fmla="*/ 1295400 w 1567543"/>
                <a:gd name="connsiteY68" fmla="*/ 990600 h 1273628"/>
                <a:gd name="connsiteX69" fmla="*/ 1302657 w 1567543"/>
                <a:gd name="connsiteY69" fmla="*/ 896257 h 1273628"/>
                <a:gd name="connsiteX70" fmla="*/ 1367971 w 1567543"/>
                <a:gd name="connsiteY70" fmla="*/ 892628 h 1273628"/>
                <a:gd name="connsiteX71" fmla="*/ 1397000 w 1567543"/>
                <a:gd name="connsiteY71" fmla="*/ 816428 h 1273628"/>
                <a:gd name="connsiteX72" fmla="*/ 1426028 w 1567543"/>
                <a:gd name="connsiteY72" fmla="*/ 805543 h 1273628"/>
                <a:gd name="connsiteX73" fmla="*/ 1433286 w 1567543"/>
                <a:gd name="connsiteY73" fmla="*/ 743857 h 1273628"/>
                <a:gd name="connsiteX74" fmla="*/ 1367971 w 1567543"/>
                <a:gd name="connsiteY74" fmla="*/ 674914 h 1273628"/>
                <a:gd name="connsiteX75" fmla="*/ 1415143 w 1567543"/>
                <a:gd name="connsiteY75" fmla="*/ 653143 h 1273628"/>
                <a:gd name="connsiteX76" fmla="*/ 1407886 w 1567543"/>
                <a:gd name="connsiteY76" fmla="*/ 598714 h 1273628"/>
                <a:gd name="connsiteX77" fmla="*/ 1473200 w 1567543"/>
                <a:gd name="connsiteY77" fmla="*/ 598714 h 1273628"/>
                <a:gd name="connsiteX78" fmla="*/ 1469571 w 1567543"/>
                <a:gd name="connsiteY78" fmla="*/ 537028 h 1273628"/>
                <a:gd name="connsiteX79" fmla="*/ 1542143 w 1567543"/>
                <a:gd name="connsiteY79" fmla="*/ 551543 h 1273628"/>
                <a:gd name="connsiteX0" fmla="*/ 1542143 w 1567543"/>
                <a:gd name="connsiteY0" fmla="*/ 551543 h 1273628"/>
                <a:gd name="connsiteX1" fmla="*/ 1527628 w 1567543"/>
                <a:gd name="connsiteY1" fmla="*/ 497114 h 1273628"/>
                <a:gd name="connsiteX2" fmla="*/ 1527628 w 1567543"/>
                <a:gd name="connsiteY2" fmla="*/ 497114 h 1273628"/>
                <a:gd name="connsiteX3" fmla="*/ 1498600 w 1567543"/>
                <a:gd name="connsiteY3" fmla="*/ 497114 h 1273628"/>
                <a:gd name="connsiteX4" fmla="*/ 1521460 w 1567543"/>
                <a:gd name="connsiteY4" fmla="*/ 424361 h 1273628"/>
                <a:gd name="connsiteX5" fmla="*/ 1527628 w 1567543"/>
                <a:gd name="connsiteY5" fmla="*/ 373743 h 1273628"/>
                <a:gd name="connsiteX6" fmla="*/ 1549400 w 1567543"/>
                <a:gd name="connsiteY6" fmla="*/ 330200 h 1273628"/>
                <a:gd name="connsiteX7" fmla="*/ 1567543 w 1567543"/>
                <a:gd name="connsiteY7" fmla="*/ 275771 h 1273628"/>
                <a:gd name="connsiteX8" fmla="*/ 1513114 w 1567543"/>
                <a:gd name="connsiteY8" fmla="*/ 206828 h 1273628"/>
                <a:gd name="connsiteX9" fmla="*/ 1418771 w 1567543"/>
                <a:gd name="connsiteY9" fmla="*/ 195943 h 1273628"/>
                <a:gd name="connsiteX10" fmla="*/ 1386114 w 1567543"/>
                <a:gd name="connsiteY10" fmla="*/ 217714 h 1273628"/>
                <a:gd name="connsiteX11" fmla="*/ 1357086 w 1567543"/>
                <a:gd name="connsiteY11" fmla="*/ 181428 h 1273628"/>
                <a:gd name="connsiteX12" fmla="*/ 1270000 w 1567543"/>
                <a:gd name="connsiteY12" fmla="*/ 116114 h 1273628"/>
                <a:gd name="connsiteX13" fmla="*/ 1219200 w 1567543"/>
                <a:gd name="connsiteY13" fmla="*/ 134257 h 1273628"/>
                <a:gd name="connsiteX14" fmla="*/ 1182914 w 1567543"/>
                <a:gd name="connsiteY14" fmla="*/ 87086 h 1273628"/>
                <a:gd name="connsiteX15" fmla="*/ 1146628 w 1567543"/>
                <a:gd name="connsiteY15" fmla="*/ 72571 h 1273628"/>
                <a:gd name="connsiteX16" fmla="*/ 1124857 w 1567543"/>
                <a:gd name="connsiteY16" fmla="*/ 29028 h 1273628"/>
                <a:gd name="connsiteX17" fmla="*/ 1070428 w 1567543"/>
                <a:gd name="connsiteY17" fmla="*/ 29028 h 1273628"/>
                <a:gd name="connsiteX18" fmla="*/ 1045028 w 1567543"/>
                <a:gd name="connsiteY18" fmla="*/ 58057 h 1273628"/>
                <a:gd name="connsiteX19" fmla="*/ 990600 w 1567543"/>
                <a:gd name="connsiteY19" fmla="*/ 0 h 1273628"/>
                <a:gd name="connsiteX20" fmla="*/ 870857 w 1567543"/>
                <a:gd name="connsiteY20" fmla="*/ 25400 h 1273628"/>
                <a:gd name="connsiteX21" fmla="*/ 867228 w 1567543"/>
                <a:gd name="connsiteY21" fmla="*/ 58057 h 1273628"/>
                <a:gd name="connsiteX22" fmla="*/ 762000 w 1567543"/>
                <a:gd name="connsiteY22" fmla="*/ 108857 h 1273628"/>
                <a:gd name="connsiteX23" fmla="*/ 722086 w 1567543"/>
                <a:gd name="connsiteY23" fmla="*/ 123371 h 1273628"/>
                <a:gd name="connsiteX24" fmla="*/ 667657 w 1567543"/>
                <a:gd name="connsiteY24" fmla="*/ 148771 h 1273628"/>
                <a:gd name="connsiteX25" fmla="*/ 667657 w 1567543"/>
                <a:gd name="connsiteY25" fmla="*/ 94343 h 1273628"/>
                <a:gd name="connsiteX26" fmla="*/ 620486 w 1567543"/>
                <a:gd name="connsiteY26" fmla="*/ 54428 h 1273628"/>
                <a:gd name="connsiteX27" fmla="*/ 605971 w 1567543"/>
                <a:gd name="connsiteY27" fmla="*/ 76200 h 1273628"/>
                <a:gd name="connsiteX28" fmla="*/ 620486 w 1567543"/>
                <a:gd name="connsiteY28" fmla="*/ 108857 h 1273628"/>
                <a:gd name="connsiteX29" fmla="*/ 598714 w 1567543"/>
                <a:gd name="connsiteY29" fmla="*/ 119743 h 1273628"/>
                <a:gd name="connsiteX30" fmla="*/ 580571 w 1567543"/>
                <a:gd name="connsiteY30" fmla="*/ 97971 h 1273628"/>
                <a:gd name="connsiteX31" fmla="*/ 566057 w 1567543"/>
                <a:gd name="connsiteY31" fmla="*/ 127000 h 1273628"/>
                <a:gd name="connsiteX32" fmla="*/ 584200 w 1567543"/>
                <a:gd name="connsiteY32" fmla="*/ 174171 h 1273628"/>
                <a:gd name="connsiteX33" fmla="*/ 555171 w 1567543"/>
                <a:gd name="connsiteY33" fmla="*/ 177800 h 1273628"/>
                <a:gd name="connsiteX34" fmla="*/ 573314 w 1567543"/>
                <a:gd name="connsiteY34" fmla="*/ 228600 h 1273628"/>
                <a:gd name="connsiteX35" fmla="*/ 482600 w 1567543"/>
                <a:gd name="connsiteY35" fmla="*/ 330200 h 1273628"/>
                <a:gd name="connsiteX36" fmla="*/ 518886 w 1567543"/>
                <a:gd name="connsiteY36" fmla="*/ 399143 h 1273628"/>
                <a:gd name="connsiteX37" fmla="*/ 475343 w 1567543"/>
                <a:gd name="connsiteY37" fmla="*/ 457200 h 1273628"/>
                <a:gd name="connsiteX38" fmla="*/ 508000 w 1567543"/>
                <a:gd name="connsiteY38" fmla="*/ 475343 h 1273628"/>
                <a:gd name="connsiteX39" fmla="*/ 511628 w 1567543"/>
                <a:gd name="connsiteY39" fmla="*/ 504371 h 1273628"/>
                <a:gd name="connsiteX40" fmla="*/ 478971 w 1567543"/>
                <a:gd name="connsiteY40" fmla="*/ 529771 h 1273628"/>
                <a:gd name="connsiteX41" fmla="*/ 482600 w 1567543"/>
                <a:gd name="connsiteY41" fmla="*/ 576943 h 1273628"/>
                <a:gd name="connsiteX42" fmla="*/ 478971 w 1567543"/>
                <a:gd name="connsiteY42" fmla="*/ 587828 h 1273628"/>
                <a:gd name="connsiteX43" fmla="*/ 399143 w 1567543"/>
                <a:gd name="connsiteY43" fmla="*/ 638628 h 1273628"/>
                <a:gd name="connsiteX44" fmla="*/ 304800 w 1567543"/>
                <a:gd name="connsiteY44" fmla="*/ 616857 h 1273628"/>
                <a:gd name="connsiteX45" fmla="*/ 232228 w 1567543"/>
                <a:gd name="connsiteY45" fmla="*/ 674914 h 1273628"/>
                <a:gd name="connsiteX46" fmla="*/ 83457 w 1567543"/>
                <a:gd name="connsiteY46" fmla="*/ 711200 h 1273628"/>
                <a:gd name="connsiteX47" fmla="*/ 7257 w 1567543"/>
                <a:gd name="connsiteY47" fmla="*/ 791028 h 1273628"/>
                <a:gd name="connsiteX48" fmla="*/ 0 w 1567543"/>
                <a:gd name="connsiteY48" fmla="*/ 881743 h 1273628"/>
                <a:gd name="connsiteX49" fmla="*/ 116114 w 1567543"/>
                <a:gd name="connsiteY49" fmla="*/ 867228 h 1273628"/>
                <a:gd name="connsiteX50" fmla="*/ 188686 w 1567543"/>
                <a:gd name="connsiteY50" fmla="*/ 932543 h 1273628"/>
                <a:gd name="connsiteX51" fmla="*/ 319314 w 1567543"/>
                <a:gd name="connsiteY51" fmla="*/ 939800 h 1273628"/>
                <a:gd name="connsiteX52" fmla="*/ 453571 w 1567543"/>
                <a:gd name="connsiteY52" fmla="*/ 914400 h 1273628"/>
                <a:gd name="connsiteX53" fmla="*/ 508000 w 1567543"/>
                <a:gd name="connsiteY53" fmla="*/ 961571 h 1273628"/>
                <a:gd name="connsiteX54" fmla="*/ 518886 w 1567543"/>
                <a:gd name="connsiteY54" fmla="*/ 1037771 h 1273628"/>
                <a:gd name="connsiteX55" fmla="*/ 605971 w 1567543"/>
                <a:gd name="connsiteY55" fmla="*/ 1081314 h 1273628"/>
                <a:gd name="connsiteX56" fmla="*/ 613228 w 1567543"/>
                <a:gd name="connsiteY56" fmla="*/ 1273628 h 1273628"/>
                <a:gd name="connsiteX57" fmla="*/ 725714 w 1567543"/>
                <a:gd name="connsiteY57" fmla="*/ 1251857 h 1273628"/>
                <a:gd name="connsiteX58" fmla="*/ 725714 w 1567543"/>
                <a:gd name="connsiteY58" fmla="*/ 1251857 h 1273628"/>
                <a:gd name="connsiteX59" fmla="*/ 722086 w 1567543"/>
                <a:gd name="connsiteY59" fmla="*/ 1208314 h 1273628"/>
                <a:gd name="connsiteX60" fmla="*/ 885371 w 1567543"/>
                <a:gd name="connsiteY60" fmla="*/ 1197428 h 1273628"/>
                <a:gd name="connsiteX61" fmla="*/ 925286 w 1567543"/>
                <a:gd name="connsiteY61" fmla="*/ 1208314 h 1273628"/>
                <a:gd name="connsiteX62" fmla="*/ 1161143 w 1567543"/>
                <a:gd name="connsiteY62" fmla="*/ 1143000 h 1273628"/>
                <a:gd name="connsiteX63" fmla="*/ 1204686 w 1567543"/>
                <a:gd name="connsiteY63" fmla="*/ 1164771 h 1273628"/>
                <a:gd name="connsiteX64" fmla="*/ 1240971 w 1567543"/>
                <a:gd name="connsiteY64" fmla="*/ 1135743 h 1273628"/>
                <a:gd name="connsiteX65" fmla="*/ 1226457 w 1567543"/>
                <a:gd name="connsiteY65" fmla="*/ 1066800 h 1273628"/>
                <a:gd name="connsiteX66" fmla="*/ 1262743 w 1567543"/>
                <a:gd name="connsiteY66" fmla="*/ 1052286 h 1273628"/>
                <a:gd name="connsiteX67" fmla="*/ 1248228 w 1567543"/>
                <a:gd name="connsiteY67" fmla="*/ 1019628 h 1273628"/>
                <a:gd name="connsiteX68" fmla="*/ 1295400 w 1567543"/>
                <a:gd name="connsiteY68" fmla="*/ 990600 h 1273628"/>
                <a:gd name="connsiteX69" fmla="*/ 1302657 w 1567543"/>
                <a:gd name="connsiteY69" fmla="*/ 896257 h 1273628"/>
                <a:gd name="connsiteX70" fmla="*/ 1367971 w 1567543"/>
                <a:gd name="connsiteY70" fmla="*/ 892628 h 1273628"/>
                <a:gd name="connsiteX71" fmla="*/ 1397000 w 1567543"/>
                <a:gd name="connsiteY71" fmla="*/ 816428 h 1273628"/>
                <a:gd name="connsiteX72" fmla="*/ 1426028 w 1567543"/>
                <a:gd name="connsiteY72" fmla="*/ 805543 h 1273628"/>
                <a:gd name="connsiteX73" fmla="*/ 1433286 w 1567543"/>
                <a:gd name="connsiteY73" fmla="*/ 743857 h 1273628"/>
                <a:gd name="connsiteX74" fmla="*/ 1367971 w 1567543"/>
                <a:gd name="connsiteY74" fmla="*/ 674914 h 1273628"/>
                <a:gd name="connsiteX75" fmla="*/ 1415143 w 1567543"/>
                <a:gd name="connsiteY75" fmla="*/ 653143 h 1273628"/>
                <a:gd name="connsiteX76" fmla="*/ 1407886 w 1567543"/>
                <a:gd name="connsiteY76" fmla="*/ 598714 h 1273628"/>
                <a:gd name="connsiteX77" fmla="*/ 1473200 w 1567543"/>
                <a:gd name="connsiteY77" fmla="*/ 598714 h 1273628"/>
                <a:gd name="connsiteX78" fmla="*/ 1469571 w 1567543"/>
                <a:gd name="connsiteY78" fmla="*/ 537028 h 1273628"/>
                <a:gd name="connsiteX79" fmla="*/ 1542143 w 1567543"/>
                <a:gd name="connsiteY79" fmla="*/ 551543 h 1273628"/>
                <a:gd name="connsiteX0" fmla="*/ 1542143 w 1567543"/>
                <a:gd name="connsiteY0" fmla="*/ 551543 h 1273628"/>
                <a:gd name="connsiteX1" fmla="*/ 1527628 w 1567543"/>
                <a:gd name="connsiteY1" fmla="*/ 497114 h 1273628"/>
                <a:gd name="connsiteX2" fmla="*/ 1527628 w 1567543"/>
                <a:gd name="connsiteY2" fmla="*/ 497114 h 1273628"/>
                <a:gd name="connsiteX3" fmla="*/ 1498600 w 1567543"/>
                <a:gd name="connsiteY3" fmla="*/ 497114 h 1273628"/>
                <a:gd name="connsiteX4" fmla="*/ 1521460 w 1567543"/>
                <a:gd name="connsiteY4" fmla="*/ 424361 h 1273628"/>
                <a:gd name="connsiteX5" fmla="*/ 1539058 w 1567543"/>
                <a:gd name="connsiteY5" fmla="*/ 377553 h 1273628"/>
                <a:gd name="connsiteX6" fmla="*/ 1549400 w 1567543"/>
                <a:gd name="connsiteY6" fmla="*/ 330200 h 1273628"/>
                <a:gd name="connsiteX7" fmla="*/ 1567543 w 1567543"/>
                <a:gd name="connsiteY7" fmla="*/ 275771 h 1273628"/>
                <a:gd name="connsiteX8" fmla="*/ 1513114 w 1567543"/>
                <a:gd name="connsiteY8" fmla="*/ 206828 h 1273628"/>
                <a:gd name="connsiteX9" fmla="*/ 1418771 w 1567543"/>
                <a:gd name="connsiteY9" fmla="*/ 195943 h 1273628"/>
                <a:gd name="connsiteX10" fmla="*/ 1386114 w 1567543"/>
                <a:gd name="connsiteY10" fmla="*/ 217714 h 1273628"/>
                <a:gd name="connsiteX11" fmla="*/ 1357086 w 1567543"/>
                <a:gd name="connsiteY11" fmla="*/ 181428 h 1273628"/>
                <a:gd name="connsiteX12" fmla="*/ 1270000 w 1567543"/>
                <a:gd name="connsiteY12" fmla="*/ 116114 h 1273628"/>
                <a:gd name="connsiteX13" fmla="*/ 1219200 w 1567543"/>
                <a:gd name="connsiteY13" fmla="*/ 134257 h 1273628"/>
                <a:gd name="connsiteX14" fmla="*/ 1182914 w 1567543"/>
                <a:gd name="connsiteY14" fmla="*/ 87086 h 1273628"/>
                <a:gd name="connsiteX15" fmla="*/ 1146628 w 1567543"/>
                <a:gd name="connsiteY15" fmla="*/ 72571 h 1273628"/>
                <a:gd name="connsiteX16" fmla="*/ 1124857 w 1567543"/>
                <a:gd name="connsiteY16" fmla="*/ 29028 h 1273628"/>
                <a:gd name="connsiteX17" fmla="*/ 1070428 w 1567543"/>
                <a:gd name="connsiteY17" fmla="*/ 29028 h 1273628"/>
                <a:gd name="connsiteX18" fmla="*/ 1045028 w 1567543"/>
                <a:gd name="connsiteY18" fmla="*/ 58057 h 1273628"/>
                <a:gd name="connsiteX19" fmla="*/ 990600 w 1567543"/>
                <a:gd name="connsiteY19" fmla="*/ 0 h 1273628"/>
                <a:gd name="connsiteX20" fmla="*/ 870857 w 1567543"/>
                <a:gd name="connsiteY20" fmla="*/ 25400 h 1273628"/>
                <a:gd name="connsiteX21" fmla="*/ 867228 w 1567543"/>
                <a:gd name="connsiteY21" fmla="*/ 58057 h 1273628"/>
                <a:gd name="connsiteX22" fmla="*/ 762000 w 1567543"/>
                <a:gd name="connsiteY22" fmla="*/ 108857 h 1273628"/>
                <a:gd name="connsiteX23" fmla="*/ 722086 w 1567543"/>
                <a:gd name="connsiteY23" fmla="*/ 123371 h 1273628"/>
                <a:gd name="connsiteX24" fmla="*/ 667657 w 1567543"/>
                <a:gd name="connsiteY24" fmla="*/ 148771 h 1273628"/>
                <a:gd name="connsiteX25" fmla="*/ 667657 w 1567543"/>
                <a:gd name="connsiteY25" fmla="*/ 94343 h 1273628"/>
                <a:gd name="connsiteX26" fmla="*/ 620486 w 1567543"/>
                <a:gd name="connsiteY26" fmla="*/ 54428 h 1273628"/>
                <a:gd name="connsiteX27" fmla="*/ 605971 w 1567543"/>
                <a:gd name="connsiteY27" fmla="*/ 76200 h 1273628"/>
                <a:gd name="connsiteX28" fmla="*/ 620486 w 1567543"/>
                <a:gd name="connsiteY28" fmla="*/ 108857 h 1273628"/>
                <a:gd name="connsiteX29" fmla="*/ 598714 w 1567543"/>
                <a:gd name="connsiteY29" fmla="*/ 119743 h 1273628"/>
                <a:gd name="connsiteX30" fmla="*/ 580571 w 1567543"/>
                <a:gd name="connsiteY30" fmla="*/ 97971 h 1273628"/>
                <a:gd name="connsiteX31" fmla="*/ 566057 w 1567543"/>
                <a:gd name="connsiteY31" fmla="*/ 127000 h 1273628"/>
                <a:gd name="connsiteX32" fmla="*/ 584200 w 1567543"/>
                <a:gd name="connsiteY32" fmla="*/ 174171 h 1273628"/>
                <a:gd name="connsiteX33" fmla="*/ 555171 w 1567543"/>
                <a:gd name="connsiteY33" fmla="*/ 177800 h 1273628"/>
                <a:gd name="connsiteX34" fmla="*/ 573314 w 1567543"/>
                <a:gd name="connsiteY34" fmla="*/ 228600 h 1273628"/>
                <a:gd name="connsiteX35" fmla="*/ 482600 w 1567543"/>
                <a:gd name="connsiteY35" fmla="*/ 330200 h 1273628"/>
                <a:gd name="connsiteX36" fmla="*/ 518886 w 1567543"/>
                <a:gd name="connsiteY36" fmla="*/ 399143 h 1273628"/>
                <a:gd name="connsiteX37" fmla="*/ 475343 w 1567543"/>
                <a:gd name="connsiteY37" fmla="*/ 457200 h 1273628"/>
                <a:gd name="connsiteX38" fmla="*/ 508000 w 1567543"/>
                <a:gd name="connsiteY38" fmla="*/ 475343 h 1273628"/>
                <a:gd name="connsiteX39" fmla="*/ 511628 w 1567543"/>
                <a:gd name="connsiteY39" fmla="*/ 504371 h 1273628"/>
                <a:gd name="connsiteX40" fmla="*/ 478971 w 1567543"/>
                <a:gd name="connsiteY40" fmla="*/ 529771 h 1273628"/>
                <a:gd name="connsiteX41" fmla="*/ 482600 w 1567543"/>
                <a:gd name="connsiteY41" fmla="*/ 576943 h 1273628"/>
                <a:gd name="connsiteX42" fmla="*/ 478971 w 1567543"/>
                <a:gd name="connsiteY42" fmla="*/ 587828 h 1273628"/>
                <a:gd name="connsiteX43" fmla="*/ 399143 w 1567543"/>
                <a:gd name="connsiteY43" fmla="*/ 638628 h 1273628"/>
                <a:gd name="connsiteX44" fmla="*/ 304800 w 1567543"/>
                <a:gd name="connsiteY44" fmla="*/ 616857 h 1273628"/>
                <a:gd name="connsiteX45" fmla="*/ 232228 w 1567543"/>
                <a:gd name="connsiteY45" fmla="*/ 674914 h 1273628"/>
                <a:gd name="connsiteX46" fmla="*/ 83457 w 1567543"/>
                <a:gd name="connsiteY46" fmla="*/ 711200 h 1273628"/>
                <a:gd name="connsiteX47" fmla="*/ 7257 w 1567543"/>
                <a:gd name="connsiteY47" fmla="*/ 791028 h 1273628"/>
                <a:gd name="connsiteX48" fmla="*/ 0 w 1567543"/>
                <a:gd name="connsiteY48" fmla="*/ 881743 h 1273628"/>
                <a:gd name="connsiteX49" fmla="*/ 116114 w 1567543"/>
                <a:gd name="connsiteY49" fmla="*/ 867228 h 1273628"/>
                <a:gd name="connsiteX50" fmla="*/ 188686 w 1567543"/>
                <a:gd name="connsiteY50" fmla="*/ 932543 h 1273628"/>
                <a:gd name="connsiteX51" fmla="*/ 319314 w 1567543"/>
                <a:gd name="connsiteY51" fmla="*/ 939800 h 1273628"/>
                <a:gd name="connsiteX52" fmla="*/ 453571 w 1567543"/>
                <a:gd name="connsiteY52" fmla="*/ 914400 h 1273628"/>
                <a:gd name="connsiteX53" fmla="*/ 508000 w 1567543"/>
                <a:gd name="connsiteY53" fmla="*/ 961571 h 1273628"/>
                <a:gd name="connsiteX54" fmla="*/ 518886 w 1567543"/>
                <a:gd name="connsiteY54" fmla="*/ 1037771 h 1273628"/>
                <a:gd name="connsiteX55" fmla="*/ 605971 w 1567543"/>
                <a:gd name="connsiteY55" fmla="*/ 1081314 h 1273628"/>
                <a:gd name="connsiteX56" fmla="*/ 613228 w 1567543"/>
                <a:gd name="connsiteY56" fmla="*/ 1273628 h 1273628"/>
                <a:gd name="connsiteX57" fmla="*/ 725714 w 1567543"/>
                <a:gd name="connsiteY57" fmla="*/ 1251857 h 1273628"/>
                <a:gd name="connsiteX58" fmla="*/ 725714 w 1567543"/>
                <a:gd name="connsiteY58" fmla="*/ 1251857 h 1273628"/>
                <a:gd name="connsiteX59" fmla="*/ 722086 w 1567543"/>
                <a:gd name="connsiteY59" fmla="*/ 1208314 h 1273628"/>
                <a:gd name="connsiteX60" fmla="*/ 885371 w 1567543"/>
                <a:gd name="connsiteY60" fmla="*/ 1197428 h 1273628"/>
                <a:gd name="connsiteX61" fmla="*/ 925286 w 1567543"/>
                <a:gd name="connsiteY61" fmla="*/ 1208314 h 1273628"/>
                <a:gd name="connsiteX62" fmla="*/ 1161143 w 1567543"/>
                <a:gd name="connsiteY62" fmla="*/ 1143000 h 1273628"/>
                <a:gd name="connsiteX63" fmla="*/ 1204686 w 1567543"/>
                <a:gd name="connsiteY63" fmla="*/ 1164771 h 1273628"/>
                <a:gd name="connsiteX64" fmla="*/ 1240971 w 1567543"/>
                <a:gd name="connsiteY64" fmla="*/ 1135743 h 1273628"/>
                <a:gd name="connsiteX65" fmla="*/ 1226457 w 1567543"/>
                <a:gd name="connsiteY65" fmla="*/ 1066800 h 1273628"/>
                <a:gd name="connsiteX66" fmla="*/ 1262743 w 1567543"/>
                <a:gd name="connsiteY66" fmla="*/ 1052286 h 1273628"/>
                <a:gd name="connsiteX67" fmla="*/ 1248228 w 1567543"/>
                <a:gd name="connsiteY67" fmla="*/ 1019628 h 1273628"/>
                <a:gd name="connsiteX68" fmla="*/ 1295400 w 1567543"/>
                <a:gd name="connsiteY68" fmla="*/ 990600 h 1273628"/>
                <a:gd name="connsiteX69" fmla="*/ 1302657 w 1567543"/>
                <a:gd name="connsiteY69" fmla="*/ 896257 h 1273628"/>
                <a:gd name="connsiteX70" fmla="*/ 1367971 w 1567543"/>
                <a:gd name="connsiteY70" fmla="*/ 892628 h 1273628"/>
                <a:gd name="connsiteX71" fmla="*/ 1397000 w 1567543"/>
                <a:gd name="connsiteY71" fmla="*/ 816428 h 1273628"/>
                <a:gd name="connsiteX72" fmla="*/ 1426028 w 1567543"/>
                <a:gd name="connsiteY72" fmla="*/ 805543 h 1273628"/>
                <a:gd name="connsiteX73" fmla="*/ 1433286 w 1567543"/>
                <a:gd name="connsiteY73" fmla="*/ 743857 h 1273628"/>
                <a:gd name="connsiteX74" fmla="*/ 1367971 w 1567543"/>
                <a:gd name="connsiteY74" fmla="*/ 674914 h 1273628"/>
                <a:gd name="connsiteX75" fmla="*/ 1415143 w 1567543"/>
                <a:gd name="connsiteY75" fmla="*/ 653143 h 1273628"/>
                <a:gd name="connsiteX76" fmla="*/ 1407886 w 1567543"/>
                <a:gd name="connsiteY76" fmla="*/ 598714 h 1273628"/>
                <a:gd name="connsiteX77" fmla="*/ 1473200 w 1567543"/>
                <a:gd name="connsiteY77" fmla="*/ 598714 h 1273628"/>
                <a:gd name="connsiteX78" fmla="*/ 1469571 w 1567543"/>
                <a:gd name="connsiteY78" fmla="*/ 537028 h 1273628"/>
                <a:gd name="connsiteX79" fmla="*/ 1542143 w 1567543"/>
                <a:gd name="connsiteY79" fmla="*/ 551543 h 1273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567543" h="1273628">
                  <a:moveTo>
                    <a:pt x="1542143" y="551543"/>
                  </a:moveTo>
                  <a:lnTo>
                    <a:pt x="1527628" y="497114"/>
                  </a:lnTo>
                  <a:lnTo>
                    <a:pt x="1527628" y="497114"/>
                  </a:lnTo>
                  <a:lnTo>
                    <a:pt x="1498600" y="497114"/>
                  </a:lnTo>
                  <a:lnTo>
                    <a:pt x="1521460" y="424361"/>
                  </a:lnTo>
                  <a:lnTo>
                    <a:pt x="1539058" y="377553"/>
                  </a:lnTo>
                  <a:lnTo>
                    <a:pt x="1549400" y="330200"/>
                  </a:lnTo>
                  <a:lnTo>
                    <a:pt x="1567543" y="275771"/>
                  </a:lnTo>
                  <a:lnTo>
                    <a:pt x="1513114" y="206828"/>
                  </a:lnTo>
                  <a:lnTo>
                    <a:pt x="1418771" y="195943"/>
                  </a:lnTo>
                  <a:lnTo>
                    <a:pt x="1386114" y="217714"/>
                  </a:lnTo>
                  <a:lnTo>
                    <a:pt x="1357086" y="181428"/>
                  </a:lnTo>
                  <a:lnTo>
                    <a:pt x="1270000" y="116114"/>
                  </a:lnTo>
                  <a:lnTo>
                    <a:pt x="1219200" y="134257"/>
                  </a:lnTo>
                  <a:lnTo>
                    <a:pt x="1182914" y="87086"/>
                  </a:lnTo>
                  <a:lnTo>
                    <a:pt x="1146628" y="72571"/>
                  </a:lnTo>
                  <a:lnTo>
                    <a:pt x="1124857" y="29028"/>
                  </a:lnTo>
                  <a:lnTo>
                    <a:pt x="1070428" y="29028"/>
                  </a:lnTo>
                  <a:lnTo>
                    <a:pt x="1045028" y="58057"/>
                  </a:lnTo>
                  <a:lnTo>
                    <a:pt x="990600" y="0"/>
                  </a:lnTo>
                  <a:lnTo>
                    <a:pt x="870857" y="25400"/>
                  </a:lnTo>
                  <a:lnTo>
                    <a:pt x="867228" y="58057"/>
                  </a:lnTo>
                  <a:lnTo>
                    <a:pt x="762000" y="108857"/>
                  </a:lnTo>
                  <a:lnTo>
                    <a:pt x="722086" y="123371"/>
                  </a:lnTo>
                  <a:lnTo>
                    <a:pt x="667657" y="148771"/>
                  </a:lnTo>
                  <a:lnTo>
                    <a:pt x="667657" y="94343"/>
                  </a:lnTo>
                  <a:lnTo>
                    <a:pt x="620486" y="54428"/>
                  </a:lnTo>
                  <a:lnTo>
                    <a:pt x="605971" y="76200"/>
                  </a:lnTo>
                  <a:lnTo>
                    <a:pt x="620486" y="108857"/>
                  </a:lnTo>
                  <a:lnTo>
                    <a:pt x="598714" y="119743"/>
                  </a:lnTo>
                  <a:lnTo>
                    <a:pt x="580571" y="97971"/>
                  </a:lnTo>
                  <a:lnTo>
                    <a:pt x="566057" y="127000"/>
                  </a:lnTo>
                  <a:lnTo>
                    <a:pt x="584200" y="174171"/>
                  </a:lnTo>
                  <a:lnTo>
                    <a:pt x="555171" y="177800"/>
                  </a:lnTo>
                  <a:lnTo>
                    <a:pt x="573314" y="228600"/>
                  </a:lnTo>
                  <a:lnTo>
                    <a:pt x="482600" y="330200"/>
                  </a:lnTo>
                  <a:lnTo>
                    <a:pt x="518886" y="399143"/>
                  </a:lnTo>
                  <a:lnTo>
                    <a:pt x="475343" y="457200"/>
                  </a:lnTo>
                  <a:lnTo>
                    <a:pt x="508000" y="475343"/>
                  </a:lnTo>
                  <a:lnTo>
                    <a:pt x="511628" y="504371"/>
                  </a:lnTo>
                  <a:lnTo>
                    <a:pt x="478971" y="529771"/>
                  </a:lnTo>
                  <a:lnTo>
                    <a:pt x="482600" y="576943"/>
                  </a:lnTo>
                  <a:lnTo>
                    <a:pt x="478971" y="587828"/>
                  </a:lnTo>
                  <a:lnTo>
                    <a:pt x="399143" y="638628"/>
                  </a:lnTo>
                  <a:lnTo>
                    <a:pt x="304800" y="616857"/>
                  </a:lnTo>
                  <a:lnTo>
                    <a:pt x="232228" y="674914"/>
                  </a:lnTo>
                  <a:lnTo>
                    <a:pt x="83457" y="711200"/>
                  </a:lnTo>
                  <a:lnTo>
                    <a:pt x="7257" y="791028"/>
                  </a:lnTo>
                  <a:lnTo>
                    <a:pt x="0" y="881743"/>
                  </a:lnTo>
                  <a:lnTo>
                    <a:pt x="116114" y="867228"/>
                  </a:lnTo>
                  <a:lnTo>
                    <a:pt x="188686" y="932543"/>
                  </a:lnTo>
                  <a:lnTo>
                    <a:pt x="319314" y="939800"/>
                  </a:lnTo>
                  <a:lnTo>
                    <a:pt x="453571" y="914400"/>
                  </a:lnTo>
                  <a:lnTo>
                    <a:pt x="508000" y="961571"/>
                  </a:lnTo>
                  <a:lnTo>
                    <a:pt x="518886" y="1037771"/>
                  </a:lnTo>
                  <a:lnTo>
                    <a:pt x="605971" y="1081314"/>
                  </a:lnTo>
                  <a:lnTo>
                    <a:pt x="613228" y="1273628"/>
                  </a:lnTo>
                  <a:lnTo>
                    <a:pt x="725714" y="1251857"/>
                  </a:lnTo>
                  <a:lnTo>
                    <a:pt x="725714" y="1251857"/>
                  </a:lnTo>
                  <a:lnTo>
                    <a:pt x="722086" y="1208314"/>
                  </a:lnTo>
                  <a:lnTo>
                    <a:pt x="885371" y="1197428"/>
                  </a:lnTo>
                  <a:lnTo>
                    <a:pt x="925286" y="1208314"/>
                  </a:lnTo>
                  <a:lnTo>
                    <a:pt x="1161143" y="1143000"/>
                  </a:lnTo>
                  <a:lnTo>
                    <a:pt x="1204686" y="1164771"/>
                  </a:lnTo>
                  <a:lnTo>
                    <a:pt x="1240971" y="1135743"/>
                  </a:lnTo>
                  <a:lnTo>
                    <a:pt x="1226457" y="1066800"/>
                  </a:lnTo>
                  <a:lnTo>
                    <a:pt x="1262743" y="1052286"/>
                  </a:lnTo>
                  <a:lnTo>
                    <a:pt x="1248228" y="1019628"/>
                  </a:lnTo>
                  <a:lnTo>
                    <a:pt x="1295400" y="990600"/>
                  </a:lnTo>
                  <a:lnTo>
                    <a:pt x="1302657" y="896257"/>
                  </a:lnTo>
                  <a:lnTo>
                    <a:pt x="1367971" y="892628"/>
                  </a:lnTo>
                  <a:lnTo>
                    <a:pt x="1397000" y="816428"/>
                  </a:lnTo>
                  <a:lnTo>
                    <a:pt x="1426028" y="805543"/>
                  </a:lnTo>
                  <a:lnTo>
                    <a:pt x="1433286" y="743857"/>
                  </a:lnTo>
                  <a:lnTo>
                    <a:pt x="1367971" y="674914"/>
                  </a:lnTo>
                  <a:lnTo>
                    <a:pt x="1415143" y="653143"/>
                  </a:lnTo>
                  <a:lnTo>
                    <a:pt x="1407886" y="598714"/>
                  </a:lnTo>
                  <a:lnTo>
                    <a:pt x="1473200" y="598714"/>
                  </a:lnTo>
                  <a:lnTo>
                    <a:pt x="1469571" y="537028"/>
                  </a:lnTo>
                  <a:lnTo>
                    <a:pt x="1542143" y="551543"/>
                  </a:lnTo>
                  <a:close/>
                </a:path>
              </a:pathLst>
            </a:custGeom>
            <a:solidFill>
              <a:srgbClr val="F2F2F2"/>
            </a:solidFill>
            <a:ln w="12700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3" name="Freeform 89">
              <a:extLst>
                <a:ext uri="{FF2B5EF4-FFF2-40B4-BE49-F238E27FC236}">
                  <a16:creationId xmlns:a16="http://schemas.microsoft.com/office/drawing/2014/main" id="{EFD29E63-2507-662B-2AF8-4116105F9F28}"/>
                </a:ext>
              </a:extLst>
            </p:cNvPr>
            <p:cNvSpPr/>
            <p:nvPr/>
          </p:nvSpPr>
          <p:spPr>
            <a:xfrm>
              <a:off x="5192713" y="2986088"/>
              <a:ext cx="1074737" cy="1069975"/>
            </a:xfrm>
            <a:custGeom>
              <a:avLst/>
              <a:gdLst>
                <a:gd name="connsiteX0" fmla="*/ 1055914 w 1074057"/>
                <a:gd name="connsiteY0" fmla="*/ 388257 h 1070429"/>
                <a:gd name="connsiteX1" fmla="*/ 1074057 w 1074057"/>
                <a:gd name="connsiteY1" fmla="*/ 283029 h 1070429"/>
                <a:gd name="connsiteX2" fmla="*/ 1037771 w 1074057"/>
                <a:gd name="connsiteY2" fmla="*/ 264886 h 1070429"/>
                <a:gd name="connsiteX3" fmla="*/ 1012371 w 1074057"/>
                <a:gd name="connsiteY3" fmla="*/ 206829 h 1070429"/>
                <a:gd name="connsiteX4" fmla="*/ 1045028 w 1074057"/>
                <a:gd name="connsiteY4" fmla="*/ 141515 h 1070429"/>
                <a:gd name="connsiteX5" fmla="*/ 1023257 w 1074057"/>
                <a:gd name="connsiteY5" fmla="*/ 97972 h 1070429"/>
                <a:gd name="connsiteX6" fmla="*/ 1063171 w 1074057"/>
                <a:gd name="connsiteY6" fmla="*/ 90715 h 1070429"/>
                <a:gd name="connsiteX7" fmla="*/ 1048657 w 1074057"/>
                <a:gd name="connsiteY7" fmla="*/ 61686 h 1070429"/>
                <a:gd name="connsiteX8" fmla="*/ 794657 w 1074057"/>
                <a:gd name="connsiteY8" fmla="*/ 134257 h 1070429"/>
                <a:gd name="connsiteX9" fmla="*/ 751114 w 1074057"/>
                <a:gd name="connsiteY9" fmla="*/ 101600 h 1070429"/>
                <a:gd name="connsiteX10" fmla="*/ 664028 w 1074057"/>
                <a:gd name="connsiteY10" fmla="*/ 119743 h 1070429"/>
                <a:gd name="connsiteX11" fmla="*/ 653142 w 1074057"/>
                <a:gd name="connsiteY11" fmla="*/ 54429 h 1070429"/>
                <a:gd name="connsiteX12" fmla="*/ 584200 w 1074057"/>
                <a:gd name="connsiteY12" fmla="*/ 47172 h 1070429"/>
                <a:gd name="connsiteX13" fmla="*/ 540657 w 1074057"/>
                <a:gd name="connsiteY13" fmla="*/ 116115 h 1070429"/>
                <a:gd name="connsiteX14" fmla="*/ 453571 w 1074057"/>
                <a:gd name="connsiteY14" fmla="*/ 76200 h 1070429"/>
                <a:gd name="connsiteX15" fmla="*/ 457200 w 1074057"/>
                <a:gd name="connsiteY15" fmla="*/ 0 h 1070429"/>
                <a:gd name="connsiteX16" fmla="*/ 399142 w 1074057"/>
                <a:gd name="connsiteY16" fmla="*/ 58057 h 1070429"/>
                <a:gd name="connsiteX17" fmla="*/ 406400 w 1074057"/>
                <a:gd name="connsiteY17" fmla="*/ 141515 h 1070429"/>
                <a:gd name="connsiteX18" fmla="*/ 362857 w 1074057"/>
                <a:gd name="connsiteY18" fmla="*/ 181429 h 1070429"/>
                <a:gd name="connsiteX19" fmla="*/ 370114 w 1074057"/>
                <a:gd name="connsiteY19" fmla="*/ 235857 h 1070429"/>
                <a:gd name="connsiteX20" fmla="*/ 348342 w 1074057"/>
                <a:gd name="connsiteY20" fmla="*/ 261257 h 1070429"/>
                <a:gd name="connsiteX21" fmla="*/ 344714 w 1074057"/>
                <a:gd name="connsiteY21" fmla="*/ 326572 h 1070429"/>
                <a:gd name="connsiteX22" fmla="*/ 308428 w 1074057"/>
                <a:gd name="connsiteY22" fmla="*/ 402772 h 1070429"/>
                <a:gd name="connsiteX23" fmla="*/ 279400 w 1074057"/>
                <a:gd name="connsiteY23" fmla="*/ 384629 h 1070429"/>
                <a:gd name="connsiteX24" fmla="*/ 228600 w 1074057"/>
                <a:gd name="connsiteY24" fmla="*/ 413657 h 1070429"/>
                <a:gd name="connsiteX25" fmla="*/ 250371 w 1074057"/>
                <a:gd name="connsiteY25" fmla="*/ 497115 h 1070429"/>
                <a:gd name="connsiteX26" fmla="*/ 177800 w 1074057"/>
                <a:gd name="connsiteY26" fmla="*/ 508000 h 1070429"/>
                <a:gd name="connsiteX27" fmla="*/ 119742 w 1074057"/>
                <a:gd name="connsiteY27" fmla="*/ 551543 h 1070429"/>
                <a:gd name="connsiteX28" fmla="*/ 112485 w 1074057"/>
                <a:gd name="connsiteY28" fmla="*/ 613229 h 1070429"/>
                <a:gd name="connsiteX29" fmla="*/ 32657 w 1074057"/>
                <a:gd name="connsiteY29" fmla="*/ 624115 h 1070429"/>
                <a:gd name="connsiteX30" fmla="*/ 32657 w 1074057"/>
                <a:gd name="connsiteY30" fmla="*/ 660400 h 1070429"/>
                <a:gd name="connsiteX31" fmla="*/ 7257 w 1074057"/>
                <a:gd name="connsiteY31" fmla="*/ 769257 h 1070429"/>
                <a:gd name="connsiteX32" fmla="*/ 25400 w 1074057"/>
                <a:gd name="connsiteY32" fmla="*/ 823686 h 1070429"/>
                <a:gd name="connsiteX33" fmla="*/ 0 w 1074057"/>
                <a:gd name="connsiteY33" fmla="*/ 852715 h 1070429"/>
                <a:gd name="connsiteX34" fmla="*/ 7257 w 1074057"/>
                <a:gd name="connsiteY34" fmla="*/ 881743 h 1070429"/>
                <a:gd name="connsiteX35" fmla="*/ 47171 w 1074057"/>
                <a:gd name="connsiteY35" fmla="*/ 896257 h 1070429"/>
                <a:gd name="connsiteX36" fmla="*/ 68942 w 1074057"/>
                <a:gd name="connsiteY36" fmla="*/ 950686 h 1070429"/>
                <a:gd name="connsiteX37" fmla="*/ 137885 w 1074057"/>
                <a:gd name="connsiteY37" fmla="*/ 968829 h 1070429"/>
                <a:gd name="connsiteX38" fmla="*/ 210457 w 1074057"/>
                <a:gd name="connsiteY38" fmla="*/ 1005115 h 1070429"/>
                <a:gd name="connsiteX39" fmla="*/ 250371 w 1074057"/>
                <a:gd name="connsiteY39" fmla="*/ 994229 h 1070429"/>
                <a:gd name="connsiteX40" fmla="*/ 290285 w 1074057"/>
                <a:gd name="connsiteY40" fmla="*/ 1052286 h 1070429"/>
                <a:gd name="connsiteX41" fmla="*/ 381000 w 1074057"/>
                <a:gd name="connsiteY41" fmla="*/ 1070429 h 1070429"/>
                <a:gd name="connsiteX42" fmla="*/ 449942 w 1074057"/>
                <a:gd name="connsiteY42" fmla="*/ 997857 h 1070429"/>
                <a:gd name="connsiteX43" fmla="*/ 609600 w 1074057"/>
                <a:gd name="connsiteY43" fmla="*/ 947057 h 1070429"/>
                <a:gd name="connsiteX44" fmla="*/ 678542 w 1074057"/>
                <a:gd name="connsiteY44" fmla="*/ 896257 h 1070429"/>
                <a:gd name="connsiteX45" fmla="*/ 765628 w 1074057"/>
                <a:gd name="connsiteY45" fmla="*/ 918029 h 1070429"/>
                <a:gd name="connsiteX46" fmla="*/ 856342 w 1074057"/>
                <a:gd name="connsiteY46" fmla="*/ 859972 h 1070429"/>
                <a:gd name="connsiteX47" fmla="*/ 845457 w 1074057"/>
                <a:gd name="connsiteY47" fmla="*/ 816429 h 1070429"/>
                <a:gd name="connsiteX48" fmla="*/ 885371 w 1074057"/>
                <a:gd name="connsiteY48" fmla="*/ 780143 h 1070429"/>
                <a:gd name="connsiteX49" fmla="*/ 852714 w 1074057"/>
                <a:gd name="connsiteY49" fmla="*/ 740229 h 1070429"/>
                <a:gd name="connsiteX50" fmla="*/ 878114 w 1074057"/>
                <a:gd name="connsiteY50" fmla="*/ 682172 h 1070429"/>
                <a:gd name="connsiteX51" fmla="*/ 867228 w 1074057"/>
                <a:gd name="connsiteY51" fmla="*/ 609600 h 1070429"/>
                <a:gd name="connsiteX52" fmla="*/ 943428 w 1074057"/>
                <a:gd name="connsiteY52" fmla="*/ 500743 h 1070429"/>
                <a:gd name="connsiteX53" fmla="*/ 925285 w 1074057"/>
                <a:gd name="connsiteY53" fmla="*/ 453572 h 1070429"/>
                <a:gd name="connsiteX54" fmla="*/ 961571 w 1074057"/>
                <a:gd name="connsiteY54" fmla="*/ 457200 h 1070429"/>
                <a:gd name="connsiteX55" fmla="*/ 947057 w 1074057"/>
                <a:gd name="connsiteY55" fmla="*/ 381000 h 1070429"/>
                <a:gd name="connsiteX56" fmla="*/ 972457 w 1074057"/>
                <a:gd name="connsiteY56" fmla="*/ 402772 h 1070429"/>
                <a:gd name="connsiteX57" fmla="*/ 986971 w 1074057"/>
                <a:gd name="connsiteY57" fmla="*/ 391886 h 1070429"/>
                <a:gd name="connsiteX58" fmla="*/ 979714 w 1074057"/>
                <a:gd name="connsiteY58" fmla="*/ 351972 h 1070429"/>
                <a:gd name="connsiteX59" fmla="*/ 1005114 w 1074057"/>
                <a:gd name="connsiteY59" fmla="*/ 351972 h 1070429"/>
                <a:gd name="connsiteX60" fmla="*/ 1055914 w 1074057"/>
                <a:gd name="connsiteY60" fmla="*/ 388257 h 107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074057" h="1070429">
                  <a:moveTo>
                    <a:pt x="1055914" y="388257"/>
                  </a:moveTo>
                  <a:lnTo>
                    <a:pt x="1074057" y="283029"/>
                  </a:lnTo>
                  <a:lnTo>
                    <a:pt x="1037771" y="264886"/>
                  </a:lnTo>
                  <a:lnTo>
                    <a:pt x="1012371" y="206829"/>
                  </a:lnTo>
                  <a:lnTo>
                    <a:pt x="1045028" y="141515"/>
                  </a:lnTo>
                  <a:lnTo>
                    <a:pt x="1023257" y="97972"/>
                  </a:lnTo>
                  <a:lnTo>
                    <a:pt x="1063171" y="90715"/>
                  </a:lnTo>
                  <a:lnTo>
                    <a:pt x="1048657" y="61686"/>
                  </a:lnTo>
                  <a:lnTo>
                    <a:pt x="794657" y="134257"/>
                  </a:lnTo>
                  <a:lnTo>
                    <a:pt x="751114" y="101600"/>
                  </a:lnTo>
                  <a:lnTo>
                    <a:pt x="664028" y="119743"/>
                  </a:lnTo>
                  <a:lnTo>
                    <a:pt x="653142" y="54429"/>
                  </a:lnTo>
                  <a:lnTo>
                    <a:pt x="584200" y="47172"/>
                  </a:lnTo>
                  <a:lnTo>
                    <a:pt x="540657" y="116115"/>
                  </a:lnTo>
                  <a:lnTo>
                    <a:pt x="453571" y="76200"/>
                  </a:lnTo>
                  <a:lnTo>
                    <a:pt x="457200" y="0"/>
                  </a:lnTo>
                  <a:lnTo>
                    <a:pt x="399142" y="58057"/>
                  </a:lnTo>
                  <a:lnTo>
                    <a:pt x="406400" y="141515"/>
                  </a:lnTo>
                  <a:lnTo>
                    <a:pt x="362857" y="181429"/>
                  </a:lnTo>
                  <a:lnTo>
                    <a:pt x="370114" y="235857"/>
                  </a:lnTo>
                  <a:lnTo>
                    <a:pt x="348342" y="261257"/>
                  </a:lnTo>
                  <a:lnTo>
                    <a:pt x="344714" y="326572"/>
                  </a:lnTo>
                  <a:lnTo>
                    <a:pt x="308428" y="402772"/>
                  </a:lnTo>
                  <a:lnTo>
                    <a:pt x="279400" y="384629"/>
                  </a:lnTo>
                  <a:lnTo>
                    <a:pt x="228600" y="413657"/>
                  </a:lnTo>
                  <a:lnTo>
                    <a:pt x="250371" y="497115"/>
                  </a:lnTo>
                  <a:lnTo>
                    <a:pt x="177800" y="508000"/>
                  </a:lnTo>
                  <a:lnTo>
                    <a:pt x="119742" y="551543"/>
                  </a:lnTo>
                  <a:lnTo>
                    <a:pt x="112485" y="613229"/>
                  </a:lnTo>
                  <a:lnTo>
                    <a:pt x="32657" y="624115"/>
                  </a:lnTo>
                  <a:lnTo>
                    <a:pt x="32657" y="660400"/>
                  </a:lnTo>
                  <a:lnTo>
                    <a:pt x="7257" y="769257"/>
                  </a:lnTo>
                  <a:lnTo>
                    <a:pt x="25400" y="823686"/>
                  </a:lnTo>
                  <a:lnTo>
                    <a:pt x="0" y="852715"/>
                  </a:lnTo>
                  <a:lnTo>
                    <a:pt x="7257" y="881743"/>
                  </a:lnTo>
                  <a:lnTo>
                    <a:pt x="47171" y="896257"/>
                  </a:lnTo>
                  <a:lnTo>
                    <a:pt x="68942" y="950686"/>
                  </a:lnTo>
                  <a:lnTo>
                    <a:pt x="137885" y="968829"/>
                  </a:lnTo>
                  <a:lnTo>
                    <a:pt x="210457" y="1005115"/>
                  </a:lnTo>
                  <a:lnTo>
                    <a:pt x="250371" y="994229"/>
                  </a:lnTo>
                  <a:lnTo>
                    <a:pt x="290285" y="1052286"/>
                  </a:lnTo>
                  <a:lnTo>
                    <a:pt x="381000" y="1070429"/>
                  </a:lnTo>
                  <a:lnTo>
                    <a:pt x="449942" y="997857"/>
                  </a:lnTo>
                  <a:lnTo>
                    <a:pt x="609600" y="947057"/>
                  </a:lnTo>
                  <a:lnTo>
                    <a:pt x="678542" y="896257"/>
                  </a:lnTo>
                  <a:lnTo>
                    <a:pt x="765628" y="918029"/>
                  </a:lnTo>
                  <a:lnTo>
                    <a:pt x="856342" y="859972"/>
                  </a:lnTo>
                  <a:lnTo>
                    <a:pt x="845457" y="816429"/>
                  </a:lnTo>
                  <a:lnTo>
                    <a:pt x="885371" y="780143"/>
                  </a:lnTo>
                  <a:lnTo>
                    <a:pt x="852714" y="740229"/>
                  </a:lnTo>
                  <a:lnTo>
                    <a:pt x="878114" y="682172"/>
                  </a:lnTo>
                  <a:lnTo>
                    <a:pt x="867228" y="609600"/>
                  </a:lnTo>
                  <a:lnTo>
                    <a:pt x="943428" y="500743"/>
                  </a:lnTo>
                  <a:lnTo>
                    <a:pt x="925285" y="453572"/>
                  </a:lnTo>
                  <a:lnTo>
                    <a:pt x="961571" y="457200"/>
                  </a:lnTo>
                  <a:lnTo>
                    <a:pt x="947057" y="381000"/>
                  </a:lnTo>
                  <a:lnTo>
                    <a:pt x="972457" y="402772"/>
                  </a:lnTo>
                  <a:lnTo>
                    <a:pt x="986971" y="391886"/>
                  </a:lnTo>
                  <a:lnTo>
                    <a:pt x="979714" y="351972"/>
                  </a:lnTo>
                  <a:lnTo>
                    <a:pt x="1005114" y="351972"/>
                  </a:lnTo>
                  <a:lnTo>
                    <a:pt x="1055914" y="388257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4" name="Freeform 90">
              <a:extLst>
                <a:ext uri="{FF2B5EF4-FFF2-40B4-BE49-F238E27FC236}">
                  <a16:creationId xmlns:a16="http://schemas.microsoft.com/office/drawing/2014/main" id="{A4F4EF53-13A7-64C2-9067-B75391066EBC}"/>
                </a:ext>
              </a:extLst>
            </p:cNvPr>
            <p:cNvSpPr/>
            <p:nvPr/>
          </p:nvSpPr>
          <p:spPr>
            <a:xfrm>
              <a:off x="6165850" y="2433638"/>
              <a:ext cx="1357313" cy="1444625"/>
            </a:xfrm>
            <a:custGeom>
              <a:avLst/>
              <a:gdLst>
                <a:gd name="connsiteX0" fmla="*/ 1030514 w 1357085"/>
                <a:gd name="connsiteY0" fmla="*/ 1433286 h 1433286"/>
                <a:gd name="connsiteX1" fmla="*/ 1099457 w 1357085"/>
                <a:gd name="connsiteY1" fmla="*/ 1338943 h 1433286"/>
                <a:gd name="connsiteX2" fmla="*/ 1081314 w 1357085"/>
                <a:gd name="connsiteY2" fmla="*/ 1273629 h 1433286"/>
                <a:gd name="connsiteX3" fmla="*/ 1121228 w 1357085"/>
                <a:gd name="connsiteY3" fmla="*/ 1034143 h 1433286"/>
                <a:gd name="connsiteX4" fmla="*/ 1099457 w 1357085"/>
                <a:gd name="connsiteY4" fmla="*/ 997857 h 1433286"/>
                <a:gd name="connsiteX5" fmla="*/ 1121228 w 1357085"/>
                <a:gd name="connsiteY5" fmla="*/ 947057 h 1433286"/>
                <a:gd name="connsiteX6" fmla="*/ 1113971 w 1357085"/>
                <a:gd name="connsiteY6" fmla="*/ 849086 h 1433286"/>
                <a:gd name="connsiteX7" fmla="*/ 1132114 w 1357085"/>
                <a:gd name="connsiteY7" fmla="*/ 740229 h 1433286"/>
                <a:gd name="connsiteX8" fmla="*/ 1150257 w 1357085"/>
                <a:gd name="connsiteY8" fmla="*/ 631372 h 1433286"/>
                <a:gd name="connsiteX9" fmla="*/ 1164771 w 1357085"/>
                <a:gd name="connsiteY9" fmla="*/ 584200 h 1433286"/>
                <a:gd name="connsiteX10" fmla="*/ 1201057 w 1357085"/>
                <a:gd name="connsiteY10" fmla="*/ 631372 h 1433286"/>
                <a:gd name="connsiteX11" fmla="*/ 1357085 w 1357085"/>
                <a:gd name="connsiteY11" fmla="*/ 406400 h 1433286"/>
                <a:gd name="connsiteX12" fmla="*/ 1317171 w 1357085"/>
                <a:gd name="connsiteY12" fmla="*/ 399143 h 1433286"/>
                <a:gd name="connsiteX13" fmla="*/ 1299028 w 1357085"/>
                <a:gd name="connsiteY13" fmla="*/ 366486 h 1433286"/>
                <a:gd name="connsiteX14" fmla="*/ 1259114 w 1357085"/>
                <a:gd name="connsiteY14" fmla="*/ 359229 h 1433286"/>
                <a:gd name="connsiteX15" fmla="*/ 1255485 w 1357085"/>
                <a:gd name="connsiteY15" fmla="*/ 304800 h 1433286"/>
                <a:gd name="connsiteX16" fmla="*/ 1299028 w 1357085"/>
                <a:gd name="connsiteY16" fmla="*/ 279400 h 1433286"/>
                <a:gd name="connsiteX17" fmla="*/ 1291771 w 1357085"/>
                <a:gd name="connsiteY17" fmla="*/ 239486 h 1433286"/>
                <a:gd name="connsiteX18" fmla="*/ 1237343 w 1357085"/>
                <a:gd name="connsiteY18" fmla="*/ 217714 h 1433286"/>
                <a:gd name="connsiteX19" fmla="*/ 1233714 w 1357085"/>
                <a:gd name="connsiteY19" fmla="*/ 181429 h 1433286"/>
                <a:gd name="connsiteX20" fmla="*/ 1161143 w 1357085"/>
                <a:gd name="connsiteY20" fmla="*/ 112486 h 1433286"/>
                <a:gd name="connsiteX21" fmla="*/ 1124857 w 1357085"/>
                <a:gd name="connsiteY21" fmla="*/ 119743 h 1433286"/>
                <a:gd name="connsiteX22" fmla="*/ 1103085 w 1357085"/>
                <a:gd name="connsiteY22" fmla="*/ 87086 h 1433286"/>
                <a:gd name="connsiteX23" fmla="*/ 1005114 w 1357085"/>
                <a:gd name="connsiteY23" fmla="*/ 29029 h 1433286"/>
                <a:gd name="connsiteX24" fmla="*/ 957943 w 1357085"/>
                <a:gd name="connsiteY24" fmla="*/ 87086 h 1433286"/>
                <a:gd name="connsiteX25" fmla="*/ 907143 w 1357085"/>
                <a:gd name="connsiteY25" fmla="*/ 127000 h 1433286"/>
                <a:gd name="connsiteX26" fmla="*/ 867228 w 1357085"/>
                <a:gd name="connsiteY26" fmla="*/ 156029 h 1433286"/>
                <a:gd name="connsiteX27" fmla="*/ 816428 w 1357085"/>
                <a:gd name="connsiteY27" fmla="*/ 170543 h 1433286"/>
                <a:gd name="connsiteX28" fmla="*/ 780143 w 1357085"/>
                <a:gd name="connsiteY28" fmla="*/ 192314 h 1433286"/>
                <a:gd name="connsiteX29" fmla="*/ 736600 w 1357085"/>
                <a:gd name="connsiteY29" fmla="*/ 210457 h 1433286"/>
                <a:gd name="connsiteX30" fmla="*/ 653143 w 1357085"/>
                <a:gd name="connsiteY30" fmla="*/ 210457 h 1433286"/>
                <a:gd name="connsiteX31" fmla="*/ 620485 w 1357085"/>
                <a:gd name="connsiteY31" fmla="*/ 250372 h 1433286"/>
                <a:gd name="connsiteX32" fmla="*/ 602343 w 1357085"/>
                <a:gd name="connsiteY32" fmla="*/ 290286 h 1433286"/>
                <a:gd name="connsiteX33" fmla="*/ 555171 w 1357085"/>
                <a:gd name="connsiteY33" fmla="*/ 322943 h 1433286"/>
                <a:gd name="connsiteX34" fmla="*/ 529771 w 1357085"/>
                <a:gd name="connsiteY34" fmla="*/ 330200 h 1433286"/>
                <a:gd name="connsiteX35" fmla="*/ 551543 w 1357085"/>
                <a:gd name="connsiteY35" fmla="*/ 279400 h 1433286"/>
                <a:gd name="connsiteX36" fmla="*/ 547914 w 1357085"/>
                <a:gd name="connsiteY36" fmla="*/ 232229 h 1433286"/>
                <a:gd name="connsiteX37" fmla="*/ 595085 w 1357085"/>
                <a:gd name="connsiteY37" fmla="*/ 221343 h 1433286"/>
                <a:gd name="connsiteX38" fmla="*/ 664028 w 1357085"/>
                <a:gd name="connsiteY38" fmla="*/ 166914 h 1433286"/>
                <a:gd name="connsiteX39" fmla="*/ 725714 w 1357085"/>
                <a:gd name="connsiteY39" fmla="*/ 163286 h 1433286"/>
                <a:gd name="connsiteX40" fmla="*/ 798285 w 1357085"/>
                <a:gd name="connsiteY40" fmla="*/ 127000 h 1433286"/>
                <a:gd name="connsiteX41" fmla="*/ 834571 w 1357085"/>
                <a:gd name="connsiteY41" fmla="*/ 134257 h 1433286"/>
                <a:gd name="connsiteX42" fmla="*/ 892628 w 1357085"/>
                <a:gd name="connsiteY42" fmla="*/ 112486 h 1433286"/>
                <a:gd name="connsiteX43" fmla="*/ 838200 w 1357085"/>
                <a:gd name="connsiteY43" fmla="*/ 7257 h 1433286"/>
                <a:gd name="connsiteX44" fmla="*/ 783771 w 1357085"/>
                <a:gd name="connsiteY44" fmla="*/ 0 h 1433286"/>
                <a:gd name="connsiteX45" fmla="*/ 729343 w 1357085"/>
                <a:gd name="connsiteY45" fmla="*/ 39914 h 1433286"/>
                <a:gd name="connsiteX46" fmla="*/ 671285 w 1357085"/>
                <a:gd name="connsiteY46" fmla="*/ 76200 h 1433286"/>
                <a:gd name="connsiteX47" fmla="*/ 605971 w 1357085"/>
                <a:gd name="connsiteY47" fmla="*/ 108857 h 1433286"/>
                <a:gd name="connsiteX48" fmla="*/ 562428 w 1357085"/>
                <a:gd name="connsiteY48" fmla="*/ 123372 h 1433286"/>
                <a:gd name="connsiteX49" fmla="*/ 508000 w 1357085"/>
                <a:gd name="connsiteY49" fmla="*/ 83457 h 1433286"/>
                <a:gd name="connsiteX50" fmla="*/ 475343 w 1357085"/>
                <a:gd name="connsiteY50" fmla="*/ 101600 h 1433286"/>
                <a:gd name="connsiteX51" fmla="*/ 439057 w 1357085"/>
                <a:gd name="connsiteY51" fmla="*/ 76200 h 1433286"/>
                <a:gd name="connsiteX52" fmla="*/ 417285 w 1357085"/>
                <a:gd name="connsiteY52" fmla="*/ 108857 h 1433286"/>
                <a:gd name="connsiteX53" fmla="*/ 442685 w 1357085"/>
                <a:gd name="connsiteY53" fmla="*/ 174172 h 1433286"/>
                <a:gd name="connsiteX54" fmla="*/ 428171 w 1357085"/>
                <a:gd name="connsiteY54" fmla="*/ 210457 h 1433286"/>
                <a:gd name="connsiteX55" fmla="*/ 391885 w 1357085"/>
                <a:gd name="connsiteY55" fmla="*/ 217714 h 1433286"/>
                <a:gd name="connsiteX56" fmla="*/ 373743 w 1357085"/>
                <a:gd name="connsiteY56" fmla="*/ 264886 h 1433286"/>
                <a:gd name="connsiteX57" fmla="*/ 322943 w 1357085"/>
                <a:gd name="connsiteY57" fmla="*/ 275772 h 1433286"/>
                <a:gd name="connsiteX58" fmla="*/ 283028 w 1357085"/>
                <a:gd name="connsiteY58" fmla="*/ 304800 h 1433286"/>
                <a:gd name="connsiteX59" fmla="*/ 203200 w 1357085"/>
                <a:gd name="connsiteY59" fmla="*/ 297543 h 1433286"/>
                <a:gd name="connsiteX60" fmla="*/ 145143 w 1357085"/>
                <a:gd name="connsiteY60" fmla="*/ 239486 h 1433286"/>
                <a:gd name="connsiteX61" fmla="*/ 87085 w 1357085"/>
                <a:gd name="connsiteY61" fmla="*/ 250372 h 1433286"/>
                <a:gd name="connsiteX62" fmla="*/ 39914 w 1357085"/>
                <a:gd name="connsiteY62" fmla="*/ 279400 h 1433286"/>
                <a:gd name="connsiteX63" fmla="*/ 39914 w 1357085"/>
                <a:gd name="connsiteY63" fmla="*/ 322943 h 1433286"/>
                <a:gd name="connsiteX64" fmla="*/ 0 w 1357085"/>
                <a:gd name="connsiteY64" fmla="*/ 377372 h 1433286"/>
                <a:gd name="connsiteX65" fmla="*/ 50800 w 1357085"/>
                <a:gd name="connsiteY65" fmla="*/ 406400 h 1433286"/>
                <a:gd name="connsiteX66" fmla="*/ 72571 w 1357085"/>
                <a:gd name="connsiteY66" fmla="*/ 413657 h 1433286"/>
                <a:gd name="connsiteX67" fmla="*/ 72571 w 1357085"/>
                <a:gd name="connsiteY67" fmla="*/ 464457 h 1433286"/>
                <a:gd name="connsiteX68" fmla="*/ 39914 w 1357085"/>
                <a:gd name="connsiteY68" fmla="*/ 522514 h 1433286"/>
                <a:gd name="connsiteX69" fmla="*/ 54428 w 1357085"/>
                <a:gd name="connsiteY69" fmla="*/ 598714 h 1433286"/>
                <a:gd name="connsiteX70" fmla="*/ 79828 w 1357085"/>
                <a:gd name="connsiteY70" fmla="*/ 613229 h 1433286"/>
                <a:gd name="connsiteX71" fmla="*/ 90714 w 1357085"/>
                <a:gd name="connsiteY71" fmla="*/ 642257 h 1433286"/>
                <a:gd name="connsiteX72" fmla="*/ 54428 w 1357085"/>
                <a:gd name="connsiteY72" fmla="*/ 653143 h 1433286"/>
                <a:gd name="connsiteX73" fmla="*/ 68943 w 1357085"/>
                <a:gd name="connsiteY73" fmla="*/ 689429 h 1433286"/>
                <a:gd name="connsiteX74" fmla="*/ 43543 w 1357085"/>
                <a:gd name="connsiteY74" fmla="*/ 758372 h 1433286"/>
                <a:gd name="connsiteX75" fmla="*/ 61685 w 1357085"/>
                <a:gd name="connsiteY75" fmla="*/ 801914 h 1433286"/>
                <a:gd name="connsiteX76" fmla="*/ 101600 w 1357085"/>
                <a:gd name="connsiteY76" fmla="*/ 830943 h 1433286"/>
                <a:gd name="connsiteX77" fmla="*/ 83457 w 1357085"/>
                <a:gd name="connsiteY77" fmla="*/ 928914 h 1433286"/>
                <a:gd name="connsiteX78" fmla="*/ 68943 w 1357085"/>
                <a:gd name="connsiteY78" fmla="*/ 947057 h 1433286"/>
                <a:gd name="connsiteX79" fmla="*/ 72571 w 1357085"/>
                <a:gd name="connsiteY79" fmla="*/ 961572 h 1433286"/>
                <a:gd name="connsiteX80" fmla="*/ 264885 w 1357085"/>
                <a:gd name="connsiteY80" fmla="*/ 889000 h 1433286"/>
                <a:gd name="connsiteX81" fmla="*/ 264885 w 1357085"/>
                <a:gd name="connsiteY81" fmla="*/ 852714 h 1433286"/>
                <a:gd name="connsiteX82" fmla="*/ 391885 w 1357085"/>
                <a:gd name="connsiteY82" fmla="*/ 830943 h 1433286"/>
                <a:gd name="connsiteX83" fmla="*/ 449943 w 1357085"/>
                <a:gd name="connsiteY83" fmla="*/ 881743 h 1433286"/>
                <a:gd name="connsiteX84" fmla="*/ 482600 w 1357085"/>
                <a:gd name="connsiteY84" fmla="*/ 845457 h 1433286"/>
                <a:gd name="connsiteX85" fmla="*/ 526143 w 1357085"/>
                <a:gd name="connsiteY85" fmla="*/ 849086 h 1433286"/>
                <a:gd name="connsiteX86" fmla="*/ 555171 w 1357085"/>
                <a:gd name="connsiteY86" fmla="*/ 914400 h 1433286"/>
                <a:gd name="connsiteX87" fmla="*/ 587828 w 1357085"/>
                <a:gd name="connsiteY87" fmla="*/ 932543 h 1433286"/>
                <a:gd name="connsiteX88" fmla="*/ 620485 w 1357085"/>
                <a:gd name="connsiteY88" fmla="*/ 954314 h 1433286"/>
                <a:gd name="connsiteX89" fmla="*/ 674914 w 1357085"/>
                <a:gd name="connsiteY89" fmla="*/ 936172 h 1433286"/>
                <a:gd name="connsiteX90" fmla="*/ 791028 w 1357085"/>
                <a:gd name="connsiteY90" fmla="*/ 1034143 h 1433286"/>
                <a:gd name="connsiteX91" fmla="*/ 834571 w 1357085"/>
                <a:gd name="connsiteY91" fmla="*/ 1023257 h 1433286"/>
                <a:gd name="connsiteX92" fmla="*/ 921657 w 1357085"/>
                <a:gd name="connsiteY92" fmla="*/ 1045029 h 1433286"/>
                <a:gd name="connsiteX93" fmla="*/ 961571 w 1357085"/>
                <a:gd name="connsiteY93" fmla="*/ 1113972 h 1433286"/>
                <a:gd name="connsiteX94" fmla="*/ 903514 w 1357085"/>
                <a:gd name="connsiteY94" fmla="*/ 1280886 h 1433286"/>
                <a:gd name="connsiteX95" fmla="*/ 903514 w 1357085"/>
                <a:gd name="connsiteY95" fmla="*/ 1317172 h 1433286"/>
                <a:gd name="connsiteX96" fmla="*/ 932543 w 1357085"/>
                <a:gd name="connsiteY96" fmla="*/ 1328057 h 1433286"/>
                <a:gd name="connsiteX97" fmla="*/ 936171 w 1357085"/>
                <a:gd name="connsiteY97" fmla="*/ 1378857 h 1433286"/>
                <a:gd name="connsiteX98" fmla="*/ 1030514 w 1357085"/>
                <a:gd name="connsiteY98" fmla="*/ 1433286 h 1433286"/>
                <a:gd name="connsiteX0" fmla="*/ 1030514 w 1357085"/>
                <a:gd name="connsiteY0" fmla="*/ 1433286 h 1433286"/>
                <a:gd name="connsiteX1" fmla="*/ 1099457 w 1357085"/>
                <a:gd name="connsiteY1" fmla="*/ 1338943 h 1433286"/>
                <a:gd name="connsiteX2" fmla="*/ 1081314 w 1357085"/>
                <a:gd name="connsiteY2" fmla="*/ 1273629 h 1433286"/>
                <a:gd name="connsiteX3" fmla="*/ 1121228 w 1357085"/>
                <a:gd name="connsiteY3" fmla="*/ 1034143 h 1433286"/>
                <a:gd name="connsiteX4" fmla="*/ 1099457 w 1357085"/>
                <a:gd name="connsiteY4" fmla="*/ 997857 h 1433286"/>
                <a:gd name="connsiteX5" fmla="*/ 1121228 w 1357085"/>
                <a:gd name="connsiteY5" fmla="*/ 947057 h 1433286"/>
                <a:gd name="connsiteX6" fmla="*/ 1113971 w 1357085"/>
                <a:gd name="connsiteY6" fmla="*/ 849086 h 1433286"/>
                <a:gd name="connsiteX7" fmla="*/ 1132114 w 1357085"/>
                <a:gd name="connsiteY7" fmla="*/ 740229 h 1433286"/>
                <a:gd name="connsiteX8" fmla="*/ 1150257 w 1357085"/>
                <a:gd name="connsiteY8" fmla="*/ 631372 h 1433286"/>
                <a:gd name="connsiteX9" fmla="*/ 1164771 w 1357085"/>
                <a:gd name="connsiteY9" fmla="*/ 584200 h 1433286"/>
                <a:gd name="connsiteX10" fmla="*/ 1201057 w 1357085"/>
                <a:gd name="connsiteY10" fmla="*/ 631372 h 1433286"/>
                <a:gd name="connsiteX11" fmla="*/ 1357085 w 1357085"/>
                <a:gd name="connsiteY11" fmla="*/ 406400 h 1433286"/>
                <a:gd name="connsiteX12" fmla="*/ 1317171 w 1357085"/>
                <a:gd name="connsiteY12" fmla="*/ 399143 h 1433286"/>
                <a:gd name="connsiteX13" fmla="*/ 1299028 w 1357085"/>
                <a:gd name="connsiteY13" fmla="*/ 366486 h 1433286"/>
                <a:gd name="connsiteX14" fmla="*/ 1259114 w 1357085"/>
                <a:gd name="connsiteY14" fmla="*/ 359229 h 1433286"/>
                <a:gd name="connsiteX15" fmla="*/ 1255485 w 1357085"/>
                <a:gd name="connsiteY15" fmla="*/ 304800 h 1433286"/>
                <a:gd name="connsiteX16" fmla="*/ 1299028 w 1357085"/>
                <a:gd name="connsiteY16" fmla="*/ 279400 h 1433286"/>
                <a:gd name="connsiteX17" fmla="*/ 1291771 w 1357085"/>
                <a:gd name="connsiteY17" fmla="*/ 239486 h 1433286"/>
                <a:gd name="connsiteX18" fmla="*/ 1237343 w 1357085"/>
                <a:gd name="connsiteY18" fmla="*/ 217714 h 1433286"/>
                <a:gd name="connsiteX19" fmla="*/ 1233714 w 1357085"/>
                <a:gd name="connsiteY19" fmla="*/ 181429 h 1433286"/>
                <a:gd name="connsiteX20" fmla="*/ 1161143 w 1357085"/>
                <a:gd name="connsiteY20" fmla="*/ 112486 h 1433286"/>
                <a:gd name="connsiteX21" fmla="*/ 1124857 w 1357085"/>
                <a:gd name="connsiteY21" fmla="*/ 119743 h 1433286"/>
                <a:gd name="connsiteX22" fmla="*/ 1103085 w 1357085"/>
                <a:gd name="connsiteY22" fmla="*/ 87086 h 1433286"/>
                <a:gd name="connsiteX23" fmla="*/ 1005114 w 1357085"/>
                <a:gd name="connsiteY23" fmla="*/ 29029 h 1433286"/>
                <a:gd name="connsiteX24" fmla="*/ 957943 w 1357085"/>
                <a:gd name="connsiteY24" fmla="*/ 87086 h 1433286"/>
                <a:gd name="connsiteX25" fmla="*/ 907143 w 1357085"/>
                <a:gd name="connsiteY25" fmla="*/ 127000 h 1433286"/>
                <a:gd name="connsiteX26" fmla="*/ 867228 w 1357085"/>
                <a:gd name="connsiteY26" fmla="*/ 156029 h 1433286"/>
                <a:gd name="connsiteX27" fmla="*/ 816428 w 1357085"/>
                <a:gd name="connsiteY27" fmla="*/ 170543 h 1433286"/>
                <a:gd name="connsiteX28" fmla="*/ 780143 w 1357085"/>
                <a:gd name="connsiteY28" fmla="*/ 192314 h 1433286"/>
                <a:gd name="connsiteX29" fmla="*/ 736600 w 1357085"/>
                <a:gd name="connsiteY29" fmla="*/ 210457 h 1433286"/>
                <a:gd name="connsiteX30" fmla="*/ 653143 w 1357085"/>
                <a:gd name="connsiteY30" fmla="*/ 210457 h 1433286"/>
                <a:gd name="connsiteX31" fmla="*/ 620485 w 1357085"/>
                <a:gd name="connsiteY31" fmla="*/ 250372 h 1433286"/>
                <a:gd name="connsiteX32" fmla="*/ 602343 w 1357085"/>
                <a:gd name="connsiteY32" fmla="*/ 290286 h 1433286"/>
                <a:gd name="connsiteX33" fmla="*/ 555171 w 1357085"/>
                <a:gd name="connsiteY33" fmla="*/ 322943 h 1433286"/>
                <a:gd name="connsiteX34" fmla="*/ 529771 w 1357085"/>
                <a:gd name="connsiteY34" fmla="*/ 330200 h 1433286"/>
                <a:gd name="connsiteX35" fmla="*/ 551543 w 1357085"/>
                <a:gd name="connsiteY35" fmla="*/ 279400 h 1433286"/>
                <a:gd name="connsiteX36" fmla="*/ 547914 w 1357085"/>
                <a:gd name="connsiteY36" fmla="*/ 232229 h 1433286"/>
                <a:gd name="connsiteX37" fmla="*/ 595085 w 1357085"/>
                <a:gd name="connsiteY37" fmla="*/ 221343 h 1433286"/>
                <a:gd name="connsiteX38" fmla="*/ 664028 w 1357085"/>
                <a:gd name="connsiteY38" fmla="*/ 166914 h 1433286"/>
                <a:gd name="connsiteX39" fmla="*/ 725714 w 1357085"/>
                <a:gd name="connsiteY39" fmla="*/ 163286 h 1433286"/>
                <a:gd name="connsiteX40" fmla="*/ 798285 w 1357085"/>
                <a:gd name="connsiteY40" fmla="*/ 127000 h 1433286"/>
                <a:gd name="connsiteX41" fmla="*/ 834571 w 1357085"/>
                <a:gd name="connsiteY41" fmla="*/ 134257 h 1433286"/>
                <a:gd name="connsiteX42" fmla="*/ 892628 w 1357085"/>
                <a:gd name="connsiteY42" fmla="*/ 112486 h 1433286"/>
                <a:gd name="connsiteX43" fmla="*/ 838200 w 1357085"/>
                <a:gd name="connsiteY43" fmla="*/ 7257 h 1433286"/>
                <a:gd name="connsiteX44" fmla="*/ 783771 w 1357085"/>
                <a:gd name="connsiteY44" fmla="*/ 0 h 1433286"/>
                <a:gd name="connsiteX45" fmla="*/ 717913 w 1357085"/>
                <a:gd name="connsiteY45" fmla="*/ 32294 h 1433286"/>
                <a:gd name="connsiteX46" fmla="*/ 671285 w 1357085"/>
                <a:gd name="connsiteY46" fmla="*/ 76200 h 1433286"/>
                <a:gd name="connsiteX47" fmla="*/ 605971 w 1357085"/>
                <a:gd name="connsiteY47" fmla="*/ 108857 h 1433286"/>
                <a:gd name="connsiteX48" fmla="*/ 562428 w 1357085"/>
                <a:gd name="connsiteY48" fmla="*/ 123372 h 1433286"/>
                <a:gd name="connsiteX49" fmla="*/ 508000 w 1357085"/>
                <a:gd name="connsiteY49" fmla="*/ 83457 h 1433286"/>
                <a:gd name="connsiteX50" fmla="*/ 475343 w 1357085"/>
                <a:gd name="connsiteY50" fmla="*/ 101600 h 1433286"/>
                <a:gd name="connsiteX51" fmla="*/ 439057 w 1357085"/>
                <a:gd name="connsiteY51" fmla="*/ 76200 h 1433286"/>
                <a:gd name="connsiteX52" fmla="*/ 417285 w 1357085"/>
                <a:gd name="connsiteY52" fmla="*/ 108857 h 1433286"/>
                <a:gd name="connsiteX53" fmla="*/ 442685 w 1357085"/>
                <a:gd name="connsiteY53" fmla="*/ 174172 h 1433286"/>
                <a:gd name="connsiteX54" fmla="*/ 428171 w 1357085"/>
                <a:gd name="connsiteY54" fmla="*/ 210457 h 1433286"/>
                <a:gd name="connsiteX55" fmla="*/ 391885 w 1357085"/>
                <a:gd name="connsiteY55" fmla="*/ 217714 h 1433286"/>
                <a:gd name="connsiteX56" fmla="*/ 373743 w 1357085"/>
                <a:gd name="connsiteY56" fmla="*/ 264886 h 1433286"/>
                <a:gd name="connsiteX57" fmla="*/ 322943 w 1357085"/>
                <a:gd name="connsiteY57" fmla="*/ 275772 h 1433286"/>
                <a:gd name="connsiteX58" fmla="*/ 283028 w 1357085"/>
                <a:gd name="connsiteY58" fmla="*/ 304800 h 1433286"/>
                <a:gd name="connsiteX59" fmla="*/ 203200 w 1357085"/>
                <a:gd name="connsiteY59" fmla="*/ 297543 h 1433286"/>
                <a:gd name="connsiteX60" fmla="*/ 145143 w 1357085"/>
                <a:gd name="connsiteY60" fmla="*/ 239486 h 1433286"/>
                <a:gd name="connsiteX61" fmla="*/ 87085 w 1357085"/>
                <a:gd name="connsiteY61" fmla="*/ 250372 h 1433286"/>
                <a:gd name="connsiteX62" fmla="*/ 39914 w 1357085"/>
                <a:gd name="connsiteY62" fmla="*/ 279400 h 1433286"/>
                <a:gd name="connsiteX63" fmla="*/ 39914 w 1357085"/>
                <a:gd name="connsiteY63" fmla="*/ 322943 h 1433286"/>
                <a:gd name="connsiteX64" fmla="*/ 0 w 1357085"/>
                <a:gd name="connsiteY64" fmla="*/ 377372 h 1433286"/>
                <a:gd name="connsiteX65" fmla="*/ 50800 w 1357085"/>
                <a:gd name="connsiteY65" fmla="*/ 406400 h 1433286"/>
                <a:gd name="connsiteX66" fmla="*/ 72571 w 1357085"/>
                <a:gd name="connsiteY66" fmla="*/ 413657 h 1433286"/>
                <a:gd name="connsiteX67" fmla="*/ 72571 w 1357085"/>
                <a:gd name="connsiteY67" fmla="*/ 464457 h 1433286"/>
                <a:gd name="connsiteX68" fmla="*/ 39914 w 1357085"/>
                <a:gd name="connsiteY68" fmla="*/ 522514 h 1433286"/>
                <a:gd name="connsiteX69" fmla="*/ 54428 w 1357085"/>
                <a:gd name="connsiteY69" fmla="*/ 598714 h 1433286"/>
                <a:gd name="connsiteX70" fmla="*/ 79828 w 1357085"/>
                <a:gd name="connsiteY70" fmla="*/ 613229 h 1433286"/>
                <a:gd name="connsiteX71" fmla="*/ 90714 w 1357085"/>
                <a:gd name="connsiteY71" fmla="*/ 642257 h 1433286"/>
                <a:gd name="connsiteX72" fmla="*/ 54428 w 1357085"/>
                <a:gd name="connsiteY72" fmla="*/ 653143 h 1433286"/>
                <a:gd name="connsiteX73" fmla="*/ 68943 w 1357085"/>
                <a:gd name="connsiteY73" fmla="*/ 689429 h 1433286"/>
                <a:gd name="connsiteX74" fmla="*/ 43543 w 1357085"/>
                <a:gd name="connsiteY74" fmla="*/ 758372 h 1433286"/>
                <a:gd name="connsiteX75" fmla="*/ 61685 w 1357085"/>
                <a:gd name="connsiteY75" fmla="*/ 801914 h 1433286"/>
                <a:gd name="connsiteX76" fmla="*/ 101600 w 1357085"/>
                <a:gd name="connsiteY76" fmla="*/ 830943 h 1433286"/>
                <a:gd name="connsiteX77" fmla="*/ 83457 w 1357085"/>
                <a:gd name="connsiteY77" fmla="*/ 928914 h 1433286"/>
                <a:gd name="connsiteX78" fmla="*/ 68943 w 1357085"/>
                <a:gd name="connsiteY78" fmla="*/ 947057 h 1433286"/>
                <a:gd name="connsiteX79" fmla="*/ 72571 w 1357085"/>
                <a:gd name="connsiteY79" fmla="*/ 961572 h 1433286"/>
                <a:gd name="connsiteX80" fmla="*/ 264885 w 1357085"/>
                <a:gd name="connsiteY80" fmla="*/ 889000 h 1433286"/>
                <a:gd name="connsiteX81" fmla="*/ 264885 w 1357085"/>
                <a:gd name="connsiteY81" fmla="*/ 852714 h 1433286"/>
                <a:gd name="connsiteX82" fmla="*/ 391885 w 1357085"/>
                <a:gd name="connsiteY82" fmla="*/ 830943 h 1433286"/>
                <a:gd name="connsiteX83" fmla="*/ 449943 w 1357085"/>
                <a:gd name="connsiteY83" fmla="*/ 881743 h 1433286"/>
                <a:gd name="connsiteX84" fmla="*/ 482600 w 1357085"/>
                <a:gd name="connsiteY84" fmla="*/ 845457 h 1433286"/>
                <a:gd name="connsiteX85" fmla="*/ 526143 w 1357085"/>
                <a:gd name="connsiteY85" fmla="*/ 849086 h 1433286"/>
                <a:gd name="connsiteX86" fmla="*/ 555171 w 1357085"/>
                <a:gd name="connsiteY86" fmla="*/ 914400 h 1433286"/>
                <a:gd name="connsiteX87" fmla="*/ 587828 w 1357085"/>
                <a:gd name="connsiteY87" fmla="*/ 932543 h 1433286"/>
                <a:gd name="connsiteX88" fmla="*/ 620485 w 1357085"/>
                <a:gd name="connsiteY88" fmla="*/ 954314 h 1433286"/>
                <a:gd name="connsiteX89" fmla="*/ 674914 w 1357085"/>
                <a:gd name="connsiteY89" fmla="*/ 936172 h 1433286"/>
                <a:gd name="connsiteX90" fmla="*/ 791028 w 1357085"/>
                <a:gd name="connsiteY90" fmla="*/ 1034143 h 1433286"/>
                <a:gd name="connsiteX91" fmla="*/ 834571 w 1357085"/>
                <a:gd name="connsiteY91" fmla="*/ 1023257 h 1433286"/>
                <a:gd name="connsiteX92" fmla="*/ 921657 w 1357085"/>
                <a:gd name="connsiteY92" fmla="*/ 1045029 h 1433286"/>
                <a:gd name="connsiteX93" fmla="*/ 961571 w 1357085"/>
                <a:gd name="connsiteY93" fmla="*/ 1113972 h 1433286"/>
                <a:gd name="connsiteX94" fmla="*/ 903514 w 1357085"/>
                <a:gd name="connsiteY94" fmla="*/ 1280886 h 1433286"/>
                <a:gd name="connsiteX95" fmla="*/ 903514 w 1357085"/>
                <a:gd name="connsiteY95" fmla="*/ 1317172 h 1433286"/>
                <a:gd name="connsiteX96" fmla="*/ 932543 w 1357085"/>
                <a:gd name="connsiteY96" fmla="*/ 1328057 h 1433286"/>
                <a:gd name="connsiteX97" fmla="*/ 936171 w 1357085"/>
                <a:gd name="connsiteY97" fmla="*/ 1378857 h 1433286"/>
                <a:gd name="connsiteX98" fmla="*/ 1030514 w 1357085"/>
                <a:gd name="connsiteY98" fmla="*/ 1433286 h 1433286"/>
                <a:gd name="connsiteX0" fmla="*/ 1030514 w 1357085"/>
                <a:gd name="connsiteY0" fmla="*/ 1433286 h 1433286"/>
                <a:gd name="connsiteX1" fmla="*/ 1099457 w 1357085"/>
                <a:gd name="connsiteY1" fmla="*/ 1338943 h 1433286"/>
                <a:gd name="connsiteX2" fmla="*/ 1081314 w 1357085"/>
                <a:gd name="connsiteY2" fmla="*/ 1273629 h 1433286"/>
                <a:gd name="connsiteX3" fmla="*/ 1121228 w 1357085"/>
                <a:gd name="connsiteY3" fmla="*/ 1034143 h 1433286"/>
                <a:gd name="connsiteX4" fmla="*/ 1099457 w 1357085"/>
                <a:gd name="connsiteY4" fmla="*/ 997857 h 1433286"/>
                <a:gd name="connsiteX5" fmla="*/ 1121228 w 1357085"/>
                <a:gd name="connsiteY5" fmla="*/ 947057 h 1433286"/>
                <a:gd name="connsiteX6" fmla="*/ 1113971 w 1357085"/>
                <a:gd name="connsiteY6" fmla="*/ 849086 h 1433286"/>
                <a:gd name="connsiteX7" fmla="*/ 1132114 w 1357085"/>
                <a:gd name="connsiteY7" fmla="*/ 740229 h 1433286"/>
                <a:gd name="connsiteX8" fmla="*/ 1150257 w 1357085"/>
                <a:gd name="connsiteY8" fmla="*/ 631372 h 1433286"/>
                <a:gd name="connsiteX9" fmla="*/ 1164771 w 1357085"/>
                <a:gd name="connsiteY9" fmla="*/ 584200 h 1433286"/>
                <a:gd name="connsiteX10" fmla="*/ 1201057 w 1357085"/>
                <a:gd name="connsiteY10" fmla="*/ 631372 h 1433286"/>
                <a:gd name="connsiteX11" fmla="*/ 1357085 w 1357085"/>
                <a:gd name="connsiteY11" fmla="*/ 406400 h 1433286"/>
                <a:gd name="connsiteX12" fmla="*/ 1317171 w 1357085"/>
                <a:gd name="connsiteY12" fmla="*/ 399143 h 1433286"/>
                <a:gd name="connsiteX13" fmla="*/ 1299028 w 1357085"/>
                <a:gd name="connsiteY13" fmla="*/ 366486 h 1433286"/>
                <a:gd name="connsiteX14" fmla="*/ 1259114 w 1357085"/>
                <a:gd name="connsiteY14" fmla="*/ 359229 h 1433286"/>
                <a:gd name="connsiteX15" fmla="*/ 1255485 w 1357085"/>
                <a:gd name="connsiteY15" fmla="*/ 304800 h 1433286"/>
                <a:gd name="connsiteX16" fmla="*/ 1299028 w 1357085"/>
                <a:gd name="connsiteY16" fmla="*/ 279400 h 1433286"/>
                <a:gd name="connsiteX17" fmla="*/ 1291771 w 1357085"/>
                <a:gd name="connsiteY17" fmla="*/ 239486 h 1433286"/>
                <a:gd name="connsiteX18" fmla="*/ 1237343 w 1357085"/>
                <a:gd name="connsiteY18" fmla="*/ 217714 h 1433286"/>
                <a:gd name="connsiteX19" fmla="*/ 1233714 w 1357085"/>
                <a:gd name="connsiteY19" fmla="*/ 181429 h 1433286"/>
                <a:gd name="connsiteX20" fmla="*/ 1161143 w 1357085"/>
                <a:gd name="connsiteY20" fmla="*/ 112486 h 1433286"/>
                <a:gd name="connsiteX21" fmla="*/ 1124857 w 1357085"/>
                <a:gd name="connsiteY21" fmla="*/ 119743 h 1433286"/>
                <a:gd name="connsiteX22" fmla="*/ 1103085 w 1357085"/>
                <a:gd name="connsiteY22" fmla="*/ 87086 h 1433286"/>
                <a:gd name="connsiteX23" fmla="*/ 1005114 w 1357085"/>
                <a:gd name="connsiteY23" fmla="*/ 29029 h 1433286"/>
                <a:gd name="connsiteX24" fmla="*/ 957943 w 1357085"/>
                <a:gd name="connsiteY24" fmla="*/ 87086 h 1433286"/>
                <a:gd name="connsiteX25" fmla="*/ 907143 w 1357085"/>
                <a:gd name="connsiteY25" fmla="*/ 127000 h 1433286"/>
                <a:gd name="connsiteX26" fmla="*/ 867228 w 1357085"/>
                <a:gd name="connsiteY26" fmla="*/ 156029 h 1433286"/>
                <a:gd name="connsiteX27" fmla="*/ 816428 w 1357085"/>
                <a:gd name="connsiteY27" fmla="*/ 170543 h 1433286"/>
                <a:gd name="connsiteX28" fmla="*/ 780143 w 1357085"/>
                <a:gd name="connsiteY28" fmla="*/ 192314 h 1433286"/>
                <a:gd name="connsiteX29" fmla="*/ 736600 w 1357085"/>
                <a:gd name="connsiteY29" fmla="*/ 210457 h 1433286"/>
                <a:gd name="connsiteX30" fmla="*/ 653143 w 1357085"/>
                <a:gd name="connsiteY30" fmla="*/ 210457 h 1433286"/>
                <a:gd name="connsiteX31" fmla="*/ 620485 w 1357085"/>
                <a:gd name="connsiteY31" fmla="*/ 250372 h 1433286"/>
                <a:gd name="connsiteX32" fmla="*/ 602343 w 1357085"/>
                <a:gd name="connsiteY32" fmla="*/ 290286 h 1433286"/>
                <a:gd name="connsiteX33" fmla="*/ 555171 w 1357085"/>
                <a:gd name="connsiteY33" fmla="*/ 322943 h 1433286"/>
                <a:gd name="connsiteX34" fmla="*/ 529771 w 1357085"/>
                <a:gd name="connsiteY34" fmla="*/ 330200 h 1433286"/>
                <a:gd name="connsiteX35" fmla="*/ 551543 w 1357085"/>
                <a:gd name="connsiteY35" fmla="*/ 279400 h 1433286"/>
                <a:gd name="connsiteX36" fmla="*/ 547914 w 1357085"/>
                <a:gd name="connsiteY36" fmla="*/ 232229 h 1433286"/>
                <a:gd name="connsiteX37" fmla="*/ 595085 w 1357085"/>
                <a:gd name="connsiteY37" fmla="*/ 221343 h 1433286"/>
                <a:gd name="connsiteX38" fmla="*/ 664028 w 1357085"/>
                <a:gd name="connsiteY38" fmla="*/ 166914 h 1433286"/>
                <a:gd name="connsiteX39" fmla="*/ 725714 w 1357085"/>
                <a:gd name="connsiteY39" fmla="*/ 163286 h 1433286"/>
                <a:gd name="connsiteX40" fmla="*/ 798285 w 1357085"/>
                <a:gd name="connsiteY40" fmla="*/ 127000 h 1433286"/>
                <a:gd name="connsiteX41" fmla="*/ 834571 w 1357085"/>
                <a:gd name="connsiteY41" fmla="*/ 134257 h 1433286"/>
                <a:gd name="connsiteX42" fmla="*/ 892628 w 1357085"/>
                <a:gd name="connsiteY42" fmla="*/ 112486 h 1433286"/>
                <a:gd name="connsiteX43" fmla="*/ 838200 w 1357085"/>
                <a:gd name="connsiteY43" fmla="*/ 7257 h 1433286"/>
                <a:gd name="connsiteX44" fmla="*/ 783771 w 1357085"/>
                <a:gd name="connsiteY44" fmla="*/ 0 h 1433286"/>
                <a:gd name="connsiteX45" fmla="*/ 717913 w 1357085"/>
                <a:gd name="connsiteY45" fmla="*/ 32294 h 1433286"/>
                <a:gd name="connsiteX46" fmla="*/ 667475 w 1357085"/>
                <a:gd name="connsiteY46" fmla="*/ 64770 h 1433286"/>
                <a:gd name="connsiteX47" fmla="*/ 605971 w 1357085"/>
                <a:gd name="connsiteY47" fmla="*/ 108857 h 1433286"/>
                <a:gd name="connsiteX48" fmla="*/ 562428 w 1357085"/>
                <a:gd name="connsiteY48" fmla="*/ 123372 h 1433286"/>
                <a:gd name="connsiteX49" fmla="*/ 508000 w 1357085"/>
                <a:gd name="connsiteY49" fmla="*/ 83457 h 1433286"/>
                <a:gd name="connsiteX50" fmla="*/ 475343 w 1357085"/>
                <a:gd name="connsiteY50" fmla="*/ 101600 h 1433286"/>
                <a:gd name="connsiteX51" fmla="*/ 439057 w 1357085"/>
                <a:gd name="connsiteY51" fmla="*/ 76200 h 1433286"/>
                <a:gd name="connsiteX52" fmla="*/ 417285 w 1357085"/>
                <a:gd name="connsiteY52" fmla="*/ 108857 h 1433286"/>
                <a:gd name="connsiteX53" fmla="*/ 442685 w 1357085"/>
                <a:gd name="connsiteY53" fmla="*/ 174172 h 1433286"/>
                <a:gd name="connsiteX54" fmla="*/ 428171 w 1357085"/>
                <a:gd name="connsiteY54" fmla="*/ 210457 h 1433286"/>
                <a:gd name="connsiteX55" fmla="*/ 391885 w 1357085"/>
                <a:gd name="connsiteY55" fmla="*/ 217714 h 1433286"/>
                <a:gd name="connsiteX56" fmla="*/ 373743 w 1357085"/>
                <a:gd name="connsiteY56" fmla="*/ 264886 h 1433286"/>
                <a:gd name="connsiteX57" fmla="*/ 322943 w 1357085"/>
                <a:gd name="connsiteY57" fmla="*/ 275772 h 1433286"/>
                <a:gd name="connsiteX58" fmla="*/ 283028 w 1357085"/>
                <a:gd name="connsiteY58" fmla="*/ 304800 h 1433286"/>
                <a:gd name="connsiteX59" fmla="*/ 203200 w 1357085"/>
                <a:gd name="connsiteY59" fmla="*/ 297543 h 1433286"/>
                <a:gd name="connsiteX60" fmla="*/ 145143 w 1357085"/>
                <a:gd name="connsiteY60" fmla="*/ 239486 h 1433286"/>
                <a:gd name="connsiteX61" fmla="*/ 87085 w 1357085"/>
                <a:gd name="connsiteY61" fmla="*/ 250372 h 1433286"/>
                <a:gd name="connsiteX62" fmla="*/ 39914 w 1357085"/>
                <a:gd name="connsiteY62" fmla="*/ 279400 h 1433286"/>
                <a:gd name="connsiteX63" fmla="*/ 39914 w 1357085"/>
                <a:gd name="connsiteY63" fmla="*/ 322943 h 1433286"/>
                <a:gd name="connsiteX64" fmla="*/ 0 w 1357085"/>
                <a:gd name="connsiteY64" fmla="*/ 377372 h 1433286"/>
                <a:gd name="connsiteX65" fmla="*/ 50800 w 1357085"/>
                <a:gd name="connsiteY65" fmla="*/ 406400 h 1433286"/>
                <a:gd name="connsiteX66" fmla="*/ 72571 w 1357085"/>
                <a:gd name="connsiteY66" fmla="*/ 413657 h 1433286"/>
                <a:gd name="connsiteX67" fmla="*/ 72571 w 1357085"/>
                <a:gd name="connsiteY67" fmla="*/ 464457 h 1433286"/>
                <a:gd name="connsiteX68" fmla="*/ 39914 w 1357085"/>
                <a:gd name="connsiteY68" fmla="*/ 522514 h 1433286"/>
                <a:gd name="connsiteX69" fmla="*/ 54428 w 1357085"/>
                <a:gd name="connsiteY69" fmla="*/ 598714 h 1433286"/>
                <a:gd name="connsiteX70" fmla="*/ 79828 w 1357085"/>
                <a:gd name="connsiteY70" fmla="*/ 613229 h 1433286"/>
                <a:gd name="connsiteX71" fmla="*/ 90714 w 1357085"/>
                <a:gd name="connsiteY71" fmla="*/ 642257 h 1433286"/>
                <a:gd name="connsiteX72" fmla="*/ 54428 w 1357085"/>
                <a:gd name="connsiteY72" fmla="*/ 653143 h 1433286"/>
                <a:gd name="connsiteX73" fmla="*/ 68943 w 1357085"/>
                <a:gd name="connsiteY73" fmla="*/ 689429 h 1433286"/>
                <a:gd name="connsiteX74" fmla="*/ 43543 w 1357085"/>
                <a:gd name="connsiteY74" fmla="*/ 758372 h 1433286"/>
                <a:gd name="connsiteX75" fmla="*/ 61685 w 1357085"/>
                <a:gd name="connsiteY75" fmla="*/ 801914 h 1433286"/>
                <a:gd name="connsiteX76" fmla="*/ 101600 w 1357085"/>
                <a:gd name="connsiteY76" fmla="*/ 830943 h 1433286"/>
                <a:gd name="connsiteX77" fmla="*/ 83457 w 1357085"/>
                <a:gd name="connsiteY77" fmla="*/ 928914 h 1433286"/>
                <a:gd name="connsiteX78" fmla="*/ 68943 w 1357085"/>
                <a:gd name="connsiteY78" fmla="*/ 947057 h 1433286"/>
                <a:gd name="connsiteX79" fmla="*/ 72571 w 1357085"/>
                <a:gd name="connsiteY79" fmla="*/ 961572 h 1433286"/>
                <a:gd name="connsiteX80" fmla="*/ 264885 w 1357085"/>
                <a:gd name="connsiteY80" fmla="*/ 889000 h 1433286"/>
                <a:gd name="connsiteX81" fmla="*/ 264885 w 1357085"/>
                <a:gd name="connsiteY81" fmla="*/ 852714 h 1433286"/>
                <a:gd name="connsiteX82" fmla="*/ 391885 w 1357085"/>
                <a:gd name="connsiteY82" fmla="*/ 830943 h 1433286"/>
                <a:gd name="connsiteX83" fmla="*/ 449943 w 1357085"/>
                <a:gd name="connsiteY83" fmla="*/ 881743 h 1433286"/>
                <a:gd name="connsiteX84" fmla="*/ 482600 w 1357085"/>
                <a:gd name="connsiteY84" fmla="*/ 845457 h 1433286"/>
                <a:gd name="connsiteX85" fmla="*/ 526143 w 1357085"/>
                <a:gd name="connsiteY85" fmla="*/ 849086 h 1433286"/>
                <a:gd name="connsiteX86" fmla="*/ 555171 w 1357085"/>
                <a:gd name="connsiteY86" fmla="*/ 914400 h 1433286"/>
                <a:gd name="connsiteX87" fmla="*/ 587828 w 1357085"/>
                <a:gd name="connsiteY87" fmla="*/ 932543 h 1433286"/>
                <a:gd name="connsiteX88" fmla="*/ 620485 w 1357085"/>
                <a:gd name="connsiteY88" fmla="*/ 954314 h 1433286"/>
                <a:gd name="connsiteX89" fmla="*/ 674914 w 1357085"/>
                <a:gd name="connsiteY89" fmla="*/ 936172 h 1433286"/>
                <a:gd name="connsiteX90" fmla="*/ 791028 w 1357085"/>
                <a:gd name="connsiteY90" fmla="*/ 1034143 h 1433286"/>
                <a:gd name="connsiteX91" fmla="*/ 834571 w 1357085"/>
                <a:gd name="connsiteY91" fmla="*/ 1023257 h 1433286"/>
                <a:gd name="connsiteX92" fmla="*/ 921657 w 1357085"/>
                <a:gd name="connsiteY92" fmla="*/ 1045029 h 1433286"/>
                <a:gd name="connsiteX93" fmla="*/ 961571 w 1357085"/>
                <a:gd name="connsiteY93" fmla="*/ 1113972 h 1433286"/>
                <a:gd name="connsiteX94" fmla="*/ 903514 w 1357085"/>
                <a:gd name="connsiteY94" fmla="*/ 1280886 h 1433286"/>
                <a:gd name="connsiteX95" fmla="*/ 903514 w 1357085"/>
                <a:gd name="connsiteY95" fmla="*/ 1317172 h 1433286"/>
                <a:gd name="connsiteX96" fmla="*/ 932543 w 1357085"/>
                <a:gd name="connsiteY96" fmla="*/ 1328057 h 1433286"/>
                <a:gd name="connsiteX97" fmla="*/ 936171 w 1357085"/>
                <a:gd name="connsiteY97" fmla="*/ 1378857 h 1433286"/>
                <a:gd name="connsiteX98" fmla="*/ 1030514 w 1357085"/>
                <a:gd name="connsiteY98" fmla="*/ 1433286 h 1433286"/>
                <a:gd name="connsiteX0" fmla="*/ 1030514 w 1357085"/>
                <a:gd name="connsiteY0" fmla="*/ 1444716 h 1444716"/>
                <a:gd name="connsiteX1" fmla="*/ 1099457 w 1357085"/>
                <a:gd name="connsiteY1" fmla="*/ 1350373 h 1444716"/>
                <a:gd name="connsiteX2" fmla="*/ 1081314 w 1357085"/>
                <a:gd name="connsiteY2" fmla="*/ 1285059 h 1444716"/>
                <a:gd name="connsiteX3" fmla="*/ 1121228 w 1357085"/>
                <a:gd name="connsiteY3" fmla="*/ 1045573 h 1444716"/>
                <a:gd name="connsiteX4" fmla="*/ 1099457 w 1357085"/>
                <a:gd name="connsiteY4" fmla="*/ 1009287 h 1444716"/>
                <a:gd name="connsiteX5" fmla="*/ 1121228 w 1357085"/>
                <a:gd name="connsiteY5" fmla="*/ 958487 h 1444716"/>
                <a:gd name="connsiteX6" fmla="*/ 1113971 w 1357085"/>
                <a:gd name="connsiteY6" fmla="*/ 860516 h 1444716"/>
                <a:gd name="connsiteX7" fmla="*/ 1132114 w 1357085"/>
                <a:gd name="connsiteY7" fmla="*/ 751659 h 1444716"/>
                <a:gd name="connsiteX8" fmla="*/ 1150257 w 1357085"/>
                <a:gd name="connsiteY8" fmla="*/ 642802 h 1444716"/>
                <a:gd name="connsiteX9" fmla="*/ 1164771 w 1357085"/>
                <a:gd name="connsiteY9" fmla="*/ 595630 h 1444716"/>
                <a:gd name="connsiteX10" fmla="*/ 1201057 w 1357085"/>
                <a:gd name="connsiteY10" fmla="*/ 642802 h 1444716"/>
                <a:gd name="connsiteX11" fmla="*/ 1357085 w 1357085"/>
                <a:gd name="connsiteY11" fmla="*/ 417830 h 1444716"/>
                <a:gd name="connsiteX12" fmla="*/ 1317171 w 1357085"/>
                <a:gd name="connsiteY12" fmla="*/ 410573 h 1444716"/>
                <a:gd name="connsiteX13" fmla="*/ 1299028 w 1357085"/>
                <a:gd name="connsiteY13" fmla="*/ 377916 h 1444716"/>
                <a:gd name="connsiteX14" fmla="*/ 1259114 w 1357085"/>
                <a:gd name="connsiteY14" fmla="*/ 370659 h 1444716"/>
                <a:gd name="connsiteX15" fmla="*/ 1255485 w 1357085"/>
                <a:gd name="connsiteY15" fmla="*/ 316230 h 1444716"/>
                <a:gd name="connsiteX16" fmla="*/ 1299028 w 1357085"/>
                <a:gd name="connsiteY16" fmla="*/ 290830 h 1444716"/>
                <a:gd name="connsiteX17" fmla="*/ 1291771 w 1357085"/>
                <a:gd name="connsiteY17" fmla="*/ 250916 h 1444716"/>
                <a:gd name="connsiteX18" fmla="*/ 1237343 w 1357085"/>
                <a:gd name="connsiteY18" fmla="*/ 229144 h 1444716"/>
                <a:gd name="connsiteX19" fmla="*/ 1233714 w 1357085"/>
                <a:gd name="connsiteY19" fmla="*/ 192859 h 1444716"/>
                <a:gd name="connsiteX20" fmla="*/ 1161143 w 1357085"/>
                <a:gd name="connsiteY20" fmla="*/ 123916 h 1444716"/>
                <a:gd name="connsiteX21" fmla="*/ 1124857 w 1357085"/>
                <a:gd name="connsiteY21" fmla="*/ 131173 h 1444716"/>
                <a:gd name="connsiteX22" fmla="*/ 1103085 w 1357085"/>
                <a:gd name="connsiteY22" fmla="*/ 98516 h 1444716"/>
                <a:gd name="connsiteX23" fmla="*/ 1005114 w 1357085"/>
                <a:gd name="connsiteY23" fmla="*/ 40459 h 1444716"/>
                <a:gd name="connsiteX24" fmla="*/ 957943 w 1357085"/>
                <a:gd name="connsiteY24" fmla="*/ 98516 h 1444716"/>
                <a:gd name="connsiteX25" fmla="*/ 907143 w 1357085"/>
                <a:gd name="connsiteY25" fmla="*/ 138430 h 1444716"/>
                <a:gd name="connsiteX26" fmla="*/ 867228 w 1357085"/>
                <a:gd name="connsiteY26" fmla="*/ 167459 h 1444716"/>
                <a:gd name="connsiteX27" fmla="*/ 816428 w 1357085"/>
                <a:gd name="connsiteY27" fmla="*/ 181973 h 1444716"/>
                <a:gd name="connsiteX28" fmla="*/ 780143 w 1357085"/>
                <a:gd name="connsiteY28" fmla="*/ 203744 h 1444716"/>
                <a:gd name="connsiteX29" fmla="*/ 736600 w 1357085"/>
                <a:gd name="connsiteY29" fmla="*/ 221887 h 1444716"/>
                <a:gd name="connsiteX30" fmla="*/ 653143 w 1357085"/>
                <a:gd name="connsiteY30" fmla="*/ 221887 h 1444716"/>
                <a:gd name="connsiteX31" fmla="*/ 620485 w 1357085"/>
                <a:gd name="connsiteY31" fmla="*/ 261802 h 1444716"/>
                <a:gd name="connsiteX32" fmla="*/ 602343 w 1357085"/>
                <a:gd name="connsiteY32" fmla="*/ 301716 h 1444716"/>
                <a:gd name="connsiteX33" fmla="*/ 555171 w 1357085"/>
                <a:gd name="connsiteY33" fmla="*/ 334373 h 1444716"/>
                <a:gd name="connsiteX34" fmla="*/ 529771 w 1357085"/>
                <a:gd name="connsiteY34" fmla="*/ 341630 h 1444716"/>
                <a:gd name="connsiteX35" fmla="*/ 551543 w 1357085"/>
                <a:gd name="connsiteY35" fmla="*/ 290830 h 1444716"/>
                <a:gd name="connsiteX36" fmla="*/ 547914 w 1357085"/>
                <a:gd name="connsiteY36" fmla="*/ 243659 h 1444716"/>
                <a:gd name="connsiteX37" fmla="*/ 595085 w 1357085"/>
                <a:gd name="connsiteY37" fmla="*/ 232773 h 1444716"/>
                <a:gd name="connsiteX38" fmla="*/ 664028 w 1357085"/>
                <a:gd name="connsiteY38" fmla="*/ 178344 h 1444716"/>
                <a:gd name="connsiteX39" fmla="*/ 725714 w 1357085"/>
                <a:gd name="connsiteY39" fmla="*/ 174716 h 1444716"/>
                <a:gd name="connsiteX40" fmla="*/ 798285 w 1357085"/>
                <a:gd name="connsiteY40" fmla="*/ 138430 h 1444716"/>
                <a:gd name="connsiteX41" fmla="*/ 834571 w 1357085"/>
                <a:gd name="connsiteY41" fmla="*/ 145687 h 1444716"/>
                <a:gd name="connsiteX42" fmla="*/ 892628 w 1357085"/>
                <a:gd name="connsiteY42" fmla="*/ 123916 h 1444716"/>
                <a:gd name="connsiteX43" fmla="*/ 838200 w 1357085"/>
                <a:gd name="connsiteY43" fmla="*/ 18687 h 1444716"/>
                <a:gd name="connsiteX44" fmla="*/ 783771 w 1357085"/>
                <a:gd name="connsiteY44" fmla="*/ 0 h 1444716"/>
                <a:gd name="connsiteX45" fmla="*/ 717913 w 1357085"/>
                <a:gd name="connsiteY45" fmla="*/ 43724 h 1444716"/>
                <a:gd name="connsiteX46" fmla="*/ 667475 w 1357085"/>
                <a:gd name="connsiteY46" fmla="*/ 76200 h 1444716"/>
                <a:gd name="connsiteX47" fmla="*/ 605971 w 1357085"/>
                <a:gd name="connsiteY47" fmla="*/ 120287 h 1444716"/>
                <a:gd name="connsiteX48" fmla="*/ 562428 w 1357085"/>
                <a:gd name="connsiteY48" fmla="*/ 134802 h 1444716"/>
                <a:gd name="connsiteX49" fmla="*/ 508000 w 1357085"/>
                <a:gd name="connsiteY49" fmla="*/ 94887 h 1444716"/>
                <a:gd name="connsiteX50" fmla="*/ 475343 w 1357085"/>
                <a:gd name="connsiteY50" fmla="*/ 113030 h 1444716"/>
                <a:gd name="connsiteX51" fmla="*/ 439057 w 1357085"/>
                <a:gd name="connsiteY51" fmla="*/ 87630 h 1444716"/>
                <a:gd name="connsiteX52" fmla="*/ 417285 w 1357085"/>
                <a:gd name="connsiteY52" fmla="*/ 120287 h 1444716"/>
                <a:gd name="connsiteX53" fmla="*/ 442685 w 1357085"/>
                <a:gd name="connsiteY53" fmla="*/ 185602 h 1444716"/>
                <a:gd name="connsiteX54" fmla="*/ 428171 w 1357085"/>
                <a:gd name="connsiteY54" fmla="*/ 221887 h 1444716"/>
                <a:gd name="connsiteX55" fmla="*/ 391885 w 1357085"/>
                <a:gd name="connsiteY55" fmla="*/ 229144 h 1444716"/>
                <a:gd name="connsiteX56" fmla="*/ 373743 w 1357085"/>
                <a:gd name="connsiteY56" fmla="*/ 276316 h 1444716"/>
                <a:gd name="connsiteX57" fmla="*/ 322943 w 1357085"/>
                <a:gd name="connsiteY57" fmla="*/ 287202 h 1444716"/>
                <a:gd name="connsiteX58" fmla="*/ 283028 w 1357085"/>
                <a:gd name="connsiteY58" fmla="*/ 316230 h 1444716"/>
                <a:gd name="connsiteX59" fmla="*/ 203200 w 1357085"/>
                <a:gd name="connsiteY59" fmla="*/ 308973 h 1444716"/>
                <a:gd name="connsiteX60" fmla="*/ 145143 w 1357085"/>
                <a:gd name="connsiteY60" fmla="*/ 250916 h 1444716"/>
                <a:gd name="connsiteX61" fmla="*/ 87085 w 1357085"/>
                <a:gd name="connsiteY61" fmla="*/ 261802 h 1444716"/>
                <a:gd name="connsiteX62" fmla="*/ 39914 w 1357085"/>
                <a:gd name="connsiteY62" fmla="*/ 290830 h 1444716"/>
                <a:gd name="connsiteX63" fmla="*/ 39914 w 1357085"/>
                <a:gd name="connsiteY63" fmla="*/ 334373 h 1444716"/>
                <a:gd name="connsiteX64" fmla="*/ 0 w 1357085"/>
                <a:gd name="connsiteY64" fmla="*/ 388802 h 1444716"/>
                <a:gd name="connsiteX65" fmla="*/ 50800 w 1357085"/>
                <a:gd name="connsiteY65" fmla="*/ 417830 h 1444716"/>
                <a:gd name="connsiteX66" fmla="*/ 72571 w 1357085"/>
                <a:gd name="connsiteY66" fmla="*/ 425087 h 1444716"/>
                <a:gd name="connsiteX67" fmla="*/ 72571 w 1357085"/>
                <a:gd name="connsiteY67" fmla="*/ 475887 h 1444716"/>
                <a:gd name="connsiteX68" fmla="*/ 39914 w 1357085"/>
                <a:gd name="connsiteY68" fmla="*/ 533944 h 1444716"/>
                <a:gd name="connsiteX69" fmla="*/ 54428 w 1357085"/>
                <a:gd name="connsiteY69" fmla="*/ 610144 h 1444716"/>
                <a:gd name="connsiteX70" fmla="*/ 79828 w 1357085"/>
                <a:gd name="connsiteY70" fmla="*/ 624659 h 1444716"/>
                <a:gd name="connsiteX71" fmla="*/ 90714 w 1357085"/>
                <a:gd name="connsiteY71" fmla="*/ 653687 h 1444716"/>
                <a:gd name="connsiteX72" fmla="*/ 54428 w 1357085"/>
                <a:gd name="connsiteY72" fmla="*/ 664573 h 1444716"/>
                <a:gd name="connsiteX73" fmla="*/ 68943 w 1357085"/>
                <a:gd name="connsiteY73" fmla="*/ 700859 h 1444716"/>
                <a:gd name="connsiteX74" fmla="*/ 43543 w 1357085"/>
                <a:gd name="connsiteY74" fmla="*/ 769802 h 1444716"/>
                <a:gd name="connsiteX75" fmla="*/ 61685 w 1357085"/>
                <a:gd name="connsiteY75" fmla="*/ 813344 h 1444716"/>
                <a:gd name="connsiteX76" fmla="*/ 101600 w 1357085"/>
                <a:gd name="connsiteY76" fmla="*/ 842373 h 1444716"/>
                <a:gd name="connsiteX77" fmla="*/ 83457 w 1357085"/>
                <a:gd name="connsiteY77" fmla="*/ 940344 h 1444716"/>
                <a:gd name="connsiteX78" fmla="*/ 68943 w 1357085"/>
                <a:gd name="connsiteY78" fmla="*/ 958487 h 1444716"/>
                <a:gd name="connsiteX79" fmla="*/ 72571 w 1357085"/>
                <a:gd name="connsiteY79" fmla="*/ 973002 h 1444716"/>
                <a:gd name="connsiteX80" fmla="*/ 264885 w 1357085"/>
                <a:gd name="connsiteY80" fmla="*/ 900430 h 1444716"/>
                <a:gd name="connsiteX81" fmla="*/ 264885 w 1357085"/>
                <a:gd name="connsiteY81" fmla="*/ 864144 h 1444716"/>
                <a:gd name="connsiteX82" fmla="*/ 391885 w 1357085"/>
                <a:gd name="connsiteY82" fmla="*/ 842373 h 1444716"/>
                <a:gd name="connsiteX83" fmla="*/ 449943 w 1357085"/>
                <a:gd name="connsiteY83" fmla="*/ 893173 h 1444716"/>
                <a:gd name="connsiteX84" fmla="*/ 482600 w 1357085"/>
                <a:gd name="connsiteY84" fmla="*/ 856887 h 1444716"/>
                <a:gd name="connsiteX85" fmla="*/ 526143 w 1357085"/>
                <a:gd name="connsiteY85" fmla="*/ 860516 h 1444716"/>
                <a:gd name="connsiteX86" fmla="*/ 555171 w 1357085"/>
                <a:gd name="connsiteY86" fmla="*/ 925830 h 1444716"/>
                <a:gd name="connsiteX87" fmla="*/ 587828 w 1357085"/>
                <a:gd name="connsiteY87" fmla="*/ 943973 h 1444716"/>
                <a:gd name="connsiteX88" fmla="*/ 620485 w 1357085"/>
                <a:gd name="connsiteY88" fmla="*/ 965744 h 1444716"/>
                <a:gd name="connsiteX89" fmla="*/ 674914 w 1357085"/>
                <a:gd name="connsiteY89" fmla="*/ 947602 h 1444716"/>
                <a:gd name="connsiteX90" fmla="*/ 791028 w 1357085"/>
                <a:gd name="connsiteY90" fmla="*/ 1045573 h 1444716"/>
                <a:gd name="connsiteX91" fmla="*/ 834571 w 1357085"/>
                <a:gd name="connsiteY91" fmla="*/ 1034687 h 1444716"/>
                <a:gd name="connsiteX92" fmla="*/ 921657 w 1357085"/>
                <a:gd name="connsiteY92" fmla="*/ 1056459 h 1444716"/>
                <a:gd name="connsiteX93" fmla="*/ 961571 w 1357085"/>
                <a:gd name="connsiteY93" fmla="*/ 1125402 h 1444716"/>
                <a:gd name="connsiteX94" fmla="*/ 903514 w 1357085"/>
                <a:gd name="connsiteY94" fmla="*/ 1292316 h 1444716"/>
                <a:gd name="connsiteX95" fmla="*/ 903514 w 1357085"/>
                <a:gd name="connsiteY95" fmla="*/ 1328602 h 1444716"/>
                <a:gd name="connsiteX96" fmla="*/ 932543 w 1357085"/>
                <a:gd name="connsiteY96" fmla="*/ 1339487 h 1444716"/>
                <a:gd name="connsiteX97" fmla="*/ 936171 w 1357085"/>
                <a:gd name="connsiteY97" fmla="*/ 1390287 h 1444716"/>
                <a:gd name="connsiteX98" fmla="*/ 1030514 w 1357085"/>
                <a:gd name="connsiteY98" fmla="*/ 1444716 h 144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</a:cxnLst>
              <a:rect l="l" t="t" r="r" b="b"/>
              <a:pathLst>
                <a:path w="1357085" h="1444716">
                  <a:moveTo>
                    <a:pt x="1030514" y="1444716"/>
                  </a:moveTo>
                  <a:lnTo>
                    <a:pt x="1099457" y="1350373"/>
                  </a:lnTo>
                  <a:lnTo>
                    <a:pt x="1081314" y="1285059"/>
                  </a:lnTo>
                  <a:lnTo>
                    <a:pt x="1121228" y="1045573"/>
                  </a:lnTo>
                  <a:lnTo>
                    <a:pt x="1099457" y="1009287"/>
                  </a:lnTo>
                  <a:lnTo>
                    <a:pt x="1121228" y="958487"/>
                  </a:lnTo>
                  <a:lnTo>
                    <a:pt x="1113971" y="860516"/>
                  </a:lnTo>
                  <a:lnTo>
                    <a:pt x="1132114" y="751659"/>
                  </a:lnTo>
                  <a:lnTo>
                    <a:pt x="1150257" y="642802"/>
                  </a:lnTo>
                  <a:lnTo>
                    <a:pt x="1164771" y="595630"/>
                  </a:lnTo>
                  <a:lnTo>
                    <a:pt x="1201057" y="642802"/>
                  </a:lnTo>
                  <a:lnTo>
                    <a:pt x="1357085" y="417830"/>
                  </a:lnTo>
                  <a:lnTo>
                    <a:pt x="1317171" y="410573"/>
                  </a:lnTo>
                  <a:lnTo>
                    <a:pt x="1299028" y="377916"/>
                  </a:lnTo>
                  <a:lnTo>
                    <a:pt x="1259114" y="370659"/>
                  </a:lnTo>
                  <a:lnTo>
                    <a:pt x="1255485" y="316230"/>
                  </a:lnTo>
                  <a:lnTo>
                    <a:pt x="1299028" y="290830"/>
                  </a:lnTo>
                  <a:lnTo>
                    <a:pt x="1291771" y="250916"/>
                  </a:lnTo>
                  <a:lnTo>
                    <a:pt x="1237343" y="229144"/>
                  </a:lnTo>
                  <a:lnTo>
                    <a:pt x="1233714" y="192859"/>
                  </a:lnTo>
                  <a:lnTo>
                    <a:pt x="1161143" y="123916"/>
                  </a:lnTo>
                  <a:lnTo>
                    <a:pt x="1124857" y="131173"/>
                  </a:lnTo>
                  <a:lnTo>
                    <a:pt x="1103085" y="98516"/>
                  </a:lnTo>
                  <a:lnTo>
                    <a:pt x="1005114" y="40459"/>
                  </a:lnTo>
                  <a:lnTo>
                    <a:pt x="957943" y="98516"/>
                  </a:lnTo>
                  <a:lnTo>
                    <a:pt x="907143" y="138430"/>
                  </a:lnTo>
                  <a:lnTo>
                    <a:pt x="867228" y="167459"/>
                  </a:lnTo>
                  <a:lnTo>
                    <a:pt x="816428" y="181973"/>
                  </a:lnTo>
                  <a:lnTo>
                    <a:pt x="780143" y="203744"/>
                  </a:lnTo>
                  <a:lnTo>
                    <a:pt x="736600" y="221887"/>
                  </a:lnTo>
                  <a:lnTo>
                    <a:pt x="653143" y="221887"/>
                  </a:lnTo>
                  <a:lnTo>
                    <a:pt x="620485" y="261802"/>
                  </a:lnTo>
                  <a:lnTo>
                    <a:pt x="602343" y="301716"/>
                  </a:lnTo>
                  <a:lnTo>
                    <a:pt x="555171" y="334373"/>
                  </a:lnTo>
                  <a:lnTo>
                    <a:pt x="529771" y="341630"/>
                  </a:lnTo>
                  <a:lnTo>
                    <a:pt x="551543" y="290830"/>
                  </a:lnTo>
                  <a:lnTo>
                    <a:pt x="547914" y="243659"/>
                  </a:lnTo>
                  <a:lnTo>
                    <a:pt x="595085" y="232773"/>
                  </a:lnTo>
                  <a:lnTo>
                    <a:pt x="664028" y="178344"/>
                  </a:lnTo>
                  <a:lnTo>
                    <a:pt x="725714" y="174716"/>
                  </a:lnTo>
                  <a:lnTo>
                    <a:pt x="798285" y="138430"/>
                  </a:lnTo>
                  <a:lnTo>
                    <a:pt x="834571" y="145687"/>
                  </a:lnTo>
                  <a:lnTo>
                    <a:pt x="892628" y="123916"/>
                  </a:lnTo>
                  <a:lnTo>
                    <a:pt x="838200" y="18687"/>
                  </a:lnTo>
                  <a:lnTo>
                    <a:pt x="783771" y="0"/>
                  </a:lnTo>
                  <a:lnTo>
                    <a:pt x="717913" y="43724"/>
                  </a:lnTo>
                  <a:lnTo>
                    <a:pt x="667475" y="76200"/>
                  </a:lnTo>
                  <a:lnTo>
                    <a:pt x="605971" y="120287"/>
                  </a:lnTo>
                  <a:lnTo>
                    <a:pt x="562428" y="134802"/>
                  </a:lnTo>
                  <a:lnTo>
                    <a:pt x="508000" y="94887"/>
                  </a:lnTo>
                  <a:lnTo>
                    <a:pt x="475343" y="113030"/>
                  </a:lnTo>
                  <a:lnTo>
                    <a:pt x="439057" y="87630"/>
                  </a:lnTo>
                  <a:lnTo>
                    <a:pt x="417285" y="120287"/>
                  </a:lnTo>
                  <a:lnTo>
                    <a:pt x="442685" y="185602"/>
                  </a:lnTo>
                  <a:lnTo>
                    <a:pt x="428171" y="221887"/>
                  </a:lnTo>
                  <a:lnTo>
                    <a:pt x="391885" y="229144"/>
                  </a:lnTo>
                  <a:lnTo>
                    <a:pt x="373743" y="276316"/>
                  </a:lnTo>
                  <a:lnTo>
                    <a:pt x="322943" y="287202"/>
                  </a:lnTo>
                  <a:lnTo>
                    <a:pt x="283028" y="316230"/>
                  </a:lnTo>
                  <a:lnTo>
                    <a:pt x="203200" y="308973"/>
                  </a:lnTo>
                  <a:lnTo>
                    <a:pt x="145143" y="250916"/>
                  </a:lnTo>
                  <a:lnTo>
                    <a:pt x="87085" y="261802"/>
                  </a:lnTo>
                  <a:lnTo>
                    <a:pt x="39914" y="290830"/>
                  </a:lnTo>
                  <a:lnTo>
                    <a:pt x="39914" y="334373"/>
                  </a:lnTo>
                  <a:lnTo>
                    <a:pt x="0" y="388802"/>
                  </a:lnTo>
                  <a:lnTo>
                    <a:pt x="50800" y="417830"/>
                  </a:lnTo>
                  <a:lnTo>
                    <a:pt x="72571" y="425087"/>
                  </a:lnTo>
                  <a:lnTo>
                    <a:pt x="72571" y="475887"/>
                  </a:lnTo>
                  <a:lnTo>
                    <a:pt x="39914" y="533944"/>
                  </a:lnTo>
                  <a:lnTo>
                    <a:pt x="54428" y="610144"/>
                  </a:lnTo>
                  <a:lnTo>
                    <a:pt x="79828" y="624659"/>
                  </a:lnTo>
                  <a:lnTo>
                    <a:pt x="90714" y="653687"/>
                  </a:lnTo>
                  <a:lnTo>
                    <a:pt x="54428" y="664573"/>
                  </a:lnTo>
                  <a:lnTo>
                    <a:pt x="68943" y="700859"/>
                  </a:lnTo>
                  <a:lnTo>
                    <a:pt x="43543" y="769802"/>
                  </a:lnTo>
                  <a:lnTo>
                    <a:pt x="61685" y="813344"/>
                  </a:lnTo>
                  <a:lnTo>
                    <a:pt x="101600" y="842373"/>
                  </a:lnTo>
                  <a:lnTo>
                    <a:pt x="83457" y="940344"/>
                  </a:lnTo>
                  <a:lnTo>
                    <a:pt x="68943" y="958487"/>
                  </a:lnTo>
                  <a:lnTo>
                    <a:pt x="72571" y="973002"/>
                  </a:lnTo>
                  <a:lnTo>
                    <a:pt x="264885" y="900430"/>
                  </a:lnTo>
                  <a:lnTo>
                    <a:pt x="264885" y="864144"/>
                  </a:lnTo>
                  <a:lnTo>
                    <a:pt x="391885" y="842373"/>
                  </a:lnTo>
                  <a:lnTo>
                    <a:pt x="449943" y="893173"/>
                  </a:lnTo>
                  <a:lnTo>
                    <a:pt x="482600" y="856887"/>
                  </a:lnTo>
                  <a:lnTo>
                    <a:pt x="526143" y="860516"/>
                  </a:lnTo>
                  <a:lnTo>
                    <a:pt x="555171" y="925830"/>
                  </a:lnTo>
                  <a:lnTo>
                    <a:pt x="587828" y="943973"/>
                  </a:lnTo>
                  <a:lnTo>
                    <a:pt x="620485" y="965744"/>
                  </a:lnTo>
                  <a:lnTo>
                    <a:pt x="674914" y="947602"/>
                  </a:lnTo>
                  <a:lnTo>
                    <a:pt x="791028" y="1045573"/>
                  </a:lnTo>
                  <a:lnTo>
                    <a:pt x="834571" y="1034687"/>
                  </a:lnTo>
                  <a:lnTo>
                    <a:pt x="921657" y="1056459"/>
                  </a:lnTo>
                  <a:lnTo>
                    <a:pt x="961571" y="1125402"/>
                  </a:lnTo>
                  <a:lnTo>
                    <a:pt x="903514" y="1292316"/>
                  </a:lnTo>
                  <a:lnTo>
                    <a:pt x="903514" y="1328602"/>
                  </a:lnTo>
                  <a:lnTo>
                    <a:pt x="932543" y="1339487"/>
                  </a:lnTo>
                  <a:lnTo>
                    <a:pt x="936171" y="1390287"/>
                  </a:lnTo>
                  <a:lnTo>
                    <a:pt x="1030514" y="1444716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96" name="Freeform 91">
              <a:extLst>
                <a:ext uri="{FF2B5EF4-FFF2-40B4-BE49-F238E27FC236}">
                  <a16:creationId xmlns:a16="http://schemas.microsoft.com/office/drawing/2014/main" id="{FFAB8134-D7BC-1FB6-C9D7-3EB46D40FB71}"/>
                </a:ext>
              </a:extLst>
            </p:cNvPr>
            <p:cNvSpPr/>
            <p:nvPr/>
          </p:nvSpPr>
          <p:spPr>
            <a:xfrm>
              <a:off x="5572125" y="1973263"/>
              <a:ext cx="695325" cy="1146175"/>
            </a:xfrm>
            <a:custGeom>
              <a:avLst/>
              <a:gdLst>
                <a:gd name="connsiteX0" fmla="*/ 695194 w 695194"/>
                <a:gd name="connsiteY0" fmla="*/ 717115 h 1146132"/>
                <a:gd name="connsiteX1" fmla="*/ 638827 w 695194"/>
                <a:gd name="connsiteY1" fmla="*/ 692063 h 1146132"/>
                <a:gd name="connsiteX2" fmla="*/ 638827 w 695194"/>
                <a:gd name="connsiteY2" fmla="*/ 654485 h 1146132"/>
                <a:gd name="connsiteX3" fmla="*/ 604381 w 695194"/>
                <a:gd name="connsiteY3" fmla="*/ 629433 h 1146132"/>
                <a:gd name="connsiteX4" fmla="*/ 607512 w 695194"/>
                <a:gd name="connsiteY4" fmla="*/ 598118 h 1146132"/>
                <a:gd name="connsiteX5" fmla="*/ 569934 w 695194"/>
                <a:gd name="connsiteY5" fmla="*/ 569935 h 1146132"/>
                <a:gd name="connsiteX6" fmla="*/ 544882 w 695194"/>
                <a:gd name="connsiteY6" fmla="*/ 529225 h 1146132"/>
                <a:gd name="connsiteX7" fmla="*/ 513567 w 695194"/>
                <a:gd name="connsiteY7" fmla="*/ 519830 h 1146132"/>
                <a:gd name="connsiteX8" fmla="*/ 532356 w 695194"/>
                <a:gd name="connsiteY8" fmla="*/ 494778 h 1146132"/>
                <a:gd name="connsiteX9" fmla="*/ 551145 w 695194"/>
                <a:gd name="connsiteY9" fmla="*/ 488515 h 1146132"/>
                <a:gd name="connsiteX10" fmla="*/ 551145 w 695194"/>
                <a:gd name="connsiteY10" fmla="*/ 432148 h 1146132"/>
                <a:gd name="connsiteX11" fmla="*/ 610644 w 695194"/>
                <a:gd name="connsiteY11" fmla="*/ 447806 h 1146132"/>
                <a:gd name="connsiteX12" fmla="*/ 610644 w 695194"/>
                <a:gd name="connsiteY12" fmla="*/ 419622 h 1146132"/>
                <a:gd name="connsiteX13" fmla="*/ 585592 w 695194"/>
                <a:gd name="connsiteY13" fmla="*/ 400833 h 1146132"/>
                <a:gd name="connsiteX14" fmla="*/ 616907 w 695194"/>
                <a:gd name="connsiteY14" fmla="*/ 347598 h 1146132"/>
                <a:gd name="connsiteX15" fmla="*/ 582460 w 695194"/>
                <a:gd name="connsiteY15" fmla="*/ 341335 h 1146132"/>
                <a:gd name="connsiteX16" fmla="*/ 541750 w 695194"/>
                <a:gd name="connsiteY16" fmla="*/ 385176 h 1146132"/>
                <a:gd name="connsiteX17" fmla="*/ 497909 w 695194"/>
                <a:gd name="connsiteY17" fmla="*/ 322546 h 1146132"/>
                <a:gd name="connsiteX18" fmla="*/ 447805 w 695194"/>
                <a:gd name="connsiteY18" fmla="*/ 291230 h 1146132"/>
                <a:gd name="connsiteX19" fmla="*/ 444674 w 695194"/>
                <a:gd name="connsiteY19" fmla="*/ 147181 h 1146132"/>
                <a:gd name="connsiteX20" fmla="*/ 394570 w 695194"/>
                <a:gd name="connsiteY20" fmla="*/ 0 h 1146132"/>
                <a:gd name="connsiteX21" fmla="*/ 310019 w 695194"/>
                <a:gd name="connsiteY21" fmla="*/ 31315 h 1146132"/>
                <a:gd name="connsiteX22" fmla="*/ 331940 w 695194"/>
                <a:gd name="connsiteY22" fmla="*/ 72025 h 1146132"/>
                <a:gd name="connsiteX23" fmla="*/ 297493 w 695194"/>
                <a:gd name="connsiteY23" fmla="*/ 212943 h 1146132"/>
                <a:gd name="connsiteX24" fmla="*/ 209811 w 695194"/>
                <a:gd name="connsiteY24" fmla="*/ 244258 h 1146132"/>
                <a:gd name="connsiteX25" fmla="*/ 225468 w 695194"/>
                <a:gd name="connsiteY25" fmla="*/ 294362 h 1146132"/>
                <a:gd name="connsiteX26" fmla="*/ 209811 w 695194"/>
                <a:gd name="connsiteY26" fmla="*/ 407096 h 1146132"/>
                <a:gd name="connsiteX27" fmla="*/ 212942 w 695194"/>
                <a:gd name="connsiteY27" fmla="*/ 435280 h 1146132"/>
                <a:gd name="connsiteX28" fmla="*/ 84550 w 695194"/>
                <a:gd name="connsiteY28" fmla="*/ 648222 h 1146132"/>
                <a:gd name="connsiteX29" fmla="*/ 75156 w 695194"/>
                <a:gd name="connsiteY29" fmla="*/ 748430 h 1146132"/>
                <a:gd name="connsiteX30" fmla="*/ 6263 w 695194"/>
                <a:gd name="connsiteY30" fmla="*/ 864296 h 1146132"/>
                <a:gd name="connsiteX31" fmla="*/ 0 w 695194"/>
                <a:gd name="connsiteY31" fmla="*/ 926926 h 1146132"/>
                <a:gd name="connsiteX32" fmla="*/ 25052 w 695194"/>
                <a:gd name="connsiteY32" fmla="*/ 958241 h 1146132"/>
                <a:gd name="connsiteX33" fmla="*/ 12526 w 695194"/>
                <a:gd name="connsiteY33" fmla="*/ 1014609 h 1146132"/>
                <a:gd name="connsiteX34" fmla="*/ 28183 w 695194"/>
                <a:gd name="connsiteY34" fmla="*/ 1052187 h 1146132"/>
                <a:gd name="connsiteX35" fmla="*/ 78287 w 695194"/>
                <a:gd name="connsiteY35" fmla="*/ 1017740 h 1146132"/>
                <a:gd name="connsiteX36" fmla="*/ 81419 w 695194"/>
                <a:gd name="connsiteY36" fmla="*/ 1092896 h 1146132"/>
                <a:gd name="connsiteX37" fmla="*/ 162838 w 695194"/>
                <a:gd name="connsiteY37" fmla="*/ 1130474 h 1146132"/>
                <a:gd name="connsiteX38" fmla="*/ 203548 w 695194"/>
                <a:gd name="connsiteY38" fmla="*/ 1074107 h 1146132"/>
                <a:gd name="connsiteX39" fmla="*/ 263046 w 695194"/>
                <a:gd name="connsiteY39" fmla="*/ 1077239 h 1146132"/>
                <a:gd name="connsiteX40" fmla="*/ 294361 w 695194"/>
                <a:gd name="connsiteY40" fmla="*/ 1136737 h 1146132"/>
                <a:gd name="connsiteX41" fmla="*/ 369518 w 695194"/>
                <a:gd name="connsiteY41" fmla="*/ 1117948 h 1146132"/>
                <a:gd name="connsiteX42" fmla="*/ 410227 w 695194"/>
                <a:gd name="connsiteY42" fmla="*/ 1146132 h 1146132"/>
                <a:gd name="connsiteX43" fmla="*/ 657616 w 695194"/>
                <a:gd name="connsiteY43" fmla="*/ 1086633 h 1146132"/>
                <a:gd name="connsiteX44" fmla="*/ 641959 w 695194"/>
                <a:gd name="connsiteY44" fmla="*/ 998951 h 1146132"/>
                <a:gd name="connsiteX45" fmla="*/ 670142 w 695194"/>
                <a:gd name="connsiteY45" fmla="*/ 908137 h 1146132"/>
                <a:gd name="connsiteX46" fmla="*/ 663879 w 695194"/>
                <a:gd name="connsiteY46" fmla="*/ 879954 h 1146132"/>
                <a:gd name="connsiteX47" fmla="*/ 613775 w 695194"/>
                <a:gd name="connsiteY47" fmla="*/ 851770 h 1146132"/>
                <a:gd name="connsiteX48" fmla="*/ 604381 w 695194"/>
                <a:gd name="connsiteY48" fmla="*/ 836113 h 1146132"/>
                <a:gd name="connsiteX49" fmla="*/ 635696 w 695194"/>
                <a:gd name="connsiteY49" fmla="*/ 789140 h 1146132"/>
                <a:gd name="connsiteX50" fmla="*/ 632564 w 695194"/>
                <a:gd name="connsiteY50" fmla="*/ 757825 h 1146132"/>
                <a:gd name="connsiteX51" fmla="*/ 695194 w 695194"/>
                <a:gd name="connsiteY51" fmla="*/ 717115 h 114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95194" h="1146132">
                  <a:moveTo>
                    <a:pt x="695194" y="717115"/>
                  </a:moveTo>
                  <a:lnTo>
                    <a:pt x="638827" y="692063"/>
                  </a:lnTo>
                  <a:lnTo>
                    <a:pt x="638827" y="654485"/>
                  </a:lnTo>
                  <a:lnTo>
                    <a:pt x="604381" y="629433"/>
                  </a:lnTo>
                  <a:lnTo>
                    <a:pt x="607512" y="598118"/>
                  </a:lnTo>
                  <a:lnTo>
                    <a:pt x="569934" y="569935"/>
                  </a:lnTo>
                  <a:lnTo>
                    <a:pt x="544882" y="529225"/>
                  </a:lnTo>
                  <a:lnTo>
                    <a:pt x="513567" y="519830"/>
                  </a:lnTo>
                  <a:lnTo>
                    <a:pt x="532356" y="494778"/>
                  </a:lnTo>
                  <a:lnTo>
                    <a:pt x="551145" y="488515"/>
                  </a:lnTo>
                  <a:lnTo>
                    <a:pt x="551145" y="432148"/>
                  </a:lnTo>
                  <a:lnTo>
                    <a:pt x="610644" y="447806"/>
                  </a:lnTo>
                  <a:lnTo>
                    <a:pt x="610644" y="419622"/>
                  </a:lnTo>
                  <a:lnTo>
                    <a:pt x="585592" y="400833"/>
                  </a:lnTo>
                  <a:lnTo>
                    <a:pt x="616907" y="347598"/>
                  </a:lnTo>
                  <a:lnTo>
                    <a:pt x="582460" y="341335"/>
                  </a:lnTo>
                  <a:lnTo>
                    <a:pt x="541750" y="385176"/>
                  </a:lnTo>
                  <a:lnTo>
                    <a:pt x="497909" y="322546"/>
                  </a:lnTo>
                  <a:lnTo>
                    <a:pt x="447805" y="291230"/>
                  </a:lnTo>
                  <a:cubicBezTo>
                    <a:pt x="446761" y="243214"/>
                    <a:pt x="445718" y="195197"/>
                    <a:pt x="444674" y="147181"/>
                  </a:cubicBezTo>
                  <a:lnTo>
                    <a:pt x="394570" y="0"/>
                  </a:lnTo>
                  <a:lnTo>
                    <a:pt x="310019" y="31315"/>
                  </a:lnTo>
                  <a:lnTo>
                    <a:pt x="331940" y="72025"/>
                  </a:lnTo>
                  <a:lnTo>
                    <a:pt x="297493" y="212943"/>
                  </a:lnTo>
                  <a:lnTo>
                    <a:pt x="209811" y="244258"/>
                  </a:lnTo>
                  <a:lnTo>
                    <a:pt x="225468" y="294362"/>
                  </a:lnTo>
                  <a:lnTo>
                    <a:pt x="209811" y="407096"/>
                  </a:lnTo>
                  <a:lnTo>
                    <a:pt x="212942" y="435280"/>
                  </a:lnTo>
                  <a:lnTo>
                    <a:pt x="84550" y="648222"/>
                  </a:lnTo>
                  <a:lnTo>
                    <a:pt x="75156" y="748430"/>
                  </a:lnTo>
                  <a:lnTo>
                    <a:pt x="6263" y="864296"/>
                  </a:lnTo>
                  <a:lnTo>
                    <a:pt x="0" y="926926"/>
                  </a:lnTo>
                  <a:lnTo>
                    <a:pt x="25052" y="958241"/>
                  </a:lnTo>
                  <a:lnTo>
                    <a:pt x="12526" y="1014609"/>
                  </a:lnTo>
                  <a:lnTo>
                    <a:pt x="28183" y="1052187"/>
                  </a:lnTo>
                  <a:lnTo>
                    <a:pt x="78287" y="1017740"/>
                  </a:lnTo>
                  <a:lnTo>
                    <a:pt x="81419" y="1092896"/>
                  </a:lnTo>
                  <a:lnTo>
                    <a:pt x="162838" y="1130474"/>
                  </a:lnTo>
                  <a:lnTo>
                    <a:pt x="203548" y="1074107"/>
                  </a:lnTo>
                  <a:lnTo>
                    <a:pt x="263046" y="1077239"/>
                  </a:lnTo>
                  <a:lnTo>
                    <a:pt x="294361" y="1136737"/>
                  </a:lnTo>
                  <a:lnTo>
                    <a:pt x="369518" y="1117948"/>
                  </a:lnTo>
                  <a:lnTo>
                    <a:pt x="410227" y="1146132"/>
                  </a:lnTo>
                  <a:lnTo>
                    <a:pt x="657616" y="1086633"/>
                  </a:lnTo>
                  <a:lnTo>
                    <a:pt x="641959" y="998951"/>
                  </a:lnTo>
                  <a:lnTo>
                    <a:pt x="670142" y="908137"/>
                  </a:lnTo>
                  <a:lnTo>
                    <a:pt x="663879" y="879954"/>
                  </a:lnTo>
                  <a:lnTo>
                    <a:pt x="613775" y="851770"/>
                  </a:lnTo>
                  <a:lnTo>
                    <a:pt x="604381" y="836113"/>
                  </a:lnTo>
                  <a:lnTo>
                    <a:pt x="635696" y="789140"/>
                  </a:lnTo>
                  <a:lnTo>
                    <a:pt x="632564" y="757825"/>
                  </a:lnTo>
                  <a:lnTo>
                    <a:pt x="695194" y="717115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20" name="Freeform 92">
              <a:extLst>
                <a:ext uri="{FF2B5EF4-FFF2-40B4-BE49-F238E27FC236}">
                  <a16:creationId xmlns:a16="http://schemas.microsoft.com/office/drawing/2014/main" id="{617B2770-0CCB-FF13-BAFE-4AA8CDCE0D7A}"/>
                </a:ext>
              </a:extLst>
            </p:cNvPr>
            <p:cNvSpPr/>
            <p:nvPr/>
          </p:nvSpPr>
          <p:spPr>
            <a:xfrm>
              <a:off x="5857875" y="1357313"/>
              <a:ext cx="985838" cy="1320800"/>
            </a:xfrm>
            <a:custGeom>
              <a:avLst/>
              <a:gdLst>
                <a:gd name="connsiteX0" fmla="*/ 411956 w 985837"/>
                <a:gd name="connsiteY0" fmla="*/ 1321593 h 1321593"/>
                <a:gd name="connsiteX1" fmla="*/ 438150 w 985837"/>
                <a:gd name="connsiteY1" fmla="*/ 1254918 h 1321593"/>
                <a:gd name="connsiteX2" fmla="*/ 402431 w 985837"/>
                <a:gd name="connsiteY2" fmla="*/ 1197768 h 1321593"/>
                <a:gd name="connsiteX3" fmla="*/ 411956 w 985837"/>
                <a:gd name="connsiteY3" fmla="*/ 1166812 h 1321593"/>
                <a:gd name="connsiteX4" fmla="*/ 447675 w 985837"/>
                <a:gd name="connsiteY4" fmla="*/ 1119187 h 1321593"/>
                <a:gd name="connsiteX5" fmla="*/ 442912 w 985837"/>
                <a:gd name="connsiteY5" fmla="*/ 1014412 h 1321593"/>
                <a:gd name="connsiteX6" fmla="*/ 650081 w 985837"/>
                <a:gd name="connsiteY6" fmla="*/ 897731 h 1321593"/>
                <a:gd name="connsiteX7" fmla="*/ 692943 w 985837"/>
                <a:gd name="connsiteY7" fmla="*/ 850106 h 1321593"/>
                <a:gd name="connsiteX8" fmla="*/ 733425 w 985837"/>
                <a:gd name="connsiteY8" fmla="*/ 840581 h 1321593"/>
                <a:gd name="connsiteX9" fmla="*/ 788193 w 985837"/>
                <a:gd name="connsiteY9" fmla="*/ 862012 h 1321593"/>
                <a:gd name="connsiteX10" fmla="*/ 828675 w 985837"/>
                <a:gd name="connsiteY10" fmla="*/ 771525 h 1321593"/>
                <a:gd name="connsiteX11" fmla="*/ 788193 w 985837"/>
                <a:gd name="connsiteY11" fmla="*/ 683418 h 1321593"/>
                <a:gd name="connsiteX12" fmla="*/ 871537 w 985837"/>
                <a:gd name="connsiteY12" fmla="*/ 600075 h 1321593"/>
                <a:gd name="connsiteX13" fmla="*/ 847725 w 985837"/>
                <a:gd name="connsiteY13" fmla="*/ 561975 h 1321593"/>
                <a:gd name="connsiteX14" fmla="*/ 814387 w 985837"/>
                <a:gd name="connsiteY14" fmla="*/ 533400 h 1321593"/>
                <a:gd name="connsiteX15" fmla="*/ 831056 w 985837"/>
                <a:gd name="connsiteY15" fmla="*/ 476250 h 1321593"/>
                <a:gd name="connsiteX16" fmla="*/ 883443 w 985837"/>
                <a:gd name="connsiteY16" fmla="*/ 400050 h 1321593"/>
                <a:gd name="connsiteX17" fmla="*/ 985837 w 985837"/>
                <a:gd name="connsiteY17" fmla="*/ 309562 h 1321593"/>
                <a:gd name="connsiteX18" fmla="*/ 985837 w 985837"/>
                <a:gd name="connsiteY18" fmla="*/ 238125 h 1321593"/>
                <a:gd name="connsiteX19" fmla="*/ 919162 w 985837"/>
                <a:gd name="connsiteY19" fmla="*/ 235743 h 1321593"/>
                <a:gd name="connsiteX20" fmla="*/ 769143 w 985837"/>
                <a:gd name="connsiteY20" fmla="*/ 169068 h 1321593"/>
                <a:gd name="connsiteX21" fmla="*/ 759618 w 985837"/>
                <a:gd name="connsiteY21" fmla="*/ 190500 h 1321593"/>
                <a:gd name="connsiteX22" fmla="*/ 709612 w 985837"/>
                <a:gd name="connsiteY22" fmla="*/ 183356 h 1321593"/>
                <a:gd name="connsiteX23" fmla="*/ 678656 w 985837"/>
                <a:gd name="connsiteY23" fmla="*/ 216693 h 1321593"/>
                <a:gd name="connsiteX24" fmla="*/ 642937 w 985837"/>
                <a:gd name="connsiteY24" fmla="*/ 211931 h 1321593"/>
                <a:gd name="connsiteX25" fmla="*/ 652462 w 985837"/>
                <a:gd name="connsiteY25" fmla="*/ 269081 h 1321593"/>
                <a:gd name="connsiteX26" fmla="*/ 616743 w 985837"/>
                <a:gd name="connsiteY26" fmla="*/ 269081 h 1321593"/>
                <a:gd name="connsiteX27" fmla="*/ 592931 w 985837"/>
                <a:gd name="connsiteY27" fmla="*/ 228600 h 1321593"/>
                <a:gd name="connsiteX28" fmla="*/ 616743 w 985837"/>
                <a:gd name="connsiteY28" fmla="*/ 145256 h 1321593"/>
                <a:gd name="connsiteX29" fmla="*/ 573881 w 985837"/>
                <a:gd name="connsiteY29" fmla="*/ 166687 h 1321593"/>
                <a:gd name="connsiteX30" fmla="*/ 595312 w 985837"/>
                <a:gd name="connsiteY30" fmla="*/ 114300 h 1321593"/>
                <a:gd name="connsiteX31" fmla="*/ 566737 w 985837"/>
                <a:gd name="connsiteY31" fmla="*/ 45243 h 1321593"/>
                <a:gd name="connsiteX32" fmla="*/ 492918 w 985837"/>
                <a:gd name="connsiteY32" fmla="*/ 69056 h 1321593"/>
                <a:gd name="connsiteX33" fmla="*/ 485775 w 985837"/>
                <a:gd name="connsiteY33" fmla="*/ 95250 h 1321593"/>
                <a:gd name="connsiteX34" fmla="*/ 466725 w 985837"/>
                <a:gd name="connsiteY34" fmla="*/ 69056 h 1321593"/>
                <a:gd name="connsiteX35" fmla="*/ 478631 w 985837"/>
                <a:gd name="connsiteY35" fmla="*/ 38100 h 1321593"/>
                <a:gd name="connsiteX36" fmla="*/ 400050 w 985837"/>
                <a:gd name="connsiteY36" fmla="*/ 0 h 1321593"/>
                <a:gd name="connsiteX37" fmla="*/ 316706 w 985837"/>
                <a:gd name="connsiteY37" fmla="*/ 190500 h 1321593"/>
                <a:gd name="connsiteX38" fmla="*/ 204787 w 985837"/>
                <a:gd name="connsiteY38" fmla="*/ 297656 h 1321593"/>
                <a:gd name="connsiteX39" fmla="*/ 216693 w 985837"/>
                <a:gd name="connsiteY39" fmla="*/ 392906 h 1321593"/>
                <a:gd name="connsiteX40" fmla="*/ 102393 w 985837"/>
                <a:gd name="connsiteY40" fmla="*/ 557212 h 1321593"/>
                <a:gd name="connsiteX41" fmla="*/ 0 w 985837"/>
                <a:gd name="connsiteY41" fmla="*/ 590550 h 1321593"/>
                <a:gd name="connsiteX42" fmla="*/ 7143 w 985837"/>
                <a:gd name="connsiteY42" fmla="*/ 650081 h 1321593"/>
                <a:gd name="connsiteX43" fmla="*/ 38100 w 985837"/>
                <a:gd name="connsiteY43" fmla="*/ 652462 h 1321593"/>
                <a:gd name="connsiteX44" fmla="*/ 107156 w 985837"/>
                <a:gd name="connsiteY44" fmla="*/ 626268 h 1321593"/>
                <a:gd name="connsiteX45" fmla="*/ 159543 w 985837"/>
                <a:gd name="connsiteY45" fmla="*/ 766762 h 1321593"/>
                <a:gd name="connsiteX46" fmla="*/ 161925 w 985837"/>
                <a:gd name="connsiteY46" fmla="*/ 904875 h 1321593"/>
                <a:gd name="connsiteX47" fmla="*/ 259556 w 985837"/>
                <a:gd name="connsiteY47" fmla="*/ 1000125 h 1321593"/>
                <a:gd name="connsiteX48" fmla="*/ 288131 w 985837"/>
                <a:gd name="connsiteY48" fmla="*/ 964406 h 1321593"/>
                <a:gd name="connsiteX49" fmla="*/ 323850 w 985837"/>
                <a:gd name="connsiteY49" fmla="*/ 969168 h 1321593"/>
                <a:gd name="connsiteX50" fmla="*/ 304800 w 985837"/>
                <a:gd name="connsiteY50" fmla="*/ 1014412 h 1321593"/>
                <a:gd name="connsiteX51" fmla="*/ 323850 w 985837"/>
                <a:gd name="connsiteY51" fmla="*/ 1045368 h 1321593"/>
                <a:gd name="connsiteX52" fmla="*/ 323850 w 985837"/>
                <a:gd name="connsiteY52" fmla="*/ 1066800 h 1321593"/>
                <a:gd name="connsiteX53" fmla="*/ 264318 w 985837"/>
                <a:gd name="connsiteY53" fmla="*/ 1052512 h 1321593"/>
                <a:gd name="connsiteX54" fmla="*/ 259556 w 985837"/>
                <a:gd name="connsiteY54" fmla="*/ 1102518 h 1321593"/>
                <a:gd name="connsiteX55" fmla="*/ 235743 w 985837"/>
                <a:gd name="connsiteY55" fmla="*/ 1143000 h 1321593"/>
                <a:gd name="connsiteX56" fmla="*/ 278606 w 985837"/>
                <a:gd name="connsiteY56" fmla="*/ 1164431 h 1321593"/>
                <a:gd name="connsiteX57" fmla="*/ 326231 w 985837"/>
                <a:gd name="connsiteY57" fmla="*/ 1233487 h 1321593"/>
                <a:gd name="connsiteX58" fmla="*/ 328612 w 985837"/>
                <a:gd name="connsiteY58" fmla="*/ 1252537 h 1321593"/>
                <a:gd name="connsiteX59" fmla="*/ 357187 w 985837"/>
                <a:gd name="connsiteY59" fmla="*/ 1271587 h 1321593"/>
                <a:gd name="connsiteX60" fmla="*/ 352425 w 985837"/>
                <a:gd name="connsiteY60" fmla="*/ 1321593 h 1321593"/>
                <a:gd name="connsiteX61" fmla="*/ 411956 w 985837"/>
                <a:gd name="connsiteY61" fmla="*/ 1321593 h 1321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85837" h="1321593">
                  <a:moveTo>
                    <a:pt x="411956" y="1321593"/>
                  </a:moveTo>
                  <a:lnTo>
                    <a:pt x="438150" y="1254918"/>
                  </a:lnTo>
                  <a:lnTo>
                    <a:pt x="402431" y="1197768"/>
                  </a:lnTo>
                  <a:lnTo>
                    <a:pt x="411956" y="1166812"/>
                  </a:lnTo>
                  <a:lnTo>
                    <a:pt x="447675" y="1119187"/>
                  </a:lnTo>
                  <a:lnTo>
                    <a:pt x="442912" y="1014412"/>
                  </a:lnTo>
                  <a:lnTo>
                    <a:pt x="650081" y="897731"/>
                  </a:lnTo>
                  <a:lnTo>
                    <a:pt x="692943" y="850106"/>
                  </a:lnTo>
                  <a:lnTo>
                    <a:pt x="733425" y="840581"/>
                  </a:lnTo>
                  <a:lnTo>
                    <a:pt x="788193" y="862012"/>
                  </a:lnTo>
                  <a:lnTo>
                    <a:pt x="828675" y="771525"/>
                  </a:lnTo>
                  <a:lnTo>
                    <a:pt x="788193" y="683418"/>
                  </a:lnTo>
                  <a:lnTo>
                    <a:pt x="871537" y="600075"/>
                  </a:lnTo>
                  <a:lnTo>
                    <a:pt x="847725" y="561975"/>
                  </a:lnTo>
                  <a:lnTo>
                    <a:pt x="814387" y="533400"/>
                  </a:lnTo>
                  <a:lnTo>
                    <a:pt x="831056" y="476250"/>
                  </a:lnTo>
                  <a:lnTo>
                    <a:pt x="883443" y="400050"/>
                  </a:lnTo>
                  <a:lnTo>
                    <a:pt x="985837" y="309562"/>
                  </a:lnTo>
                  <a:lnTo>
                    <a:pt x="985837" y="238125"/>
                  </a:lnTo>
                  <a:lnTo>
                    <a:pt x="919162" y="235743"/>
                  </a:lnTo>
                  <a:lnTo>
                    <a:pt x="769143" y="169068"/>
                  </a:lnTo>
                  <a:lnTo>
                    <a:pt x="759618" y="190500"/>
                  </a:lnTo>
                  <a:lnTo>
                    <a:pt x="709612" y="183356"/>
                  </a:lnTo>
                  <a:lnTo>
                    <a:pt x="678656" y="216693"/>
                  </a:lnTo>
                  <a:lnTo>
                    <a:pt x="642937" y="211931"/>
                  </a:lnTo>
                  <a:lnTo>
                    <a:pt x="652462" y="269081"/>
                  </a:lnTo>
                  <a:lnTo>
                    <a:pt x="616743" y="269081"/>
                  </a:lnTo>
                  <a:lnTo>
                    <a:pt x="592931" y="228600"/>
                  </a:lnTo>
                  <a:lnTo>
                    <a:pt x="616743" y="145256"/>
                  </a:lnTo>
                  <a:lnTo>
                    <a:pt x="573881" y="166687"/>
                  </a:lnTo>
                  <a:lnTo>
                    <a:pt x="595312" y="114300"/>
                  </a:lnTo>
                  <a:lnTo>
                    <a:pt x="566737" y="45243"/>
                  </a:lnTo>
                  <a:lnTo>
                    <a:pt x="492918" y="69056"/>
                  </a:lnTo>
                  <a:lnTo>
                    <a:pt x="485775" y="95250"/>
                  </a:lnTo>
                  <a:lnTo>
                    <a:pt x="466725" y="69056"/>
                  </a:lnTo>
                  <a:lnTo>
                    <a:pt x="478631" y="38100"/>
                  </a:lnTo>
                  <a:lnTo>
                    <a:pt x="400050" y="0"/>
                  </a:lnTo>
                  <a:lnTo>
                    <a:pt x="316706" y="190500"/>
                  </a:lnTo>
                  <a:lnTo>
                    <a:pt x="204787" y="297656"/>
                  </a:lnTo>
                  <a:lnTo>
                    <a:pt x="216693" y="392906"/>
                  </a:lnTo>
                  <a:lnTo>
                    <a:pt x="102393" y="557212"/>
                  </a:lnTo>
                  <a:lnTo>
                    <a:pt x="0" y="590550"/>
                  </a:lnTo>
                  <a:lnTo>
                    <a:pt x="7143" y="650081"/>
                  </a:lnTo>
                  <a:lnTo>
                    <a:pt x="38100" y="652462"/>
                  </a:lnTo>
                  <a:lnTo>
                    <a:pt x="107156" y="626268"/>
                  </a:lnTo>
                  <a:lnTo>
                    <a:pt x="159543" y="766762"/>
                  </a:lnTo>
                  <a:lnTo>
                    <a:pt x="161925" y="904875"/>
                  </a:lnTo>
                  <a:lnTo>
                    <a:pt x="259556" y="1000125"/>
                  </a:lnTo>
                  <a:lnTo>
                    <a:pt x="288131" y="964406"/>
                  </a:lnTo>
                  <a:lnTo>
                    <a:pt x="323850" y="969168"/>
                  </a:lnTo>
                  <a:lnTo>
                    <a:pt x="304800" y="1014412"/>
                  </a:lnTo>
                  <a:lnTo>
                    <a:pt x="323850" y="1045368"/>
                  </a:lnTo>
                  <a:lnTo>
                    <a:pt x="323850" y="1066800"/>
                  </a:lnTo>
                  <a:lnTo>
                    <a:pt x="264318" y="1052512"/>
                  </a:lnTo>
                  <a:lnTo>
                    <a:pt x="259556" y="1102518"/>
                  </a:lnTo>
                  <a:lnTo>
                    <a:pt x="235743" y="1143000"/>
                  </a:lnTo>
                  <a:lnTo>
                    <a:pt x="278606" y="1164431"/>
                  </a:lnTo>
                  <a:lnTo>
                    <a:pt x="326231" y="1233487"/>
                  </a:lnTo>
                  <a:lnTo>
                    <a:pt x="328612" y="1252537"/>
                  </a:lnTo>
                  <a:lnTo>
                    <a:pt x="357187" y="1271587"/>
                  </a:lnTo>
                  <a:lnTo>
                    <a:pt x="352425" y="1321593"/>
                  </a:lnTo>
                  <a:lnTo>
                    <a:pt x="411956" y="1321593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21" name="Freeform 93">
              <a:extLst>
                <a:ext uri="{FF2B5EF4-FFF2-40B4-BE49-F238E27FC236}">
                  <a16:creationId xmlns:a16="http://schemas.microsoft.com/office/drawing/2014/main" id="{F967BE25-DFE3-2E8F-290F-CF22F3B372C4}"/>
                </a:ext>
              </a:extLst>
            </p:cNvPr>
            <p:cNvSpPr/>
            <p:nvPr/>
          </p:nvSpPr>
          <p:spPr>
            <a:xfrm>
              <a:off x="6261100" y="1590675"/>
              <a:ext cx="800100" cy="1160463"/>
            </a:xfrm>
            <a:custGeom>
              <a:avLst/>
              <a:gdLst>
                <a:gd name="connsiteX0" fmla="*/ 692944 w 800100"/>
                <a:gd name="connsiteY0" fmla="*/ 838200 h 1159669"/>
                <a:gd name="connsiteX1" fmla="*/ 795337 w 800100"/>
                <a:gd name="connsiteY1" fmla="*/ 769144 h 1159669"/>
                <a:gd name="connsiteX2" fmla="*/ 778669 w 800100"/>
                <a:gd name="connsiteY2" fmla="*/ 654844 h 1159669"/>
                <a:gd name="connsiteX3" fmla="*/ 800100 w 800100"/>
                <a:gd name="connsiteY3" fmla="*/ 597694 h 1159669"/>
                <a:gd name="connsiteX4" fmla="*/ 800100 w 800100"/>
                <a:gd name="connsiteY4" fmla="*/ 545306 h 1159669"/>
                <a:gd name="connsiteX5" fmla="*/ 759619 w 800100"/>
                <a:gd name="connsiteY5" fmla="*/ 552450 h 1159669"/>
                <a:gd name="connsiteX6" fmla="*/ 742950 w 800100"/>
                <a:gd name="connsiteY6" fmla="*/ 421481 h 1159669"/>
                <a:gd name="connsiteX7" fmla="*/ 721519 w 800100"/>
                <a:gd name="connsiteY7" fmla="*/ 395288 h 1159669"/>
                <a:gd name="connsiteX8" fmla="*/ 681037 w 800100"/>
                <a:gd name="connsiteY8" fmla="*/ 264319 h 1159669"/>
                <a:gd name="connsiteX9" fmla="*/ 707231 w 800100"/>
                <a:gd name="connsiteY9" fmla="*/ 202406 h 1159669"/>
                <a:gd name="connsiteX10" fmla="*/ 697706 w 800100"/>
                <a:gd name="connsiteY10" fmla="*/ 133350 h 1159669"/>
                <a:gd name="connsiteX11" fmla="*/ 661987 w 800100"/>
                <a:gd name="connsiteY11" fmla="*/ 80963 h 1159669"/>
                <a:gd name="connsiteX12" fmla="*/ 681037 w 800100"/>
                <a:gd name="connsiteY12" fmla="*/ 28575 h 1159669"/>
                <a:gd name="connsiteX13" fmla="*/ 590550 w 800100"/>
                <a:gd name="connsiteY13" fmla="*/ 0 h 1159669"/>
                <a:gd name="connsiteX14" fmla="*/ 581025 w 800100"/>
                <a:gd name="connsiteY14" fmla="*/ 78581 h 1159669"/>
                <a:gd name="connsiteX15" fmla="*/ 473869 w 800100"/>
                <a:gd name="connsiteY15" fmla="*/ 169069 h 1159669"/>
                <a:gd name="connsiteX16" fmla="*/ 423862 w 800100"/>
                <a:gd name="connsiteY16" fmla="*/ 300038 h 1159669"/>
                <a:gd name="connsiteX17" fmla="*/ 464344 w 800100"/>
                <a:gd name="connsiteY17" fmla="*/ 354806 h 1159669"/>
                <a:gd name="connsiteX18" fmla="*/ 383381 w 800100"/>
                <a:gd name="connsiteY18" fmla="*/ 450056 h 1159669"/>
                <a:gd name="connsiteX19" fmla="*/ 421481 w 800100"/>
                <a:gd name="connsiteY19" fmla="*/ 552450 h 1159669"/>
                <a:gd name="connsiteX20" fmla="*/ 385762 w 800100"/>
                <a:gd name="connsiteY20" fmla="*/ 635794 h 1159669"/>
                <a:gd name="connsiteX21" fmla="*/ 323850 w 800100"/>
                <a:gd name="connsiteY21" fmla="*/ 607219 h 1159669"/>
                <a:gd name="connsiteX22" fmla="*/ 280987 w 800100"/>
                <a:gd name="connsiteY22" fmla="*/ 626269 h 1159669"/>
                <a:gd name="connsiteX23" fmla="*/ 242887 w 800100"/>
                <a:gd name="connsiteY23" fmla="*/ 676275 h 1159669"/>
                <a:gd name="connsiteX24" fmla="*/ 35719 w 800100"/>
                <a:gd name="connsiteY24" fmla="*/ 785813 h 1159669"/>
                <a:gd name="connsiteX25" fmla="*/ 30956 w 800100"/>
                <a:gd name="connsiteY25" fmla="*/ 892969 h 1159669"/>
                <a:gd name="connsiteX26" fmla="*/ 0 w 800100"/>
                <a:gd name="connsiteY26" fmla="*/ 957263 h 1159669"/>
                <a:gd name="connsiteX27" fmla="*/ 26194 w 800100"/>
                <a:gd name="connsiteY27" fmla="*/ 1028700 h 1159669"/>
                <a:gd name="connsiteX28" fmla="*/ 14287 w 800100"/>
                <a:gd name="connsiteY28" fmla="*/ 1095375 h 1159669"/>
                <a:gd name="connsiteX29" fmla="*/ 54769 w 800100"/>
                <a:gd name="connsiteY29" fmla="*/ 1102519 h 1159669"/>
                <a:gd name="connsiteX30" fmla="*/ 109537 w 800100"/>
                <a:gd name="connsiteY30" fmla="*/ 1145381 h 1159669"/>
                <a:gd name="connsiteX31" fmla="*/ 192881 w 800100"/>
                <a:gd name="connsiteY31" fmla="*/ 1159669 h 1159669"/>
                <a:gd name="connsiteX32" fmla="*/ 238125 w 800100"/>
                <a:gd name="connsiteY32" fmla="*/ 1133475 h 1159669"/>
                <a:gd name="connsiteX33" fmla="*/ 288131 w 800100"/>
                <a:gd name="connsiteY33" fmla="*/ 1126331 h 1159669"/>
                <a:gd name="connsiteX34" fmla="*/ 311944 w 800100"/>
                <a:gd name="connsiteY34" fmla="*/ 1066800 h 1159669"/>
                <a:gd name="connsiteX35" fmla="*/ 342900 w 800100"/>
                <a:gd name="connsiteY35" fmla="*/ 1045369 h 1159669"/>
                <a:gd name="connsiteX36" fmla="*/ 323850 w 800100"/>
                <a:gd name="connsiteY36" fmla="*/ 966788 h 1159669"/>
                <a:gd name="connsiteX37" fmla="*/ 338137 w 800100"/>
                <a:gd name="connsiteY37" fmla="*/ 938213 h 1159669"/>
                <a:gd name="connsiteX38" fmla="*/ 376237 w 800100"/>
                <a:gd name="connsiteY38" fmla="*/ 954881 h 1159669"/>
                <a:gd name="connsiteX39" fmla="*/ 414337 w 800100"/>
                <a:gd name="connsiteY39" fmla="*/ 950119 h 1159669"/>
                <a:gd name="connsiteX40" fmla="*/ 476250 w 800100"/>
                <a:gd name="connsiteY40" fmla="*/ 983456 h 1159669"/>
                <a:gd name="connsiteX41" fmla="*/ 692944 w 800100"/>
                <a:gd name="connsiteY41" fmla="*/ 838200 h 1159669"/>
                <a:gd name="connsiteX0" fmla="*/ 692944 w 800100"/>
                <a:gd name="connsiteY0" fmla="*/ 838200 h 1159669"/>
                <a:gd name="connsiteX1" fmla="*/ 795337 w 800100"/>
                <a:gd name="connsiteY1" fmla="*/ 769144 h 1159669"/>
                <a:gd name="connsiteX2" fmla="*/ 778669 w 800100"/>
                <a:gd name="connsiteY2" fmla="*/ 654844 h 1159669"/>
                <a:gd name="connsiteX3" fmla="*/ 800100 w 800100"/>
                <a:gd name="connsiteY3" fmla="*/ 597694 h 1159669"/>
                <a:gd name="connsiteX4" fmla="*/ 800100 w 800100"/>
                <a:gd name="connsiteY4" fmla="*/ 545306 h 1159669"/>
                <a:gd name="connsiteX5" fmla="*/ 759619 w 800100"/>
                <a:gd name="connsiteY5" fmla="*/ 552450 h 1159669"/>
                <a:gd name="connsiteX6" fmla="*/ 742950 w 800100"/>
                <a:gd name="connsiteY6" fmla="*/ 421481 h 1159669"/>
                <a:gd name="connsiteX7" fmla="*/ 721519 w 800100"/>
                <a:gd name="connsiteY7" fmla="*/ 395288 h 1159669"/>
                <a:gd name="connsiteX8" fmla="*/ 681037 w 800100"/>
                <a:gd name="connsiteY8" fmla="*/ 264319 h 1159669"/>
                <a:gd name="connsiteX9" fmla="*/ 707231 w 800100"/>
                <a:gd name="connsiteY9" fmla="*/ 202406 h 1159669"/>
                <a:gd name="connsiteX10" fmla="*/ 697706 w 800100"/>
                <a:gd name="connsiteY10" fmla="*/ 133350 h 1159669"/>
                <a:gd name="connsiteX11" fmla="*/ 661987 w 800100"/>
                <a:gd name="connsiteY11" fmla="*/ 80963 h 1159669"/>
                <a:gd name="connsiteX12" fmla="*/ 681037 w 800100"/>
                <a:gd name="connsiteY12" fmla="*/ 28575 h 1159669"/>
                <a:gd name="connsiteX13" fmla="*/ 590550 w 800100"/>
                <a:gd name="connsiteY13" fmla="*/ 0 h 1159669"/>
                <a:gd name="connsiteX14" fmla="*/ 581025 w 800100"/>
                <a:gd name="connsiteY14" fmla="*/ 78581 h 1159669"/>
                <a:gd name="connsiteX15" fmla="*/ 473869 w 800100"/>
                <a:gd name="connsiteY15" fmla="*/ 169069 h 1159669"/>
                <a:gd name="connsiteX16" fmla="*/ 416242 w 800100"/>
                <a:gd name="connsiteY16" fmla="*/ 258128 h 1159669"/>
                <a:gd name="connsiteX17" fmla="*/ 464344 w 800100"/>
                <a:gd name="connsiteY17" fmla="*/ 354806 h 1159669"/>
                <a:gd name="connsiteX18" fmla="*/ 383381 w 800100"/>
                <a:gd name="connsiteY18" fmla="*/ 450056 h 1159669"/>
                <a:gd name="connsiteX19" fmla="*/ 421481 w 800100"/>
                <a:gd name="connsiteY19" fmla="*/ 552450 h 1159669"/>
                <a:gd name="connsiteX20" fmla="*/ 385762 w 800100"/>
                <a:gd name="connsiteY20" fmla="*/ 635794 h 1159669"/>
                <a:gd name="connsiteX21" fmla="*/ 323850 w 800100"/>
                <a:gd name="connsiteY21" fmla="*/ 607219 h 1159669"/>
                <a:gd name="connsiteX22" fmla="*/ 280987 w 800100"/>
                <a:gd name="connsiteY22" fmla="*/ 626269 h 1159669"/>
                <a:gd name="connsiteX23" fmla="*/ 242887 w 800100"/>
                <a:gd name="connsiteY23" fmla="*/ 676275 h 1159669"/>
                <a:gd name="connsiteX24" fmla="*/ 35719 w 800100"/>
                <a:gd name="connsiteY24" fmla="*/ 785813 h 1159669"/>
                <a:gd name="connsiteX25" fmla="*/ 30956 w 800100"/>
                <a:gd name="connsiteY25" fmla="*/ 892969 h 1159669"/>
                <a:gd name="connsiteX26" fmla="*/ 0 w 800100"/>
                <a:gd name="connsiteY26" fmla="*/ 957263 h 1159669"/>
                <a:gd name="connsiteX27" fmla="*/ 26194 w 800100"/>
                <a:gd name="connsiteY27" fmla="*/ 1028700 h 1159669"/>
                <a:gd name="connsiteX28" fmla="*/ 14287 w 800100"/>
                <a:gd name="connsiteY28" fmla="*/ 1095375 h 1159669"/>
                <a:gd name="connsiteX29" fmla="*/ 54769 w 800100"/>
                <a:gd name="connsiteY29" fmla="*/ 1102519 h 1159669"/>
                <a:gd name="connsiteX30" fmla="*/ 109537 w 800100"/>
                <a:gd name="connsiteY30" fmla="*/ 1145381 h 1159669"/>
                <a:gd name="connsiteX31" fmla="*/ 192881 w 800100"/>
                <a:gd name="connsiteY31" fmla="*/ 1159669 h 1159669"/>
                <a:gd name="connsiteX32" fmla="*/ 238125 w 800100"/>
                <a:gd name="connsiteY32" fmla="*/ 1133475 h 1159669"/>
                <a:gd name="connsiteX33" fmla="*/ 288131 w 800100"/>
                <a:gd name="connsiteY33" fmla="*/ 1126331 h 1159669"/>
                <a:gd name="connsiteX34" fmla="*/ 311944 w 800100"/>
                <a:gd name="connsiteY34" fmla="*/ 1066800 h 1159669"/>
                <a:gd name="connsiteX35" fmla="*/ 342900 w 800100"/>
                <a:gd name="connsiteY35" fmla="*/ 1045369 h 1159669"/>
                <a:gd name="connsiteX36" fmla="*/ 323850 w 800100"/>
                <a:gd name="connsiteY36" fmla="*/ 966788 h 1159669"/>
                <a:gd name="connsiteX37" fmla="*/ 338137 w 800100"/>
                <a:gd name="connsiteY37" fmla="*/ 938213 h 1159669"/>
                <a:gd name="connsiteX38" fmla="*/ 376237 w 800100"/>
                <a:gd name="connsiteY38" fmla="*/ 954881 h 1159669"/>
                <a:gd name="connsiteX39" fmla="*/ 414337 w 800100"/>
                <a:gd name="connsiteY39" fmla="*/ 950119 h 1159669"/>
                <a:gd name="connsiteX40" fmla="*/ 476250 w 800100"/>
                <a:gd name="connsiteY40" fmla="*/ 983456 h 1159669"/>
                <a:gd name="connsiteX41" fmla="*/ 692944 w 800100"/>
                <a:gd name="connsiteY41" fmla="*/ 838200 h 1159669"/>
                <a:gd name="connsiteX0" fmla="*/ 692944 w 800100"/>
                <a:gd name="connsiteY0" fmla="*/ 838200 h 1159669"/>
                <a:gd name="connsiteX1" fmla="*/ 795337 w 800100"/>
                <a:gd name="connsiteY1" fmla="*/ 769144 h 1159669"/>
                <a:gd name="connsiteX2" fmla="*/ 778669 w 800100"/>
                <a:gd name="connsiteY2" fmla="*/ 654844 h 1159669"/>
                <a:gd name="connsiteX3" fmla="*/ 800100 w 800100"/>
                <a:gd name="connsiteY3" fmla="*/ 597694 h 1159669"/>
                <a:gd name="connsiteX4" fmla="*/ 800100 w 800100"/>
                <a:gd name="connsiteY4" fmla="*/ 545306 h 1159669"/>
                <a:gd name="connsiteX5" fmla="*/ 759619 w 800100"/>
                <a:gd name="connsiteY5" fmla="*/ 552450 h 1159669"/>
                <a:gd name="connsiteX6" fmla="*/ 742950 w 800100"/>
                <a:gd name="connsiteY6" fmla="*/ 421481 h 1159669"/>
                <a:gd name="connsiteX7" fmla="*/ 721519 w 800100"/>
                <a:gd name="connsiteY7" fmla="*/ 395288 h 1159669"/>
                <a:gd name="connsiteX8" fmla="*/ 681037 w 800100"/>
                <a:gd name="connsiteY8" fmla="*/ 264319 h 1159669"/>
                <a:gd name="connsiteX9" fmla="*/ 707231 w 800100"/>
                <a:gd name="connsiteY9" fmla="*/ 202406 h 1159669"/>
                <a:gd name="connsiteX10" fmla="*/ 697706 w 800100"/>
                <a:gd name="connsiteY10" fmla="*/ 133350 h 1159669"/>
                <a:gd name="connsiteX11" fmla="*/ 661987 w 800100"/>
                <a:gd name="connsiteY11" fmla="*/ 80963 h 1159669"/>
                <a:gd name="connsiteX12" fmla="*/ 681037 w 800100"/>
                <a:gd name="connsiteY12" fmla="*/ 28575 h 1159669"/>
                <a:gd name="connsiteX13" fmla="*/ 590550 w 800100"/>
                <a:gd name="connsiteY13" fmla="*/ 0 h 1159669"/>
                <a:gd name="connsiteX14" fmla="*/ 581025 w 800100"/>
                <a:gd name="connsiteY14" fmla="*/ 78581 h 1159669"/>
                <a:gd name="connsiteX15" fmla="*/ 473869 w 800100"/>
                <a:gd name="connsiteY15" fmla="*/ 169069 h 1159669"/>
                <a:gd name="connsiteX16" fmla="*/ 416242 w 800100"/>
                <a:gd name="connsiteY16" fmla="*/ 258128 h 1159669"/>
                <a:gd name="connsiteX17" fmla="*/ 440531 w 800100"/>
                <a:gd name="connsiteY17" fmla="*/ 310515 h 1159669"/>
                <a:gd name="connsiteX18" fmla="*/ 464344 w 800100"/>
                <a:gd name="connsiteY18" fmla="*/ 354806 h 1159669"/>
                <a:gd name="connsiteX19" fmla="*/ 383381 w 800100"/>
                <a:gd name="connsiteY19" fmla="*/ 450056 h 1159669"/>
                <a:gd name="connsiteX20" fmla="*/ 421481 w 800100"/>
                <a:gd name="connsiteY20" fmla="*/ 552450 h 1159669"/>
                <a:gd name="connsiteX21" fmla="*/ 385762 w 800100"/>
                <a:gd name="connsiteY21" fmla="*/ 635794 h 1159669"/>
                <a:gd name="connsiteX22" fmla="*/ 323850 w 800100"/>
                <a:gd name="connsiteY22" fmla="*/ 607219 h 1159669"/>
                <a:gd name="connsiteX23" fmla="*/ 280987 w 800100"/>
                <a:gd name="connsiteY23" fmla="*/ 626269 h 1159669"/>
                <a:gd name="connsiteX24" fmla="*/ 242887 w 800100"/>
                <a:gd name="connsiteY24" fmla="*/ 676275 h 1159669"/>
                <a:gd name="connsiteX25" fmla="*/ 35719 w 800100"/>
                <a:gd name="connsiteY25" fmla="*/ 785813 h 1159669"/>
                <a:gd name="connsiteX26" fmla="*/ 30956 w 800100"/>
                <a:gd name="connsiteY26" fmla="*/ 892969 h 1159669"/>
                <a:gd name="connsiteX27" fmla="*/ 0 w 800100"/>
                <a:gd name="connsiteY27" fmla="*/ 957263 h 1159669"/>
                <a:gd name="connsiteX28" fmla="*/ 26194 w 800100"/>
                <a:gd name="connsiteY28" fmla="*/ 1028700 h 1159669"/>
                <a:gd name="connsiteX29" fmla="*/ 14287 w 800100"/>
                <a:gd name="connsiteY29" fmla="*/ 1095375 h 1159669"/>
                <a:gd name="connsiteX30" fmla="*/ 54769 w 800100"/>
                <a:gd name="connsiteY30" fmla="*/ 1102519 h 1159669"/>
                <a:gd name="connsiteX31" fmla="*/ 109537 w 800100"/>
                <a:gd name="connsiteY31" fmla="*/ 1145381 h 1159669"/>
                <a:gd name="connsiteX32" fmla="*/ 192881 w 800100"/>
                <a:gd name="connsiteY32" fmla="*/ 1159669 h 1159669"/>
                <a:gd name="connsiteX33" fmla="*/ 238125 w 800100"/>
                <a:gd name="connsiteY33" fmla="*/ 1133475 h 1159669"/>
                <a:gd name="connsiteX34" fmla="*/ 288131 w 800100"/>
                <a:gd name="connsiteY34" fmla="*/ 1126331 h 1159669"/>
                <a:gd name="connsiteX35" fmla="*/ 311944 w 800100"/>
                <a:gd name="connsiteY35" fmla="*/ 1066800 h 1159669"/>
                <a:gd name="connsiteX36" fmla="*/ 342900 w 800100"/>
                <a:gd name="connsiteY36" fmla="*/ 1045369 h 1159669"/>
                <a:gd name="connsiteX37" fmla="*/ 323850 w 800100"/>
                <a:gd name="connsiteY37" fmla="*/ 966788 h 1159669"/>
                <a:gd name="connsiteX38" fmla="*/ 338137 w 800100"/>
                <a:gd name="connsiteY38" fmla="*/ 938213 h 1159669"/>
                <a:gd name="connsiteX39" fmla="*/ 376237 w 800100"/>
                <a:gd name="connsiteY39" fmla="*/ 954881 h 1159669"/>
                <a:gd name="connsiteX40" fmla="*/ 414337 w 800100"/>
                <a:gd name="connsiteY40" fmla="*/ 950119 h 1159669"/>
                <a:gd name="connsiteX41" fmla="*/ 476250 w 800100"/>
                <a:gd name="connsiteY41" fmla="*/ 983456 h 1159669"/>
                <a:gd name="connsiteX42" fmla="*/ 692944 w 800100"/>
                <a:gd name="connsiteY42" fmla="*/ 838200 h 1159669"/>
                <a:gd name="connsiteX0" fmla="*/ 692944 w 800100"/>
                <a:gd name="connsiteY0" fmla="*/ 838200 h 1159669"/>
                <a:gd name="connsiteX1" fmla="*/ 795337 w 800100"/>
                <a:gd name="connsiteY1" fmla="*/ 769144 h 1159669"/>
                <a:gd name="connsiteX2" fmla="*/ 778669 w 800100"/>
                <a:gd name="connsiteY2" fmla="*/ 654844 h 1159669"/>
                <a:gd name="connsiteX3" fmla="*/ 800100 w 800100"/>
                <a:gd name="connsiteY3" fmla="*/ 597694 h 1159669"/>
                <a:gd name="connsiteX4" fmla="*/ 800100 w 800100"/>
                <a:gd name="connsiteY4" fmla="*/ 545306 h 1159669"/>
                <a:gd name="connsiteX5" fmla="*/ 759619 w 800100"/>
                <a:gd name="connsiteY5" fmla="*/ 552450 h 1159669"/>
                <a:gd name="connsiteX6" fmla="*/ 742950 w 800100"/>
                <a:gd name="connsiteY6" fmla="*/ 421481 h 1159669"/>
                <a:gd name="connsiteX7" fmla="*/ 721519 w 800100"/>
                <a:gd name="connsiteY7" fmla="*/ 395288 h 1159669"/>
                <a:gd name="connsiteX8" fmla="*/ 681037 w 800100"/>
                <a:gd name="connsiteY8" fmla="*/ 264319 h 1159669"/>
                <a:gd name="connsiteX9" fmla="*/ 707231 w 800100"/>
                <a:gd name="connsiteY9" fmla="*/ 202406 h 1159669"/>
                <a:gd name="connsiteX10" fmla="*/ 697706 w 800100"/>
                <a:gd name="connsiteY10" fmla="*/ 133350 h 1159669"/>
                <a:gd name="connsiteX11" fmla="*/ 661987 w 800100"/>
                <a:gd name="connsiteY11" fmla="*/ 80963 h 1159669"/>
                <a:gd name="connsiteX12" fmla="*/ 681037 w 800100"/>
                <a:gd name="connsiteY12" fmla="*/ 28575 h 1159669"/>
                <a:gd name="connsiteX13" fmla="*/ 590550 w 800100"/>
                <a:gd name="connsiteY13" fmla="*/ 0 h 1159669"/>
                <a:gd name="connsiteX14" fmla="*/ 581025 w 800100"/>
                <a:gd name="connsiteY14" fmla="*/ 78581 h 1159669"/>
                <a:gd name="connsiteX15" fmla="*/ 473869 w 800100"/>
                <a:gd name="connsiteY15" fmla="*/ 169069 h 1159669"/>
                <a:gd name="connsiteX16" fmla="*/ 416242 w 800100"/>
                <a:gd name="connsiteY16" fmla="*/ 258128 h 1159669"/>
                <a:gd name="connsiteX17" fmla="*/ 421481 w 800100"/>
                <a:gd name="connsiteY17" fmla="*/ 306705 h 1159669"/>
                <a:gd name="connsiteX18" fmla="*/ 464344 w 800100"/>
                <a:gd name="connsiteY18" fmla="*/ 354806 h 1159669"/>
                <a:gd name="connsiteX19" fmla="*/ 383381 w 800100"/>
                <a:gd name="connsiteY19" fmla="*/ 450056 h 1159669"/>
                <a:gd name="connsiteX20" fmla="*/ 421481 w 800100"/>
                <a:gd name="connsiteY20" fmla="*/ 552450 h 1159669"/>
                <a:gd name="connsiteX21" fmla="*/ 385762 w 800100"/>
                <a:gd name="connsiteY21" fmla="*/ 635794 h 1159669"/>
                <a:gd name="connsiteX22" fmla="*/ 323850 w 800100"/>
                <a:gd name="connsiteY22" fmla="*/ 607219 h 1159669"/>
                <a:gd name="connsiteX23" fmla="*/ 280987 w 800100"/>
                <a:gd name="connsiteY23" fmla="*/ 626269 h 1159669"/>
                <a:gd name="connsiteX24" fmla="*/ 242887 w 800100"/>
                <a:gd name="connsiteY24" fmla="*/ 676275 h 1159669"/>
                <a:gd name="connsiteX25" fmla="*/ 35719 w 800100"/>
                <a:gd name="connsiteY25" fmla="*/ 785813 h 1159669"/>
                <a:gd name="connsiteX26" fmla="*/ 30956 w 800100"/>
                <a:gd name="connsiteY26" fmla="*/ 892969 h 1159669"/>
                <a:gd name="connsiteX27" fmla="*/ 0 w 800100"/>
                <a:gd name="connsiteY27" fmla="*/ 957263 h 1159669"/>
                <a:gd name="connsiteX28" fmla="*/ 26194 w 800100"/>
                <a:gd name="connsiteY28" fmla="*/ 1028700 h 1159669"/>
                <a:gd name="connsiteX29" fmla="*/ 14287 w 800100"/>
                <a:gd name="connsiteY29" fmla="*/ 1095375 h 1159669"/>
                <a:gd name="connsiteX30" fmla="*/ 54769 w 800100"/>
                <a:gd name="connsiteY30" fmla="*/ 1102519 h 1159669"/>
                <a:gd name="connsiteX31" fmla="*/ 109537 w 800100"/>
                <a:gd name="connsiteY31" fmla="*/ 1145381 h 1159669"/>
                <a:gd name="connsiteX32" fmla="*/ 192881 w 800100"/>
                <a:gd name="connsiteY32" fmla="*/ 1159669 h 1159669"/>
                <a:gd name="connsiteX33" fmla="*/ 238125 w 800100"/>
                <a:gd name="connsiteY33" fmla="*/ 1133475 h 1159669"/>
                <a:gd name="connsiteX34" fmla="*/ 288131 w 800100"/>
                <a:gd name="connsiteY34" fmla="*/ 1126331 h 1159669"/>
                <a:gd name="connsiteX35" fmla="*/ 311944 w 800100"/>
                <a:gd name="connsiteY35" fmla="*/ 1066800 h 1159669"/>
                <a:gd name="connsiteX36" fmla="*/ 342900 w 800100"/>
                <a:gd name="connsiteY36" fmla="*/ 1045369 h 1159669"/>
                <a:gd name="connsiteX37" fmla="*/ 323850 w 800100"/>
                <a:gd name="connsiteY37" fmla="*/ 966788 h 1159669"/>
                <a:gd name="connsiteX38" fmla="*/ 338137 w 800100"/>
                <a:gd name="connsiteY38" fmla="*/ 938213 h 1159669"/>
                <a:gd name="connsiteX39" fmla="*/ 376237 w 800100"/>
                <a:gd name="connsiteY39" fmla="*/ 954881 h 1159669"/>
                <a:gd name="connsiteX40" fmla="*/ 414337 w 800100"/>
                <a:gd name="connsiteY40" fmla="*/ 950119 h 1159669"/>
                <a:gd name="connsiteX41" fmla="*/ 476250 w 800100"/>
                <a:gd name="connsiteY41" fmla="*/ 983456 h 1159669"/>
                <a:gd name="connsiteX42" fmla="*/ 692944 w 800100"/>
                <a:gd name="connsiteY42" fmla="*/ 838200 h 1159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00100" h="1159669">
                  <a:moveTo>
                    <a:pt x="692944" y="838200"/>
                  </a:moveTo>
                  <a:lnTo>
                    <a:pt x="795337" y="769144"/>
                  </a:lnTo>
                  <a:lnTo>
                    <a:pt x="778669" y="654844"/>
                  </a:lnTo>
                  <a:lnTo>
                    <a:pt x="800100" y="597694"/>
                  </a:lnTo>
                  <a:lnTo>
                    <a:pt x="800100" y="545306"/>
                  </a:lnTo>
                  <a:lnTo>
                    <a:pt x="759619" y="552450"/>
                  </a:lnTo>
                  <a:lnTo>
                    <a:pt x="742950" y="421481"/>
                  </a:lnTo>
                  <a:lnTo>
                    <a:pt x="721519" y="395288"/>
                  </a:lnTo>
                  <a:lnTo>
                    <a:pt x="681037" y="264319"/>
                  </a:lnTo>
                  <a:lnTo>
                    <a:pt x="707231" y="202406"/>
                  </a:lnTo>
                  <a:lnTo>
                    <a:pt x="697706" y="133350"/>
                  </a:lnTo>
                  <a:lnTo>
                    <a:pt x="661987" y="80963"/>
                  </a:lnTo>
                  <a:lnTo>
                    <a:pt x="681037" y="28575"/>
                  </a:lnTo>
                  <a:lnTo>
                    <a:pt x="590550" y="0"/>
                  </a:lnTo>
                  <a:lnTo>
                    <a:pt x="581025" y="78581"/>
                  </a:lnTo>
                  <a:lnTo>
                    <a:pt x="473869" y="169069"/>
                  </a:lnTo>
                  <a:lnTo>
                    <a:pt x="416242" y="258128"/>
                  </a:lnTo>
                  <a:lnTo>
                    <a:pt x="421481" y="306705"/>
                  </a:lnTo>
                  <a:lnTo>
                    <a:pt x="464344" y="354806"/>
                  </a:lnTo>
                  <a:lnTo>
                    <a:pt x="383381" y="450056"/>
                  </a:lnTo>
                  <a:lnTo>
                    <a:pt x="421481" y="552450"/>
                  </a:lnTo>
                  <a:lnTo>
                    <a:pt x="385762" y="635794"/>
                  </a:lnTo>
                  <a:lnTo>
                    <a:pt x="323850" y="607219"/>
                  </a:lnTo>
                  <a:lnTo>
                    <a:pt x="280987" y="626269"/>
                  </a:lnTo>
                  <a:lnTo>
                    <a:pt x="242887" y="676275"/>
                  </a:lnTo>
                  <a:lnTo>
                    <a:pt x="35719" y="785813"/>
                  </a:lnTo>
                  <a:lnTo>
                    <a:pt x="30956" y="892969"/>
                  </a:lnTo>
                  <a:lnTo>
                    <a:pt x="0" y="957263"/>
                  </a:lnTo>
                  <a:lnTo>
                    <a:pt x="26194" y="1028700"/>
                  </a:lnTo>
                  <a:lnTo>
                    <a:pt x="14287" y="1095375"/>
                  </a:lnTo>
                  <a:lnTo>
                    <a:pt x="54769" y="1102519"/>
                  </a:lnTo>
                  <a:lnTo>
                    <a:pt x="109537" y="1145381"/>
                  </a:lnTo>
                  <a:lnTo>
                    <a:pt x="192881" y="1159669"/>
                  </a:lnTo>
                  <a:lnTo>
                    <a:pt x="238125" y="1133475"/>
                  </a:lnTo>
                  <a:lnTo>
                    <a:pt x="288131" y="1126331"/>
                  </a:lnTo>
                  <a:lnTo>
                    <a:pt x="311944" y="1066800"/>
                  </a:lnTo>
                  <a:lnTo>
                    <a:pt x="342900" y="1045369"/>
                  </a:lnTo>
                  <a:lnTo>
                    <a:pt x="323850" y="966788"/>
                  </a:lnTo>
                  <a:lnTo>
                    <a:pt x="338137" y="938213"/>
                  </a:lnTo>
                  <a:lnTo>
                    <a:pt x="376237" y="954881"/>
                  </a:lnTo>
                  <a:lnTo>
                    <a:pt x="414337" y="950119"/>
                  </a:lnTo>
                  <a:lnTo>
                    <a:pt x="476250" y="983456"/>
                  </a:lnTo>
                  <a:lnTo>
                    <a:pt x="692944" y="838200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22" name="Freeform 94">
              <a:extLst>
                <a:ext uri="{FF2B5EF4-FFF2-40B4-BE49-F238E27FC236}">
                  <a16:creationId xmlns:a16="http://schemas.microsoft.com/office/drawing/2014/main" id="{A4CC84CB-B599-8CCD-1521-333F1672D67F}"/>
                </a:ext>
              </a:extLst>
            </p:cNvPr>
            <p:cNvSpPr/>
            <p:nvPr/>
          </p:nvSpPr>
          <p:spPr>
            <a:xfrm>
              <a:off x="7343775" y="2571750"/>
              <a:ext cx="304800" cy="277813"/>
            </a:xfrm>
            <a:custGeom>
              <a:avLst/>
              <a:gdLst>
                <a:gd name="connsiteX0" fmla="*/ 185737 w 304800"/>
                <a:gd name="connsiteY0" fmla="*/ 278606 h 278606"/>
                <a:gd name="connsiteX1" fmla="*/ 219075 w 304800"/>
                <a:gd name="connsiteY1" fmla="*/ 202406 h 278606"/>
                <a:gd name="connsiteX2" fmla="*/ 304800 w 304800"/>
                <a:gd name="connsiteY2" fmla="*/ 157163 h 278606"/>
                <a:gd name="connsiteX3" fmla="*/ 304800 w 304800"/>
                <a:gd name="connsiteY3" fmla="*/ 102394 h 278606"/>
                <a:gd name="connsiteX4" fmla="*/ 240506 w 304800"/>
                <a:gd name="connsiteY4" fmla="*/ 61913 h 278606"/>
                <a:gd name="connsiteX5" fmla="*/ 204787 w 304800"/>
                <a:gd name="connsiteY5" fmla="*/ 66675 h 278606"/>
                <a:gd name="connsiteX6" fmla="*/ 147637 w 304800"/>
                <a:gd name="connsiteY6" fmla="*/ 7144 h 278606"/>
                <a:gd name="connsiteX7" fmla="*/ 0 w 304800"/>
                <a:gd name="connsiteY7" fmla="*/ 0 h 278606"/>
                <a:gd name="connsiteX8" fmla="*/ 61912 w 304800"/>
                <a:gd name="connsiteY8" fmla="*/ 66675 h 278606"/>
                <a:gd name="connsiteX9" fmla="*/ 57150 w 304800"/>
                <a:gd name="connsiteY9" fmla="*/ 102394 h 278606"/>
                <a:gd name="connsiteX10" fmla="*/ 111918 w 304800"/>
                <a:gd name="connsiteY10" fmla="*/ 111919 h 278606"/>
                <a:gd name="connsiteX11" fmla="*/ 116681 w 304800"/>
                <a:gd name="connsiteY11" fmla="*/ 147638 h 278606"/>
                <a:gd name="connsiteX12" fmla="*/ 88106 w 304800"/>
                <a:gd name="connsiteY12" fmla="*/ 185738 h 278606"/>
                <a:gd name="connsiteX13" fmla="*/ 85725 w 304800"/>
                <a:gd name="connsiteY13" fmla="*/ 230981 h 278606"/>
                <a:gd name="connsiteX14" fmla="*/ 114300 w 304800"/>
                <a:gd name="connsiteY14" fmla="*/ 247650 h 278606"/>
                <a:gd name="connsiteX15" fmla="*/ 185737 w 304800"/>
                <a:gd name="connsiteY15" fmla="*/ 278606 h 27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4800" h="278606">
                  <a:moveTo>
                    <a:pt x="185737" y="278606"/>
                  </a:moveTo>
                  <a:lnTo>
                    <a:pt x="219075" y="202406"/>
                  </a:lnTo>
                  <a:lnTo>
                    <a:pt x="304800" y="157163"/>
                  </a:lnTo>
                  <a:lnTo>
                    <a:pt x="304800" y="102394"/>
                  </a:lnTo>
                  <a:lnTo>
                    <a:pt x="240506" y="61913"/>
                  </a:lnTo>
                  <a:lnTo>
                    <a:pt x="204787" y="66675"/>
                  </a:lnTo>
                  <a:lnTo>
                    <a:pt x="147637" y="7144"/>
                  </a:lnTo>
                  <a:lnTo>
                    <a:pt x="0" y="0"/>
                  </a:lnTo>
                  <a:lnTo>
                    <a:pt x="61912" y="66675"/>
                  </a:lnTo>
                  <a:lnTo>
                    <a:pt x="57150" y="102394"/>
                  </a:lnTo>
                  <a:lnTo>
                    <a:pt x="111918" y="111919"/>
                  </a:lnTo>
                  <a:lnTo>
                    <a:pt x="116681" y="147638"/>
                  </a:lnTo>
                  <a:lnTo>
                    <a:pt x="88106" y="185738"/>
                  </a:lnTo>
                  <a:lnTo>
                    <a:pt x="85725" y="230981"/>
                  </a:lnTo>
                  <a:lnTo>
                    <a:pt x="114300" y="247650"/>
                  </a:lnTo>
                  <a:lnTo>
                    <a:pt x="185737" y="278606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23" name="Freeform 95">
              <a:extLst>
                <a:ext uri="{FF2B5EF4-FFF2-40B4-BE49-F238E27FC236}">
                  <a16:creationId xmlns:a16="http://schemas.microsoft.com/office/drawing/2014/main" id="{B6FF53C5-8185-E03F-5E46-D50713B59296}"/>
                </a:ext>
              </a:extLst>
            </p:cNvPr>
            <p:cNvSpPr/>
            <p:nvPr/>
          </p:nvSpPr>
          <p:spPr>
            <a:xfrm>
              <a:off x="7356475" y="2449513"/>
              <a:ext cx="485775" cy="255587"/>
            </a:xfrm>
            <a:custGeom>
              <a:avLst/>
              <a:gdLst>
                <a:gd name="connsiteX0" fmla="*/ 302419 w 485775"/>
                <a:gd name="connsiteY0" fmla="*/ 254794 h 254794"/>
                <a:gd name="connsiteX1" fmla="*/ 352425 w 485775"/>
                <a:gd name="connsiteY1" fmla="*/ 226219 h 254794"/>
                <a:gd name="connsiteX2" fmla="*/ 350044 w 485775"/>
                <a:gd name="connsiteY2" fmla="*/ 192882 h 254794"/>
                <a:gd name="connsiteX3" fmla="*/ 428625 w 485775"/>
                <a:gd name="connsiteY3" fmla="*/ 130969 h 254794"/>
                <a:gd name="connsiteX4" fmla="*/ 485775 w 485775"/>
                <a:gd name="connsiteY4" fmla="*/ 30957 h 254794"/>
                <a:gd name="connsiteX5" fmla="*/ 431006 w 485775"/>
                <a:gd name="connsiteY5" fmla="*/ 0 h 254794"/>
                <a:gd name="connsiteX6" fmla="*/ 373856 w 485775"/>
                <a:gd name="connsiteY6" fmla="*/ 26194 h 254794"/>
                <a:gd name="connsiteX7" fmla="*/ 328612 w 485775"/>
                <a:gd name="connsiteY7" fmla="*/ 16669 h 254794"/>
                <a:gd name="connsiteX8" fmla="*/ 316706 w 485775"/>
                <a:gd name="connsiteY8" fmla="*/ 80963 h 254794"/>
                <a:gd name="connsiteX9" fmla="*/ 271462 w 485775"/>
                <a:gd name="connsiteY9" fmla="*/ 64294 h 254794"/>
                <a:gd name="connsiteX10" fmla="*/ 221456 w 485775"/>
                <a:gd name="connsiteY10" fmla="*/ 95250 h 254794"/>
                <a:gd name="connsiteX11" fmla="*/ 188119 w 485775"/>
                <a:gd name="connsiteY11" fmla="*/ 69057 h 254794"/>
                <a:gd name="connsiteX12" fmla="*/ 180975 w 485775"/>
                <a:gd name="connsiteY12" fmla="*/ 38100 h 254794"/>
                <a:gd name="connsiteX13" fmla="*/ 157162 w 485775"/>
                <a:gd name="connsiteY13" fmla="*/ 28575 h 254794"/>
                <a:gd name="connsiteX14" fmla="*/ 133350 w 485775"/>
                <a:gd name="connsiteY14" fmla="*/ 50007 h 254794"/>
                <a:gd name="connsiteX15" fmla="*/ 111919 w 485775"/>
                <a:gd name="connsiteY15" fmla="*/ 14288 h 254794"/>
                <a:gd name="connsiteX16" fmla="*/ 83344 w 485775"/>
                <a:gd name="connsiteY16" fmla="*/ 50007 h 254794"/>
                <a:gd name="connsiteX17" fmla="*/ 0 w 485775"/>
                <a:gd name="connsiteY17" fmla="*/ 100013 h 254794"/>
                <a:gd name="connsiteX18" fmla="*/ 0 w 485775"/>
                <a:gd name="connsiteY18" fmla="*/ 119063 h 254794"/>
                <a:gd name="connsiteX19" fmla="*/ 133350 w 485775"/>
                <a:gd name="connsiteY19" fmla="*/ 133350 h 254794"/>
                <a:gd name="connsiteX20" fmla="*/ 202406 w 485775"/>
                <a:gd name="connsiteY20" fmla="*/ 190500 h 254794"/>
                <a:gd name="connsiteX21" fmla="*/ 247650 w 485775"/>
                <a:gd name="connsiteY21" fmla="*/ 188119 h 254794"/>
                <a:gd name="connsiteX22" fmla="*/ 302419 w 485775"/>
                <a:gd name="connsiteY22" fmla="*/ 254794 h 25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5775" h="254794">
                  <a:moveTo>
                    <a:pt x="302419" y="254794"/>
                  </a:moveTo>
                  <a:lnTo>
                    <a:pt x="352425" y="226219"/>
                  </a:lnTo>
                  <a:lnTo>
                    <a:pt x="350044" y="192882"/>
                  </a:lnTo>
                  <a:lnTo>
                    <a:pt x="428625" y="130969"/>
                  </a:lnTo>
                  <a:lnTo>
                    <a:pt x="485775" y="30957"/>
                  </a:lnTo>
                  <a:lnTo>
                    <a:pt x="431006" y="0"/>
                  </a:lnTo>
                  <a:lnTo>
                    <a:pt x="373856" y="26194"/>
                  </a:lnTo>
                  <a:lnTo>
                    <a:pt x="328612" y="16669"/>
                  </a:lnTo>
                  <a:lnTo>
                    <a:pt x="316706" y="80963"/>
                  </a:lnTo>
                  <a:lnTo>
                    <a:pt x="271462" y="64294"/>
                  </a:lnTo>
                  <a:lnTo>
                    <a:pt x="221456" y="95250"/>
                  </a:lnTo>
                  <a:lnTo>
                    <a:pt x="188119" y="69057"/>
                  </a:lnTo>
                  <a:lnTo>
                    <a:pt x="180975" y="38100"/>
                  </a:lnTo>
                  <a:lnTo>
                    <a:pt x="157162" y="28575"/>
                  </a:lnTo>
                  <a:lnTo>
                    <a:pt x="133350" y="50007"/>
                  </a:lnTo>
                  <a:lnTo>
                    <a:pt x="111919" y="14288"/>
                  </a:lnTo>
                  <a:lnTo>
                    <a:pt x="83344" y="50007"/>
                  </a:lnTo>
                  <a:lnTo>
                    <a:pt x="0" y="100013"/>
                  </a:lnTo>
                  <a:lnTo>
                    <a:pt x="0" y="119063"/>
                  </a:lnTo>
                  <a:lnTo>
                    <a:pt x="133350" y="133350"/>
                  </a:lnTo>
                  <a:lnTo>
                    <a:pt x="202406" y="190500"/>
                  </a:lnTo>
                  <a:lnTo>
                    <a:pt x="247650" y="188119"/>
                  </a:lnTo>
                  <a:lnTo>
                    <a:pt x="302419" y="254794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24" name="Freeform 96">
              <a:extLst>
                <a:ext uri="{FF2B5EF4-FFF2-40B4-BE49-F238E27FC236}">
                  <a16:creationId xmlns:a16="http://schemas.microsoft.com/office/drawing/2014/main" id="{C8D91B45-7DF8-9ADD-5DFE-9673736872A8}"/>
                </a:ext>
              </a:extLst>
            </p:cNvPr>
            <p:cNvSpPr/>
            <p:nvPr/>
          </p:nvSpPr>
          <p:spPr>
            <a:xfrm>
              <a:off x="6951663" y="2198688"/>
              <a:ext cx="933450" cy="371475"/>
            </a:xfrm>
            <a:custGeom>
              <a:avLst/>
              <a:gdLst>
                <a:gd name="connsiteX0" fmla="*/ 900113 w 933450"/>
                <a:gd name="connsiteY0" fmla="*/ 280987 h 371475"/>
                <a:gd name="connsiteX1" fmla="*/ 933450 w 933450"/>
                <a:gd name="connsiteY1" fmla="*/ 128587 h 371475"/>
                <a:gd name="connsiteX2" fmla="*/ 926307 w 933450"/>
                <a:gd name="connsiteY2" fmla="*/ 0 h 371475"/>
                <a:gd name="connsiteX3" fmla="*/ 881063 w 933450"/>
                <a:gd name="connsiteY3" fmla="*/ 11906 h 371475"/>
                <a:gd name="connsiteX4" fmla="*/ 869157 w 933450"/>
                <a:gd name="connsiteY4" fmla="*/ 76200 h 371475"/>
                <a:gd name="connsiteX5" fmla="*/ 831057 w 933450"/>
                <a:gd name="connsiteY5" fmla="*/ 61912 h 371475"/>
                <a:gd name="connsiteX6" fmla="*/ 797719 w 933450"/>
                <a:gd name="connsiteY6" fmla="*/ 85725 h 371475"/>
                <a:gd name="connsiteX7" fmla="*/ 807244 w 933450"/>
                <a:gd name="connsiteY7" fmla="*/ 119062 h 371475"/>
                <a:gd name="connsiteX8" fmla="*/ 776288 w 933450"/>
                <a:gd name="connsiteY8" fmla="*/ 116681 h 371475"/>
                <a:gd name="connsiteX9" fmla="*/ 752475 w 933450"/>
                <a:gd name="connsiteY9" fmla="*/ 95250 h 371475"/>
                <a:gd name="connsiteX10" fmla="*/ 678657 w 933450"/>
                <a:gd name="connsiteY10" fmla="*/ 135731 h 371475"/>
                <a:gd name="connsiteX11" fmla="*/ 666750 w 933450"/>
                <a:gd name="connsiteY11" fmla="*/ 183356 h 371475"/>
                <a:gd name="connsiteX12" fmla="*/ 628650 w 933450"/>
                <a:gd name="connsiteY12" fmla="*/ 178594 h 371475"/>
                <a:gd name="connsiteX13" fmla="*/ 611982 w 933450"/>
                <a:gd name="connsiteY13" fmla="*/ 147637 h 371475"/>
                <a:gd name="connsiteX14" fmla="*/ 578644 w 933450"/>
                <a:gd name="connsiteY14" fmla="*/ 154781 h 371475"/>
                <a:gd name="connsiteX15" fmla="*/ 566738 w 933450"/>
                <a:gd name="connsiteY15" fmla="*/ 119062 h 371475"/>
                <a:gd name="connsiteX16" fmla="*/ 597694 w 933450"/>
                <a:gd name="connsiteY16" fmla="*/ 92869 h 371475"/>
                <a:gd name="connsiteX17" fmla="*/ 597694 w 933450"/>
                <a:gd name="connsiteY17" fmla="*/ 59531 h 371475"/>
                <a:gd name="connsiteX18" fmla="*/ 619125 w 933450"/>
                <a:gd name="connsiteY18" fmla="*/ 64294 h 371475"/>
                <a:gd name="connsiteX19" fmla="*/ 626269 w 933450"/>
                <a:gd name="connsiteY19" fmla="*/ 30956 h 371475"/>
                <a:gd name="connsiteX20" fmla="*/ 559594 w 933450"/>
                <a:gd name="connsiteY20" fmla="*/ 40481 h 371475"/>
                <a:gd name="connsiteX21" fmla="*/ 526257 w 933450"/>
                <a:gd name="connsiteY21" fmla="*/ 66675 h 371475"/>
                <a:gd name="connsiteX22" fmla="*/ 488157 w 933450"/>
                <a:gd name="connsiteY22" fmla="*/ 66675 h 371475"/>
                <a:gd name="connsiteX23" fmla="*/ 435769 w 933450"/>
                <a:gd name="connsiteY23" fmla="*/ 116681 h 371475"/>
                <a:gd name="connsiteX24" fmla="*/ 388144 w 933450"/>
                <a:gd name="connsiteY24" fmla="*/ 76200 h 371475"/>
                <a:gd name="connsiteX25" fmla="*/ 316707 w 933450"/>
                <a:gd name="connsiteY25" fmla="*/ 111919 h 371475"/>
                <a:gd name="connsiteX26" fmla="*/ 233363 w 933450"/>
                <a:gd name="connsiteY26" fmla="*/ 33337 h 371475"/>
                <a:gd name="connsiteX27" fmla="*/ 195263 w 933450"/>
                <a:gd name="connsiteY27" fmla="*/ 23812 h 371475"/>
                <a:gd name="connsiteX28" fmla="*/ 154782 w 933450"/>
                <a:gd name="connsiteY28" fmla="*/ 47625 h 371475"/>
                <a:gd name="connsiteX29" fmla="*/ 104775 w 933450"/>
                <a:gd name="connsiteY29" fmla="*/ 50006 h 371475"/>
                <a:gd name="connsiteX30" fmla="*/ 95250 w 933450"/>
                <a:gd name="connsiteY30" fmla="*/ 161925 h 371475"/>
                <a:gd name="connsiteX31" fmla="*/ 0 w 933450"/>
                <a:gd name="connsiteY31" fmla="*/ 250031 h 371475"/>
                <a:gd name="connsiteX32" fmla="*/ 64294 w 933450"/>
                <a:gd name="connsiteY32" fmla="*/ 271462 h 371475"/>
                <a:gd name="connsiteX33" fmla="*/ 114300 w 933450"/>
                <a:gd name="connsiteY33" fmla="*/ 371475 h 371475"/>
                <a:gd name="connsiteX34" fmla="*/ 166688 w 933450"/>
                <a:gd name="connsiteY34" fmla="*/ 338137 h 371475"/>
                <a:gd name="connsiteX35" fmla="*/ 221457 w 933450"/>
                <a:gd name="connsiteY35" fmla="*/ 278606 h 371475"/>
                <a:gd name="connsiteX36" fmla="*/ 283369 w 933450"/>
                <a:gd name="connsiteY36" fmla="*/ 311944 h 371475"/>
                <a:gd name="connsiteX37" fmla="*/ 321469 w 933450"/>
                <a:gd name="connsiteY37" fmla="*/ 297656 h 371475"/>
                <a:gd name="connsiteX38" fmla="*/ 350044 w 933450"/>
                <a:gd name="connsiteY38" fmla="*/ 280987 h 371475"/>
                <a:gd name="connsiteX39" fmla="*/ 345282 w 933450"/>
                <a:gd name="connsiteY39" fmla="*/ 316706 h 371475"/>
                <a:gd name="connsiteX40" fmla="*/ 390525 w 933450"/>
                <a:gd name="connsiteY40" fmla="*/ 321469 h 371475"/>
                <a:gd name="connsiteX41" fmla="*/ 395288 w 933450"/>
                <a:gd name="connsiteY41" fmla="*/ 352425 h 371475"/>
                <a:gd name="connsiteX42" fmla="*/ 492919 w 933450"/>
                <a:gd name="connsiteY42" fmla="*/ 292894 h 371475"/>
                <a:gd name="connsiteX43" fmla="*/ 509588 w 933450"/>
                <a:gd name="connsiteY43" fmla="*/ 269081 h 371475"/>
                <a:gd name="connsiteX44" fmla="*/ 542925 w 933450"/>
                <a:gd name="connsiteY44" fmla="*/ 297656 h 371475"/>
                <a:gd name="connsiteX45" fmla="*/ 573882 w 933450"/>
                <a:gd name="connsiteY45" fmla="*/ 283369 h 371475"/>
                <a:gd name="connsiteX46" fmla="*/ 590550 w 933450"/>
                <a:gd name="connsiteY46" fmla="*/ 297656 h 371475"/>
                <a:gd name="connsiteX47" fmla="*/ 597694 w 933450"/>
                <a:gd name="connsiteY47" fmla="*/ 328612 h 371475"/>
                <a:gd name="connsiteX48" fmla="*/ 628650 w 933450"/>
                <a:gd name="connsiteY48" fmla="*/ 347662 h 371475"/>
                <a:gd name="connsiteX49" fmla="*/ 683419 w 933450"/>
                <a:gd name="connsiteY49" fmla="*/ 316706 h 371475"/>
                <a:gd name="connsiteX50" fmla="*/ 711994 w 933450"/>
                <a:gd name="connsiteY50" fmla="*/ 335756 h 371475"/>
                <a:gd name="connsiteX51" fmla="*/ 742950 w 933450"/>
                <a:gd name="connsiteY51" fmla="*/ 261937 h 371475"/>
                <a:gd name="connsiteX52" fmla="*/ 783432 w 933450"/>
                <a:gd name="connsiteY52" fmla="*/ 269081 h 371475"/>
                <a:gd name="connsiteX53" fmla="*/ 833438 w 933450"/>
                <a:gd name="connsiteY53" fmla="*/ 257175 h 371475"/>
                <a:gd name="connsiteX54" fmla="*/ 900113 w 933450"/>
                <a:gd name="connsiteY54" fmla="*/ 280987 h 371475"/>
                <a:gd name="connsiteX0" fmla="*/ 900113 w 933450"/>
                <a:gd name="connsiteY0" fmla="*/ 280987 h 371475"/>
                <a:gd name="connsiteX1" fmla="*/ 933450 w 933450"/>
                <a:gd name="connsiteY1" fmla="*/ 128587 h 371475"/>
                <a:gd name="connsiteX2" fmla="*/ 926307 w 933450"/>
                <a:gd name="connsiteY2" fmla="*/ 0 h 371475"/>
                <a:gd name="connsiteX3" fmla="*/ 881063 w 933450"/>
                <a:gd name="connsiteY3" fmla="*/ 11906 h 371475"/>
                <a:gd name="connsiteX4" fmla="*/ 869157 w 933450"/>
                <a:gd name="connsiteY4" fmla="*/ 76200 h 371475"/>
                <a:gd name="connsiteX5" fmla="*/ 831057 w 933450"/>
                <a:gd name="connsiteY5" fmla="*/ 61912 h 371475"/>
                <a:gd name="connsiteX6" fmla="*/ 797719 w 933450"/>
                <a:gd name="connsiteY6" fmla="*/ 85725 h 371475"/>
                <a:gd name="connsiteX7" fmla="*/ 807244 w 933450"/>
                <a:gd name="connsiteY7" fmla="*/ 119062 h 371475"/>
                <a:gd name="connsiteX8" fmla="*/ 776288 w 933450"/>
                <a:gd name="connsiteY8" fmla="*/ 116681 h 371475"/>
                <a:gd name="connsiteX9" fmla="*/ 752475 w 933450"/>
                <a:gd name="connsiteY9" fmla="*/ 95250 h 371475"/>
                <a:gd name="connsiteX10" fmla="*/ 678657 w 933450"/>
                <a:gd name="connsiteY10" fmla="*/ 135731 h 371475"/>
                <a:gd name="connsiteX11" fmla="*/ 666750 w 933450"/>
                <a:gd name="connsiteY11" fmla="*/ 183356 h 371475"/>
                <a:gd name="connsiteX12" fmla="*/ 628650 w 933450"/>
                <a:gd name="connsiteY12" fmla="*/ 178594 h 371475"/>
                <a:gd name="connsiteX13" fmla="*/ 611982 w 933450"/>
                <a:gd name="connsiteY13" fmla="*/ 147637 h 371475"/>
                <a:gd name="connsiteX14" fmla="*/ 578644 w 933450"/>
                <a:gd name="connsiteY14" fmla="*/ 154781 h 371475"/>
                <a:gd name="connsiteX15" fmla="*/ 566738 w 933450"/>
                <a:gd name="connsiteY15" fmla="*/ 119062 h 371475"/>
                <a:gd name="connsiteX16" fmla="*/ 597694 w 933450"/>
                <a:gd name="connsiteY16" fmla="*/ 92869 h 371475"/>
                <a:gd name="connsiteX17" fmla="*/ 597694 w 933450"/>
                <a:gd name="connsiteY17" fmla="*/ 59531 h 371475"/>
                <a:gd name="connsiteX18" fmla="*/ 619125 w 933450"/>
                <a:gd name="connsiteY18" fmla="*/ 64294 h 371475"/>
                <a:gd name="connsiteX19" fmla="*/ 626269 w 933450"/>
                <a:gd name="connsiteY19" fmla="*/ 30956 h 371475"/>
                <a:gd name="connsiteX20" fmla="*/ 559594 w 933450"/>
                <a:gd name="connsiteY20" fmla="*/ 40481 h 371475"/>
                <a:gd name="connsiteX21" fmla="*/ 526257 w 933450"/>
                <a:gd name="connsiteY21" fmla="*/ 66675 h 371475"/>
                <a:gd name="connsiteX22" fmla="*/ 488157 w 933450"/>
                <a:gd name="connsiteY22" fmla="*/ 66675 h 371475"/>
                <a:gd name="connsiteX23" fmla="*/ 435769 w 933450"/>
                <a:gd name="connsiteY23" fmla="*/ 116681 h 371475"/>
                <a:gd name="connsiteX24" fmla="*/ 388144 w 933450"/>
                <a:gd name="connsiteY24" fmla="*/ 76200 h 371475"/>
                <a:gd name="connsiteX25" fmla="*/ 316707 w 933450"/>
                <a:gd name="connsiteY25" fmla="*/ 111919 h 371475"/>
                <a:gd name="connsiteX26" fmla="*/ 233363 w 933450"/>
                <a:gd name="connsiteY26" fmla="*/ 33337 h 371475"/>
                <a:gd name="connsiteX27" fmla="*/ 195263 w 933450"/>
                <a:gd name="connsiteY27" fmla="*/ 23812 h 371475"/>
                <a:gd name="connsiteX28" fmla="*/ 154782 w 933450"/>
                <a:gd name="connsiteY28" fmla="*/ 47625 h 371475"/>
                <a:gd name="connsiteX29" fmla="*/ 93345 w 933450"/>
                <a:gd name="connsiteY29" fmla="*/ 72866 h 371475"/>
                <a:gd name="connsiteX30" fmla="*/ 95250 w 933450"/>
                <a:gd name="connsiteY30" fmla="*/ 161925 h 371475"/>
                <a:gd name="connsiteX31" fmla="*/ 0 w 933450"/>
                <a:gd name="connsiteY31" fmla="*/ 250031 h 371475"/>
                <a:gd name="connsiteX32" fmla="*/ 64294 w 933450"/>
                <a:gd name="connsiteY32" fmla="*/ 271462 h 371475"/>
                <a:gd name="connsiteX33" fmla="*/ 114300 w 933450"/>
                <a:gd name="connsiteY33" fmla="*/ 371475 h 371475"/>
                <a:gd name="connsiteX34" fmla="*/ 166688 w 933450"/>
                <a:gd name="connsiteY34" fmla="*/ 338137 h 371475"/>
                <a:gd name="connsiteX35" fmla="*/ 221457 w 933450"/>
                <a:gd name="connsiteY35" fmla="*/ 278606 h 371475"/>
                <a:gd name="connsiteX36" fmla="*/ 283369 w 933450"/>
                <a:gd name="connsiteY36" fmla="*/ 311944 h 371475"/>
                <a:gd name="connsiteX37" fmla="*/ 321469 w 933450"/>
                <a:gd name="connsiteY37" fmla="*/ 297656 h 371475"/>
                <a:gd name="connsiteX38" fmla="*/ 350044 w 933450"/>
                <a:gd name="connsiteY38" fmla="*/ 280987 h 371475"/>
                <a:gd name="connsiteX39" fmla="*/ 345282 w 933450"/>
                <a:gd name="connsiteY39" fmla="*/ 316706 h 371475"/>
                <a:gd name="connsiteX40" fmla="*/ 390525 w 933450"/>
                <a:gd name="connsiteY40" fmla="*/ 321469 h 371475"/>
                <a:gd name="connsiteX41" fmla="*/ 395288 w 933450"/>
                <a:gd name="connsiteY41" fmla="*/ 352425 h 371475"/>
                <a:gd name="connsiteX42" fmla="*/ 492919 w 933450"/>
                <a:gd name="connsiteY42" fmla="*/ 292894 h 371475"/>
                <a:gd name="connsiteX43" fmla="*/ 509588 w 933450"/>
                <a:gd name="connsiteY43" fmla="*/ 269081 h 371475"/>
                <a:gd name="connsiteX44" fmla="*/ 542925 w 933450"/>
                <a:gd name="connsiteY44" fmla="*/ 297656 h 371475"/>
                <a:gd name="connsiteX45" fmla="*/ 573882 w 933450"/>
                <a:gd name="connsiteY45" fmla="*/ 283369 h 371475"/>
                <a:gd name="connsiteX46" fmla="*/ 590550 w 933450"/>
                <a:gd name="connsiteY46" fmla="*/ 297656 h 371475"/>
                <a:gd name="connsiteX47" fmla="*/ 597694 w 933450"/>
                <a:gd name="connsiteY47" fmla="*/ 328612 h 371475"/>
                <a:gd name="connsiteX48" fmla="*/ 628650 w 933450"/>
                <a:gd name="connsiteY48" fmla="*/ 347662 h 371475"/>
                <a:gd name="connsiteX49" fmla="*/ 683419 w 933450"/>
                <a:gd name="connsiteY49" fmla="*/ 316706 h 371475"/>
                <a:gd name="connsiteX50" fmla="*/ 711994 w 933450"/>
                <a:gd name="connsiteY50" fmla="*/ 335756 h 371475"/>
                <a:gd name="connsiteX51" fmla="*/ 742950 w 933450"/>
                <a:gd name="connsiteY51" fmla="*/ 261937 h 371475"/>
                <a:gd name="connsiteX52" fmla="*/ 783432 w 933450"/>
                <a:gd name="connsiteY52" fmla="*/ 269081 h 371475"/>
                <a:gd name="connsiteX53" fmla="*/ 833438 w 933450"/>
                <a:gd name="connsiteY53" fmla="*/ 257175 h 371475"/>
                <a:gd name="connsiteX54" fmla="*/ 900113 w 933450"/>
                <a:gd name="connsiteY54" fmla="*/ 280987 h 371475"/>
                <a:gd name="connsiteX0" fmla="*/ 900113 w 933450"/>
                <a:gd name="connsiteY0" fmla="*/ 280987 h 371475"/>
                <a:gd name="connsiteX1" fmla="*/ 933450 w 933450"/>
                <a:gd name="connsiteY1" fmla="*/ 128587 h 371475"/>
                <a:gd name="connsiteX2" fmla="*/ 926307 w 933450"/>
                <a:gd name="connsiteY2" fmla="*/ 0 h 371475"/>
                <a:gd name="connsiteX3" fmla="*/ 881063 w 933450"/>
                <a:gd name="connsiteY3" fmla="*/ 11906 h 371475"/>
                <a:gd name="connsiteX4" fmla="*/ 869157 w 933450"/>
                <a:gd name="connsiteY4" fmla="*/ 76200 h 371475"/>
                <a:gd name="connsiteX5" fmla="*/ 831057 w 933450"/>
                <a:gd name="connsiteY5" fmla="*/ 61912 h 371475"/>
                <a:gd name="connsiteX6" fmla="*/ 797719 w 933450"/>
                <a:gd name="connsiteY6" fmla="*/ 85725 h 371475"/>
                <a:gd name="connsiteX7" fmla="*/ 807244 w 933450"/>
                <a:gd name="connsiteY7" fmla="*/ 119062 h 371475"/>
                <a:gd name="connsiteX8" fmla="*/ 776288 w 933450"/>
                <a:gd name="connsiteY8" fmla="*/ 116681 h 371475"/>
                <a:gd name="connsiteX9" fmla="*/ 752475 w 933450"/>
                <a:gd name="connsiteY9" fmla="*/ 95250 h 371475"/>
                <a:gd name="connsiteX10" fmla="*/ 678657 w 933450"/>
                <a:gd name="connsiteY10" fmla="*/ 135731 h 371475"/>
                <a:gd name="connsiteX11" fmla="*/ 666750 w 933450"/>
                <a:gd name="connsiteY11" fmla="*/ 183356 h 371475"/>
                <a:gd name="connsiteX12" fmla="*/ 628650 w 933450"/>
                <a:gd name="connsiteY12" fmla="*/ 178594 h 371475"/>
                <a:gd name="connsiteX13" fmla="*/ 611982 w 933450"/>
                <a:gd name="connsiteY13" fmla="*/ 147637 h 371475"/>
                <a:gd name="connsiteX14" fmla="*/ 578644 w 933450"/>
                <a:gd name="connsiteY14" fmla="*/ 154781 h 371475"/>
                <a:gd name="connsiteX15" fmla="*/ 566738 w 933450"/>
                <a:gd name="connsiteY15" fmla="*/ 119062 h 371475"/>
                <a:gd name="connsiteX16" fmla="*/ 597694 w 933450"/>
                <a:gd name="connsiteY16" fmla="*/ 92869 h 371475"/>
                <a:gd name="connsiteX17" fmla="*/ 597694 w 933450"/>
                <a:gd name="connsiteY17" fmla="*/ 59531 h 371475"/>
                <a:gd name="connsiteX18" fmla="*/ 619125 w 933450"/>
                <a:gd name="connsiteY18" fmla="*/ 64294 h 371475"/>
                <a:gd name="connsiteX19" fmla="*/ 626269 w 933450"/>
                <a:gd name="connsiteY19" fmla="*/ 30956 h 371475"/>
                <a:gd name="connsiteX20" fmla="*/ 559594 w 933450"/>
                <a:gd name="connsiteY20" fmla="*/ 40481 h 371475"/>
                <a:gd name="connsiteX21" fmla="*/ 526257 w 933450"/>
                <a:gd name="connsiteY21" fmla="*/ 66675 h 371475"/>
                <a:gd name="connsiteX22" fmla="*/ 488157 w 933450"/>
                <a:gd name="connsiteY22" fmla="*/ 66675 h 371475"/>
                <a:gd name="connsiteX23" fmla="*/ 435769 w 933450"/>
                <a:gd name="connsiteY23" fmla="*/ 116681 h 371475"/>
                <a:gd name="connsiteX24" fmla="*/ 388144 w 933450"/>
                <a:gd name="connsiteY24" fmla="*/ 76200 h 371475"/>
                <a:gd name="connsiteX25" fmla="*/ 316707 w 933450"/>
                <a:gd name="connsiteY25" fmla="*/ 111919 h 371475"/>
                <a:gd name="connsiteX26" fmla="*/ 233363 w 933450"/>
                <a:gd name="connsiteY26" fmla="*/ 33337 h 371475"/>
                <a:gd name="connsiteX27" fmla="*/ 195263 w 933450"/>
                <a:gd name="connsiteY27" fmla="*/ 23812 h 371475"/>
                <a:gd name="connsiteX28" fmla="*/ 154782 w 933450"/>
                <a:gd name="connsiteY28" fmla="*/ 47625 h 371475"/>
                <a:gd name="connsiteX29" fmla="*/ 93345 w 933450"/>
                <a:gd name="connsiteY29" fmla="*/ 72866 h 371475"/>
                <a:gd name="connsiteX30" fmla="*/ 95250 w 933450"/>
                <a:gd name="connsiteY30" fmla="*/ 161925 h 371475"/>
                <a:gd name="connsiteX31" fmla="*/ 0 w 933450"/>
                <a:gd name="connsiteY31" fmla="*/ 250031 h 371475"/>
                <a:gd name="connsiteX32" fmla="*/ 64294 w 933450"/>
                <a:gd name="connsiteY32" fmla="*/ 271462 h 371475"/>
                <a:gd name="connsiteX33" fmla="*/ 114300 w 933450"/>
                <a:gd name="connsiteY33" fmla="*/ 371475 h 371475"/>
                <a:gd name="connsiteX34" fmla="*/ 166688 w 933450"/>
                <a:gd name="connsiteY34" fmla="*/ 338137 h 371475"/>
                <a:gd name="connsiteX35" fmla="*/ 221457 w 933450"/>
                <a:gd name="connsiteY35" fmla="*/ 278606 h 371475"/>
                <a:gd name="connsiteX36" fmla="*/ 283369 w 933450"/>
                <a:gd name="connsiteY36" fmla="*/ 311944 h 371475"/>
                <a:gd name="connsiteX37" fmla="*/ 321469 w 933450"/>
                <a:gd name="connsiteY37" fmla="*/ 297656 h 371475"/>
                <a:gd name="connsiteX38" fmla="*/ 350044 w 933450"/>
                <a:gd name="connsiteY38" fmla="*/ 280987 h 371475"/>
                <a:gd name="connsiteX39" fmla="*/ 345282 w 933450"/>
                <a:gd name="connsiteY39" fmla="*/ 316706 h 371475"/>
                <a:gd name="connsiteX40" fmla="*/ 390525 w 933450"/>
                <a:gd name="connsiteY40" fmla="*/ 321469 h 371475"/>
                <a:gd name="connsiteX41" fmla="*/ 395288 w 933450"/>
                <a:gd name="connsiteY41" fmla="*/ 352425 h 371475"/>
                <a:gd name="connsiteX42" fmla="*/ 492919 w 933450"/>
                <a:gd name="connsiteY42" fmla="*/ 292894 h 371475"/>
                <a:gd name="connsiteX43" fmla="*/ 509588 w 933450"/>
                <a:gd name="connsiteY43" fmla="*/ 269081 h 371475"/>
                <a:gd name="connsiteX44" fmla="*/ 542925 w 933450"/>
                <a:gd name="connsiteY44" fmla="*/ 297656 h 371475"/>
                <a:gd name="connsiteX45" fmla="*/ 573882 w 933450"/>
                <a:gd name="connsiteY45" fmla="*/ 283369 h 371475"/>
                <a:gd name="connsiteX46" fmla="*/ 590550 w 933450"/>
                <a:gd name="connsiteY46" fmla="*/ 297656 h 371475"/>
                <a:gd name="connsiteX47" fmla="*/ 597694 w 933450"/>
                <a:gd name="connsiteY47" fmla="*/ 328612 h 371475"/>
                <a:gd name="connsiteX48" fmla="*/ 628650 w 933450"/>
                <a:gd name="connsiteY48" fmla="*/ 347662 h 371475"/>
                <a:gd name="connsiteX49" fmla="*/ 683419 w 933450"/>
                <a:gd name="connsiteY49" fmla="*/ 316706 h 371475"/>
                <a:gd name="connsiteX50" fmla="*/ 711994 w 933450"/>
                <a:gd name="connsiteY50" fmla="*/ 335756 h 371475"/>
                <a:gd name="connsiteX51" fmla="*/ 742950 w 933450"/>
                <a:gd name="connsiteY51" fmla="*/ 261937 h 371475"/>
                <a:gd name="connsiteX52" fmla="*/ 783432 w 933450"/>
                <a:gd name="connsiteY52" fmla="*/ 269081 h 371475"/>
                <a:gd name="connsiteX53" fmla="*/ 833438 w 933450"/>
                <a:gd name="connsiteY53" fmla="*/ 257175 h 371475"/>
                <a:gd name="connsiteX54" fmla="*/ 900113 w 933450"/>
                <a:gd name="connsiteY54" fmla="*/ 280987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3450" h="371475">
                  <a:moveTo>
                    <a:pt x="900113" y="280987"/>
                  </a:moveTo>
                  <a:lnTo>
                    <a:pt x="933450" y="128587"/>
                  </a:lnTo>
                  <a:lnTo>
                    <a:pt x="926307" y="0"/>
                  </a:lnTo>
                  <a:lnTo>
                    <a:pt x="881063" y="11906"/>
                  </a:lnTo>
                  <a:lnTo>
                    <a:pt x="869157" y="76200"/>
                  </a:lnTo>
                  <a:lnTo>
                    <a:pt x="831057" y="61912"/>
                  </a:lnTo>
                  <a:lnTo>
                    <a:pt x="797719" y="85725"/>
                  </a:lnTo>
                  <a:lnTo>
                    <a:pt x="807244" y="119062"/>
                  </a:lnTo>
                  <a:lnTo>
                    <a:pt x="776288" y="116681"/>
                  </a:lnTo>
                  <a:lnTo>
                    <a:pt x="752475" y="95250"/>
                  </a:lnTo>
                  <a:lnTo>
                    <a:pt x="678657" y="135731"/>
                  </a:lnTo>
                  <a:lnTo>
                    <a:pt x="666750" y="183356"/>
                  </a:lnTo>
                  <a:lnTo>
                    <a:pt x="628650" y="178594"/>
                  </a:lnTo>
                  <a:lnTo>
                    <a:pt x="611982" y="147637"/>
                  </a:lnTo>
                  <a:lnTo>
                    <a:pt x="578644" y="154781"/>
                  </a:lnTo>
                  <a:lnTo>
                    <a:pt x="566738" y="119062"/>
                  </a:lnTo>
                  <a:lnTo>
                    <a:pt x="597694" y="92869"/>
                  </a:lnTo>
                  <a:lnTo>
                    <a:pt x="597694" y="59531"/>
                  </a:lnTo>
                  <a:lnTo>
                    <a:pt x="619125" y="64294"/>
                  </a:lnTo>
                  <a:lnTo>
                    <a:pt x="626269" y="30956"/>
                  </a:lnTo>
                  <a:lnTo>
                    <a:pt x="559594" y="40481"/>
                  </a:lnTo>
                  <a:lnTo>
                    <a:pt x="526257" y="66675"/>
                  </a:lnTo>
                  <a:lnTo>
                    <a:pt x="488157" y="66675"/>
                  </a:lnTo>
                  <a:lnTo>
                    <a:pt x="435769" y="116681"/>
                  </a:lnTo>
                  <a:lnTo>
                    <a:pt x="388144" y="76200"/>
                  </a:lnTo>
                  <a:lnTo>
                    <a:pt x="316707" y="111919"/>
                  </a:lnTo>
                  <a:lnTo>
                    <a:pt x="233363" y="33337"/>
                  </a:lnTo>
                  <a:lnTo>
                    <a:pt x="195263" y="23812"/>
                  </a:lnTo>
                  <a:lnTo>
                    <a:pt x="154782" y="47625"/>
                  </a:lnTo>
                  <a:cubicBezTo>
                    <a:pt x="134303" y="56039"/>
                    <a:pt x="90964" y="26352"/>
                    <a:pt x="93345" y="72866"/>
                  </a:cubicBezTo>
                  <a:lnTo>
                    <a:pt x="95250" y="161925"/>
                  </a:lnTo>
                  <a:lnTo>
                    <a:pt x="0" y="250031"/>
                  </a:lnTo>
                  <a:lnTo>
                    <a:pt x="64294" y="271462"/>
                  </a:lnTo>
                  <a:lnTo>
                    <a:pt x="114300" y="371475"/>
                  </a:lnTo>
                  <a:lnTo>
                    <a:pt x="166688" y="338137"/>
                  </a:lnTo>
                  <a:lnTo>
                    <a:pt x="221457" y="278606"/>
                  </a:lnTo>
                  <a:lnTo>
                    <a:pt x="283369" y="311944"/>
                  </a:lnTo>
                  <a:lnTo>
                    <a:pt x="321469" y="297656"/>
                  </a:lnTo>
                  <a:lnTo>
                    <a:pt x="350044" y="280987"/>
                  </a:lnTo>
                  <a:lnTo>
                    <a:pt x="345282" y="316706"/>
                  </a:lnTo>
                  <a:lnTo>
                    <a:pt x="390525" y="321469"/>
                  </a:lnTo>
                  <a:lnTo>
                    <a:pt x="395288" y="352425"/>
                  </a:lnTo>
                  <a:lnTo>
                    <a:pt x="492919" y="292894"/>
                  </a:lnTo>
                  <a:lnTo>
                    <a:pt x="509588" y="269081"/>
                  </a:lnTo>
                  <a:lnTo>
                    <a:pt x="542925" y="297656"/>
                  </a:lnTo>
                  <a:lnTo>
                    <a:pt x="573882" y="283369"/>
                  </a:lnTo>
                  <a:lnTo>
                    <a:pt x="590550" y="297656"/>
                  </a:lnTo>
                  <a:lnTo>
                    <a:pt x="597694" y="328612"/>
                  </a:lnTo>
                  <a:lnTo>
                    <a:pt x="628650" y="347662"/>
                  </a:lnTo>
                  <a:lnTo>
                    <a:pt x="683419" y="316706"/>
                  </a:lnTo>
                  <a:lnTo>
                    <a:pt x="711994" y="335756"/>
                  </a:lnTo>
                  <a:lnTo>
                    <a:pt x="742950" y="261937"/>
                  </a:lnTo>
                  <a:lnTo>
                    <a:pt x="783432" y="269081"/>
                  </a:lnTo>
                  <a:lnTo>
                    <a:pt x="833438" y="257175"/>
                  </a:lnTo>
                  <a:lnTo>
                    <a:pt x="900113" y="280987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 dirty="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25" name="Freeform 97">
              <a:extLst>
                <a:ext uri="{FF2B5EF4-FFF2-40B4-BE49-F238E27FC236}">
                  <a16:creationId xmlns:a16="http://schemas.microsoft.com/office/drawing/2014/main" id="{1FB467F0-D055-0A46-6526-546773914C94}"/>
                </a:ext>
              </a:extLst>
            </p:cNvPr>
            <p:cNvSpPr/>
            <p:nvPr/>
          </p:nvSpPr>
          <p:spPr>
            <a:xfrm>
              <a:off x="7304088" y="2038350"/>
              <a:ext cx="571500" cy="334963"/>
            </a:xfrm>
            <a:custGeom>
              <a:avLst/>
              <a:gdLst>
                <a:gd name="connsiteX0" fmla="*/ 571500 w 571500"/>
                <a:gd name="connsiteY0" fmla="*/ 154781 h 335756"/>
                <a:gd name="connsiteX1" fmla="*/ 547688 w 571500"/>
                <a:gd name="connsiteY1" fmla="*/ 66675 h 335756"/>
                <a:gd name="connsiteX2" fmla="*/ 485775 w 571500"/>
                <a:gd name="connsiteY2" fmla="*/ 78581 h 335756"/>
                <a:gd name="connsiteX3" fmla="*/ 433388 w 571500"/>
                <a:gd name="connsiteY3" fmla="*/ 59531 h 335756"/>
                <a:gd name="connsiteX4" fmla="*/ 390525 w 571500"/>
                <a:gd name="connsiteY4" fmla="*/ 85725 h 335756"/>
                <a:gd name="connsiteX5" fmla="*/ 369094 w 571500"/>
                <a:gd name="connsiteY5" fmla="*/ 54769 h 335756"/>
                <a:gd name="connsiteX6" fmla="*/ 314325 w 571500"/>
                <a:gd name="connsiteY6" fmla="*/ 78581 h 335756"/>
                <a:gd name="connsiteX7" fmla="*/ 330994 w 571500"/>
                <a:gd name="connsiteY7" fmla="*/ 123825 h 335756"/>
                <a:gd name="connsiteX8" fmla="*/ 304800 w 571500"/>
                <a:gd name="connsiteY8" fmla="*/ 142875 h 335756"/>
                <a:gd name="connsiteX9" fmla="*/ 269082 w 571500"/>
                <a:gd name="connsiteY9" fmla="*/ 109538 h 335756"/>
                <a:gd name="connsiteX10" fmla="*/ 228600 w 571500"/>
                <a:gd name="connsiteY10" fmla="*/ 123825 h 335756"/>
                <a:gd name="connsiteX11" fmla="*/ 209550 w 571500"/>
                <a:gd name="connsiteY11" fmla="*/ 92869 h 335756"/>
                <a:gd name="connsiteX12" fmla="*/ 183357 w 571500"/>
                <a:gd name="connsiteY12" fmla="*/ 83344 h 335756"/>
                <a:gd name="connsiteX13" fmla="*/ 221457 w 571500"/>
                <a:gd name="connsiteY13" fmla="*/ 42863 h 335756"/>
                <a:gd name="connsiteX14" fmla="*/ 257175 w 571500"/>
                <a:gd name="connsiteY14" fmla="*/ 40481 h 335756"/>
                <a:gd name="connsiteX15" fmla="*/ 259557 w 571500"/>
                <a:gd name="connsiteY15" fmla="*/ 4763 h 335756"/>
                <a:gd name="connsiteX16" fmla="*/ 188119 w 571500"/>
                <a:gd name="connsiteY16" fmla="*/ 0 h 335756"/>
                <a:gd name="connsiteX17" fmla="*/ 183357 w 571500"/>
                <a:gd name="connsiteY17" fmla="*/ 38100 h 335756"/>
                <a:gd name="connsiteX18" fmla="*/ 147638 w 571500"/>
                <a:gd name="connsiteY18" fmla="*/ 30956 h 335756"/>
                <a:gd name="connsiteX19" fmla="*/ 109538 w 571500"/>
                <a:gd name="connsiteY19" fmla="*/ 69056 h 335756"/>
                <a:gd name="connsiteX20" fmla="*/ 95250 w 571500"/>
                <a:gd name="connsiteY20" fmla="*/ 121444 h 335756"/>
                <a:gd name="connsiteX21" fmla="*/ 0 w 571500"/>
                <a:gd name="connsiteY21" fmla="*/ 130969 h 335756"/>
                <a:gd name="connsiteX22" fmla="*/ 7144 w 571500"/>
                <a:gd name="connsiteY22" fmla="*/ 157163 h 335756"/>
                <a:gd name="connsiteX23" fmla="*/ 33338 w 571500"/>
                <a:gd name="connsiteY23" fmla="*/ 171450 h 335756"/>
                <a:gd name="connsiteX24" fmla="*/ 40482 w 571500"/>
                <a:gd name="connsiteY24" fmla="*/ 214313 h 335756"/>
                <a:gd name="connsiteX25" fmla="*/ 42863 w 571500"/>
                <a:gd name="connsiteY25" fmla="*/ 252413 h 335756"/>
                <a:gd name="connsiteX26" fmla="*/ 83344 w 571500"/>
                <a:gd name="connsiteY26" fmla="*/ 271463 h 335756"/>
                <a:gd name="connsiteX27" fmla="*/ 130969 w 571500"/>
                <a:gd name="connsiteY27" fmla="*/ 223838 h 335756"/>
                <a:gd name="connsiteX28" fmla="*/ 197644 w 571500"/>
                <a:gd name="connsiteY28" fmla="*/ 214313 h 335756"/>
                <a:gd name="connsiteX29" fmla="*/ 228600 w 571500"/>
                <a:gd name="connsiteY29" fmla="*/ 202406 h 335756"/>
                <a:gd name="connsiteX30" fmla="*/ 278607 w 571500"/>
                <a:gd name="connsiteY30" fmla="*/ 195263 h 335756"/>
                <a:gd name="connsiteX31" fmla="*/ 259557 w 571500"/>
                <a:gd name="connsiteY31" fmla="*/ 226219 h 335756"/>
                <a:gd name="connsiteX32" fmla="*/ 259557 w 571500"/>
                <a:gd name="connsiteY32" fmla="*/ 226219 h 335756"/>
                <a:gd name="connsiteX33" fmla="*/ 242888 w 571500"/>
                <a:gd name="connsiteY33" fmla="*/ 257175 h 335756"/>
                <a:gd name="connsiteX34" fmla="*/ 219075 w 571500"/>
                <a:gd name="connsiteY34" fmla="*/ 280988 h 335756"/>
                <a:gd name="connsiteX35" fmla="*/ 219075 w 571500"/>
                <a:gd name="connsiteY35" fmla="*/ 309563 h 335756"/>
                <a:gd name="connsiteX36" fmla="*/ 254794 w 571500"/>
                <a:gd name="connsiteY36" fmla="*/ 309563 h 335756"/>
                <a:gd name="connsiteX37" fmla="*/ 278607 w 571500"/>
                <a:gd name="connsiteY37" fmla="*/ 330994 h 335756"/>
                <a:gd name="connsiteX38" fmla="*/ 309563 w 571500"/>
                <a:gd name="connsiteY38" fmla="*/ 335756 h 335756"/>
                <a:gd name="connsiteX39" fmla="*/ 335757 w 571500"/>
                <a:gd name="connsiteY39" fmla="*/ 278606 h 335756"/>
                <a:gd name="connsiteX40" fmla="*/ 400050 w 571500"/>
                <a:gd name="connsiteY40" fmla="*/ 259556 h 335756"/>
                <a:gd name="connsiteX41" fmla="*/ 435769 w 571500"/>
                <a:gd name="connsiteY41" fmla="*/ 285750 h 335756"/>
                <a:gd name="connsiteX42" fmla="*/ 461963 w 571500"/>
                <a:gd name="connsiteY42" fmla="*/ 278606 h 335756"/>
                <a:gd name="connsiteX43" fmla="*/ 447675 w 571500"/>
                <a:gd name="connsiteY43" fmla="*/ 230981 h 335756"/>
                <a:gd name="connsiteX44" fmla="*/ 478632 w 571500"/>
                <a:gd name="connsiteY44" fmla="*/ 226219 h 335756"/>
                <a:gd name="connsiteX45" fmla="*/ 516732 w 571500"/>
                <a:gd name="connsiteY45" fmla="*/ 230981 h 335756"/>
                <a:gd name="connsiteX46" fmla="*/ 571500 w 571500"/>
                <a:gd name="connsiteY46" fmla="*/ 154781 h 335756"/>
                <a:gd name="connsiteX0" fmla="*/ 571500 w 571500"/>
                <a:gd name="connsiteY0" fmla="*/ 154781 h 335756"/>
                <a:gd name="connsiteX1" fmla="*/ 547688 w 571500"/>
                <a:gd name="connsiteY1" fmla="*/ 66675 h 335756"/>
                <a:gd name="connsiteX2" fmla="*/ 493395 w 571500"/>
                <a:gd name="connsiteY2" fmla="*/ 59531 h 335756"/>
                <a:gd name="connsiteX3" fmla="*/ 433388 w 571500"/>
                <a:gd name="connsiteY3" fmla="*/ 59531 h 335756"/>
                <a:gd name="connsiteX4" fmla="*/ 390525 w 571500"/>
                <a:gd name="connsiteY4" fmla="*/ 85725 h 335756"/>
                <a:gd name="connsiteX5" fmla="*/ 369094 w 571500"/>
                <a:gd name="connsiteY5" fmla="*/ 54769 h 335756"/>
                <a:gd name="connsiteX6" fmla="*/ 314325 w 571500"/>
                <a:gd name="connsiteY6" fmla="*/ 78581 h 335756"/>
                <a:gd name="connsiteX7" fmla="*/ 330994 w 571500"/>
                <a:gd name="connsiteY7" fmla="*/ 123825 h 335756"/>
                <a:gd name="connsiteX8" fmla="*/ 304800 w 571500"/>
                <a:gd name="connsiteY8" fmla="*/ 142875 h 335756"/>
                <a:gd name="connsiteX9" fmla="*/ 269082 w 571500"/>
                <a:gd name="connsiteY9" fmla="*/ 109538 h 335756"/>
                <a:gd name="connsiteX10" fmla="*/ 228600 w 571500"/>
                <a:gd name="connsiteY10" fmla="*/ 123825 h 335756"/>
                <a:gd name="connsiteX11" fmla="*/ 209550 w 571500"/>
                <a:gd name="connsiteY11" fmla="*/ 92869 h 335756"/>
                <a:gd name="connsiteX12" fmla="*/ 183357 w 571500"/>
                <a:gd name="connsiteY12" fmla="*/ 83344 h 335756"/>
                <a:gd name="connsiteX13" fmla="*/ 221457 w 571500"/>
                <a:gd name="connsiteY13" fmla="*/ 42863 h 335756"/>
                <a:gd name="connsiteX14" fmla="*/ 257175 w 571500"/>
                <a:gd name="connsiteY14" fmla="*/ 40481 h 335756"/>
                <a:gd name="connsiteX15" fmla="*/ 259557 w 571500"/>
                <a:gd name="connsiteY15" fmla="*/ 4763 h 335756"/>
                <a:gd name="connsiteX16" fmla="*/ 188119 w 571500"/>
                <a:gd name="connsiteY16" fmla="*/ 0 h 335756"/>
                <a:gd name="connsiteX17" fmla="*/ 183357 w 571500"/>
                <a:gd name="connsiteY17" fmla="*/ 38100 h 335756"/>
                <a:gd name="connsiteX18" fmla="*/ 147638 w 571500"/>
                <a:gd name="connsiteY18" fmla="*/ 30956 h 335756"/>
                <a:gd name="connsiteX19" fmla="*/ 109538 w 571500"/>
                <a:gd name="connsiteY19" fmla="*/ 69056 h 335756"/>
                <a:gd name="connsiteX20" fmla="*/ 95250 w 571500"/>
                <a:gd name="connsiteY20" fmla="*/ 121444 h 335756"/>
                <a:gd name="connsiteX21" fmla="*/ 0 w 571500"/>
                <a:gd name="connsiteY21" fmla="*/ 130969 h 335756"/>
                <a:gd name="connsiteX22" fmla="*/ 7144 w 571500"/>
                <a:gd name="connsiteY22" fmla="*/ 157163 h 335756"/>
                <a:gd name="connsiteX23" fmla="*/ 33338 w 571500"/>
                <a:gd name="connsiteY23" fmla="*/ 171450 h 335756"/>
                <a:gd name="connsiteX24" fmla="*/ 40482 w 571500"/>
                <a:gd name="connsiteY24" fmla="*/ 214313 h 335756"/>
                <a:gd name="connsiteX25" fmla="*/ 42863 w 571500"/>
                <a:gd name="connsiteY25" fmla="*/ 252413 h 335756"/>
                <a:gd name="connsiteX26" fmla="*/ 83344 w 571500"/>
                <a:gd name="connsiteY26" fmla="*/ 271463 h 335756"/>
                <a:gd name="connsiteX27" fmla="*/ 130969 w 571500"/>
                <a:gd name="connsiteY27" fmla="*/ 223838 h 335756"/>
                <a:gd name="connsiteX28" fmla="*/ 197644 w 571500"/>
                <a:gd name="connsiteY28" fmla="*/ 214313 h 335756"/>
                <a:gd name="connsiteX29" fmla="*/ 228600 w 571500"/>
                <a:gd name="connsiteY29" fmla="*/ 202406 h 335756"/>
                <a:gd name="connsiteX30" fmla="*/ 278607 w 571500"/>
                <a:gd name="connsiteY30" fmla="*/ 195263 h 335756"/>
                <a:gd name="connsiteX31" fmla="*/ 259557 w 571500"/>
                <a:gd name="connsiteY31" fmla="*/ 226219 h 335756"/>
                <a:gd name="connsiteX32" fmla="*/ 259557 w 571500"/>
                <a:gd name="connsiteY32" fmla="*/ 226219 h 335756"/>
                <a:gd name="connsiteX33" fmla="*/ 242888 w 571500"/>
                <a:gd name="connsiteY33" fmla="*/ 257175 h 335756"/>
                <a:gd name="connsiteX34" fmla="*/ 219075 w 571500"/>
                <a:gd name="connsiteY34" fmla="*/ 280988 h 335756"/>
                <a:gd name="connsiteX35" fmla="*/ 219075 w 571500"/>
                <a:gd name="connsiteY35" fmla="*/ 309563 h 335756"/>
                <a:gd name="connsiteX36" fmla="*/ 254794 w 571500"/>
                <a:gd name="connsiteY36" fmla="*/ 309563 h 335756"/>
                <a:gd name="connsiteX37" fmla="*/ 278607 w 571500"/>
                <a:gd name="connsiteY37" fmla="*/ 330994 h 335756"/>
                <a:gd name="connsiteX38" fmla="*/ 309563 w 571500"/>
                <a:gd name="connsiteY38" fmla="*/ 335756 h 335756"/>
                <a:gd name="connsiteX39" fmla="*/ 335757 w 571500"/>
                <a:gd name="connsiteY39" fmla="*/ 278606 h 335756"/>
                <a:gd name="connsiteX40" fmla="*/ 400050 w 571500"/>
                <a:gd name="connsiteY40" fmla="*/ 259556 h 335756"/>
                <a:gd name="connsiteX41" fmla="*/ 435769 w 571500"/>
                <a:gd name="connsiteY41" fmla="*/ 285750 h 335756"/>
                <a:gd name="connsiteX42" fmla="*/ 461963 w 571500"/>
                <a:gd name="connsiteY42" fmla="*/ 278606 h 335756"/>
                <a:gd name="connsiteX43" fmla="*/ 447675 w 571500"/>
                <a:gd name="connsiteY43" fmla="*/ 230981 h 335756"/>
                <a:gd name="connsiteX44" fmla="*/ 478632 w 571500"/>
                <a:gd name="connsiteY44" fmla="*/ 226219 h 335756"/>
                <a:gd name="connsiteX45" fmla="*/ 516732 w 571500"/>
                <a:gd name="connsiteY45" fmla="*/ 230981 h 335756"/>
                <a:gd name="connsiteX46" fmla="*/ 571500 w 571500"/>
                <a:gd name="connsiteY46" fmla="*/ 154781 h 33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71500" h="335756">
                  <a:moveTo>
                    <a:pt x="571500" y="154781"/>
                  </a:moveTo>
                  <a:lnTo>
                    <a:pt x="547688" y="66675"/>
                  </a:lnTo>
                  <a:lnTo>
                    <a:pt x="493395" y="59531"/>
                  </a:lnTo>
                  <a:lnTo>
                    <a:pt x="433388" y="59531"/>
                  </a:lnTo>
                  <a:lnTo>
                    <a:pt x="390525" y="85725"/>
                  </a:lnTo>
                  <a:lnTo>
                    <a:pt x="369094" y="54769"/>
                  </a:lnTo>
                  <a:lnTo>
                    <a:pt x="314325" y="78581"/>
                  </a:lnTo>
                  <a:lnTo>
                    <a:pt x="330994" y="123825"/>
                  </a:lnTo>
                  <a:lnTo>
                    <a:pt x="304800" y="142875"/>
                  </a:lnTo>
                  <a:lnTo>
                    <a:pt x="269082" y="109538"/>
                  </a:lnTo>
                  <a:lnTo>
                    <a:pt x="228600" y="123825"/>
                  </a:lnTo>
                  <a:lnTo>
                    <a:pt x="209550" y="92869"/>
                  </a:lnTo>
                  <a:lnTo>
                    <a:pt x="183357" y="83344"/>
                  </a:lnTo>
                  <a:lnTo>
                    <a:pt x="221457" y="42863"/>
                  </a:lnTo>
                  <a:lnTo>
                    <a:pt x="257175" y="40481"/>
                  </a:lnTo>
                  <a:lnTo>
                    <a:pt x="259557" y="4763"/>
                  </a:lnTo>
                  <a:lnTo>
                    <a:pt x="188119" y="0"/>
                  </a:lnTo>
                  <a:lnTo>
                    <a:pt x="183357" y="38100"/>
                  </a:lnTo>
                  <a:lnTo>
                    <a:pt x="147638" y="30956"/>
                  </a:lnTo>
                  <a:lnTo>
                    <a:pt x="109538" y="69056"/>
                  </a:lnTo>
                  <a:lnTo>
                    <a:pt x="95250" y="121444"/>
                  </a:lnTo>
                  <a:lnTo>
                    <a:pt x="0" y="130969"/>
                  </a:lnTo>
                  <a:lnTo>
                    <a:pt x="7144" y="157163"/>
                  </a:lnTo>
                  <a:lnTo>
                    <a:pt x="33338" y="171450"/>
                  </a:lnTo>
                  <a:lnTo>
                    <a:pt x="40482" y="214313"/>
                  </a:lnTo>
                  <a:lnTo>
                    <a:pt x="42863" y="252413"/>
                  </a:lnTo>
                  <a:lnTo>
                    <a:pt x="83344" y="271463"/>
                  </a:lnTo>
                  <a:lnTo>
                    <a:pt x="130969" y="223838"/>
                  </a:lnTo>
                  <a:lnTo>
                    <a:pt x="197644" y="214313"/>
                  </a:lnTo>
                  <a:lnTo>
                    <a:pt x="228600" y="202406"/>
                  </a:lnTo>
                  <a:lnTo>
                    <a:pt x="278607" y="195263"/>
                  </a:lnTo>
                  <a:lnTo>
                    <a:pt x="259557" y="226219"/>
                  </a:lnTo>
                  <a:lnTo>
                    <a:pt x="259557" y="226219"/>
                  </a:lnTo>
                  <a:lnTo>
                    <a:pt x="242888" y="257175"/>
                  </a:lnTo>
                  <a:lnTo>
                    <a:pt x="219075" y="280988"/>
                  </a:lnTo>
                  <a:lnTo>
                    <a:pt x="219075" y="309563"/>
                  </a:lnTo>
                  <a:lnTo>
                    <a:pt x="254794" y="309563"/>
                  </a:lnTo>
                  <a:lnTo>
                    <a:pt x="278607" y="330994"/>
                  </a:lnTo>
                  <a:lnTo>
                    <a:pt x="309563" y="335756"/>
                  </a:lnTo>
                  <a:lnTo>
                    <a:pt x="335757" y="278606"/>
                  </a:lnTo>
                  <a:lnTo>
                    <a:pt x="400050" y="259556"/>
                  </a:lnTo>
                  <a:lnTo>
                    <a:pt x="435769" y="285750"/>
                  </a:lnTo>
                  <a:lnTo>
                    <a:pt x="461963" y="278606"/>
                  </a:lnTo>
                  <a:lnTo>
                    <a:pt x="447675" y="230981"/>
                  </a:lnTo>
                  <a:lnTo>
                    <a:pt x="478632" y="226219"/>
                  </a:lnTo>
                  <a:lnTo>
                    <a:pt x="516732" y="230981"/>
                  </a:lnTo>
                  <a:lnTo>
                    <a:pt x="571500" y="154781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26" name="Freeform 98">
              <a:extLst>
                <a:ext uri="{FF2B5EF4-FFF2-40B4-BE49-F238E27FC236}">
                  <a16:creationId xmlns:a16="http://schemas.microsoft.com/office/drawing/2014/main" id="{BFE9E16C-9666-742C-DDFE-9B0EB7940DAA}"/>
                </a:ext>
              </a:extLst>
            </p:cNvPr>
            <p:cNvSpPr/>
            <p:nvPr/>
          </p:nvSpPr>
          <p:spPr>
            <a:xfrm>
              <a:off x="7339013" y="1878013"/>
              <a:ext cx="504825" cy="293687"/>
            </a:xfrm>
            <a:custGeom>
              <a:avLst/>
              <a:gdLst>
                <a:gd name="connsiteX0" fmla="*/ 504825 w 504825"/>
                <a:gd name="connsiteY0" fmla="*/ 214313 h 292894"/>
                <a:gd name="connsiteX1" fmla="*/ 485775 w 504825"/>
                <a:gd name="connsiteY1" fmla="*/ 135732 h 292894"/>
                <a:gd name="connsiteX2" fmla="*/ 457200 w 504825"/>
                <a:gd name="connsiteY2" fmla="*/ 71438 h 292894"/>
                <a:gd name="connsiteX3" fmla="*/ 354806 w 504825"/>
                <a:gd name="connsiteY3" fmla="*/ 57150 h 292894"/>
                <a:gd name="connsiteX4" fmla="*/ 316706 w 504825"/>
                <a:gd name="connsiteY4" fmla="*/ 57150 h 292894"/>
                <a:gd name="connsiteX5" fmla="*/ 257175 w 504825"/>
                <a:gd name="connsiteY5" fmla="*/ 50007 h 292894"/>
                <a:gd name="connsiteX6" fmla="*/ 250031 w 504825"/>
                <a:gd name="connsiteY6" fmla="*/ 33338 h 292894"/>
                <a:gd name="connsiteX7" fmla="*/ 221456 w 504825"/>
                <a:gd name="connsiteY7" fmla="*/ 42863 h 292894"/>
                <a:gd name="connsiteX8" fmla="*/ 188119 w 504825"/>
                <a:gd name="connsiteY8" fmla="*/ 0 h 292894"/>
                <a:gd name="connsiteX9" fmla="*/ 109538 w 504825"/>
                <a:gd name="connsiteY9" fmla="*/ 66675 h 292894"/>
                <a:gd name="connsiteX10" fmla="*/ 76200 w 504825"/>
                <a:gd name="connsiteY10" fmla="*/ 142875 h 292894"/>
                <a:gd name="connsiteX11" fmla="*/ 0 w 504825"/>
                <a:gd name="connsiteY11" fmla="*/ 204788 h 292894"/>
                <a:gd name="connsiteX12" fmla="*/ 4763 w 504825"/>
                <a:gd name="connsiteY12" fmla="*/ 233363 h 292894"/>
                <a:gd name="connsiteX13" fmla="*/ 47625 w 504825"/>
                <a:gd name="connsiteY13" fmla="*/ 226219 h 292894"/>
                <a:gd name="connsiteX14" fmla="*/ 76200 w 504825"/>
                <a:gd name="connsiteY14" fmla="*/ 240507 h 292894"/>
                <a:gd name="connsiteX15" fmla="*/ 123825 w 504825"/>
                <a:gd name="connsiteY15" fmla="*/ 192882 h 292894"/>
                <a:gd name="connsiteX16" fmla="*/ 138113 w 504825"/>
                <a:gd name="connsiteY16" fmla="*/ 195263 h 292894"/>
                <a:gd name="connsiteX17" fmla="*/ 147638 w 504825"/>
                <a:gd name="connsiteY17" fmla="*/ 147638 h 292894"/>
                <a:gd name="connsiteX18" fmla="*/ 219075 w 504825"/>
                <a:gd name="connsiteY18" fmla="*/ 164307 h 292894"/>
                <a:gd name="connsiteX19" fmla="*/ 207169 w 504825"/>
                <a:gd name="connsiteY19" fmla="*/ 195263 h 292894"/>
                <a:gd name="connsiteX20" fmla="*/ 176213 w 504825"/>
                <a:gd name="connsiteY20" fmla="*/ 209550 h 292894"/>
                <a:gd name="connsiteX21" fmla="*/ 145256 w 504825"/>
                <a:gd name="connsiteY21" fmla="*/ 245269 h 292894"/>
                <a:gd name="connsiteX22" fmla="*/ 192881 w 504825"/>
                <a:gd name="connsiteY22" fmla="*/ 273844 h 292894"/>
                <a:gd name="connsiteX23" fmla="*/ 230981 w 504825"/>
                <a:gd name="connsiteY23" fmla="*/ 257175 h 292894"/>
                <a:gd name="connsiteX24" fmla="*/ 278606 w 504825"/>
                <a:gd name="connsiteY24" fmla="*/ 292894 h 292894"/>
                <a:gd name="connsiteX25" fmla="*/ 297656 w 504825"/>
                <a:gd name="connsiteY25" fmla="*/ 278607 h 292894"/>
                <a:gd name="connsiteX26" fmla="*/ 292894 w 504825"/>
                <a:gd name="connsiteY26" fmla="*/ 221457 h 292894"/>
                <a:gd name="connsiteX27" fmla="*/ 330994 w 504825"/>
                <a:gd name="connsiteY27" fmla="*/ 214313 h 292894"/>
                <a:gd name="connsiteX28" fmla="*/ 357188 w 504825"/>
                <a:gd name="connsiteY28" fmla="*/ 238125 h 292894"/>
                <a:gd name="connsiteX29" fmla="*/ 392906 w 504825"/>
                <a:gd name="connsiteY29" fmla="*/ 214313 h 292894"/>
                <a:gd name="connsiteX30" fmla="*/ 504825 w 504825"/>
                <a:gd name="connsiteY30" fmla="*/ 214313 h 292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04825" h="292894">
                  <a:moveTo>
                    <a:pt x="504825" y="214313"/>
                  </a:moveTo>
                  <a:lnTo>
                    <a:pt x="485775" y="135732"/>
                  </a:lnTo>
                  <a:lnTo>
                    <a:pt x="457200" y="71438"/>
                  </a:lnTo>
                  <a:lnTo>
                    <a:pt x="354806" y="57150"/>
                  </a:lnTo>
                  <a:lnTo>
                    <a:pt x="316706" y="57150"/>
                  </a:lnTo>
                  <a:lnTo>
                    <a:pt x="257175" y="50007"/>
                  </a:lnTo>
                  <a:lnTo>
                    <a:pt x="250031" y="33338"/>
                  </a:lnTo>
                  <a:lnTo>
                    <a:pt x="221456" y="42863"/>
                  </a:lnTo>
                  <a:lnTo>
                    <a:pt x="188119" y="0"/>
                  </a:lnTo>
                  <a:lnTo>
                    <a:pt x="109538" y="66675"/>
                  </a:lnTo>
                  <a:lnTo>
                    <a:pt x="76200" y="142875"/>
                  </a:lnTo>
                  <a:lnTo>
                    <a:pt x="0" y="204788"/>
                  </a:lnTo>
                  <a:lnTo>
                    <a:pt x="4763" y="233363"/>
                  </a:lnTo>
                  <a:lnTo>
                    <a:pt x="47625" y="226219"/>
                  </a:lnTo>
                  <a:lnTo>
                    <a:pt x="76200" y="240507"/>
                  </a:lnTo>
                  <a:lnTo>
                    <a:pt x="123825" y="192882"/>
                  </a:lnTo>
                  <a:lnTo>
                    <a:pt x="138113" y="195263"/>
                  </a:lnTo>
                  <a:lnTo>
                    <a:pt x="147638" y="147638"/>
                  </a:lnTo>
                  <a:lnTo>
                    <a:pt x="219075" y="164307"/>
                  </a:lnTo>
                  <a:lnTo>
                    <a:pt x="207169" y="195263"/>
                  </a:lnTo>
                  <a:lnTo>
                    <a:pt x="176213" y="209550"/>
                  </a:lnTo>
                  <a:lnTo>
                    <a:pt x="145256" y="245269"/>
                  </a:lnTo>
                  <a:lnTo>
                    <a:pt x="192881" y="273844"/>
                  </a:lnTo>
                  <a:lnTo>
                    <a:pt x="230981" y="257175"/>
                  </a:lnTo>
                  <a:lnTo>
                    <a:pt x="278606" y="292894"/>
                  </a:lnTo>
                  <a:lnTo>
                    <a:pt x="297656" y="278607"/>
                  </a:lnTo>
                  <a:lnTo>
                    <a:pt x="292894" y="221457"/>
                  </a:lnTo>
                  <a:lnTo>
                    <a:pt x="330994" y="214313"/>
                  </a:lnTo>
                  <a:lnTo>
                    <a:pt x="357188" y="238125"/>
                  </a:lnTo>
                  <a:lnTo>
                    <a:pt x="392906" y="214313"/>
                  </a:lnTo>
                  <a:lnTo>
                    <a:pt x="504825" y="214313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  <p:sp>
          <p:nvSpPr>
            <p:cNvPr id="127" name="Freeform 99">
              <a:extLst>
                <a:ext uri="{FF2B5EF4-FFF2-40B4-BE49-F238E27FC236}">
                  <a16:creationId xmlns:a16="http://schemas.microsoft.com/office/drawing/2014/main" id="{395FB631-97F3-C545-B69E-98790D46D494}"/>
                </a:ext>
              </a:extLst>
            </p:cNvPr>
            <p:cNvSpPr/>
            <p:nvPr/>
          </p:nvSpPr>
          <p:spPr>
            <a:xfrm>
              <a:off x="6923088" y="1589088"/>
              <a:ext cx="611187" cy="711200"/>
            </a:xfrm>
            <a:custGeom>
              <a:avLst/>
              <a:gdLst>
                <a:gd name="connsiteX0" fmla="*/ 611982 w 611982"/>
                <a:gd name="connsiteY0" fmla="*/ 288131 h 711994"/>
                <a:gd name="connsiteX1" fmla="*/ 545307 w 611982"/>
                <a:gd name="connsiteY1" fmla="*/ 276225 h 711994"/>
                <a:gd name="connsiteX2" fmla="*/ 519113 w 611982"/>
                <a:gd name="connsiteY2" fmla="*/ 221456 h 711994"/>
                <a:gd name="connsiteX3" fmla="*/ 457200 w 611982"/>
                <a:gd name="connsiteY3" fmla="*/ 192881 h 711994"/>
                <a:gd name="connsiteX4" fmla="*/ 314325 w 611982"/>
                <a:gd name="connsiteY4" fmla="*/ 66675 h 711994"/>
                <a:gd name="connsiteX5" fmla="*/ 276225 w 611982"/>
                <a:gd name="connsiteY5" fmla="*/ 66675 h 711994"/>
                <a:gd name="connsiteX6" fmla="*/ 188119 w 611982"/>
                <a:gd name="connsiteY6" fmla="*/ 0 h 711994"/>
                <a:gd name="connsiteX7" fmla="*/ 19050 w 611982"/>
                <a:gd name="connsiteY7" fmla="*/ 28575 h 711994"/>
                <a:gd name="connsiteX8" fmla="*/ 0 w 611982"/>
                <a:gd name="connsiteY8" fmla="*/ 97631 h 711994"/>
                <a:gd name="connsiteX9" fmla="*/ 40482 w 611982"/>
                <a:gd name="connsiteY9" fmla="*/ 135731 h 711994"/>
                <a:gd name="connsiteX10" fmla="*/ 47625 w 611982"/>
                <a:gd name="connsiteY10" fmla="*/ 209550 h 711994"/>
                <a:gd name="connsiteX11" fmla="*/ 26194 w 611982"/>
                <a:gd name="connsiteY11" fmla="*/ 266700 h 711994"/>
                <a:gd name="connsiteX12" fmla="*/ 57150 w 611982"/>
                <a:gd name="connsiteY12" fmla="*/ 400050 h 711994"/>
                <a:gd name="connsiteX13" fmla="*/ 80963 w 611982"/>
                <a:gd name="connsiteY13" fmla="*/ 442912 h 711994"/>
                <a:gd name="connsiteX14" fmla="*/ 92869 w 611982"/>
                <a:gd name="connsiteY14" fmla="*/ 545306 h 711994"/>
                <a:gd name="connsiteX15" fmla="*/ 133350 w 611982"/>
                <a:gd name="connsiteY15" fmla="*/ 547687 h 711994"/>
                <a:gd name="connsiteX16" fmla="*/ 121444 w 611982"/>
                <a:gd name="connsiteY16" fmla="*/ 647700 h 711994"/>
                <a:gd name="connsiteX17" fmla="*/ 176213 w 611982"/>
                <a:gd name="connsiteY17" fmla="*/ 659606 h 711994"/>
                <a:gd name="connsiteX18" fmla="*/ 252413 w 611982"/>
                <a:gd name="connsiteY18" fmla="*/ 638175 h 711994"/>
                <a:gd name="connsiteX19" fmla="*/ 316707 w 611982"/>
                <a:gd name="connsiteY19" fmla="*/ 690562 h 711994"/>
                <a:gd name="connsiteX20" fmla="*/ 352425 w 611982"/>
                <a:gd name="connsiteY20" fmla="*/ 711994 h 711994"/>
                <a:gd name="connsiteX21" fmla="*/ 414338 w 611982"/>
                <a:gd name="connsiteY21" fmla="*/ 695325 h 711994"/>
                <a:gd name="connsiteX22" fmla="*/ 428625 w 611982"/>
                <a:gd name="connsiteY22" fmla="*/ 659606 h 711994"/>
                <a:gd name="connsiteX23" fmla="*/ 407194 w 611982"/>
                <a:gd name="connsiteY23" fmla="*/ 602456 h 711994"/>
                <a:gd name="connsiteX24" fmla="*/ 383382 w 611982"/>
                <a:gd name="connsiteY24" fmla="*/ 597694 h 711994"/>
                <a:gd name="connsiteX25" fmla="*/ 376238 w 611982"/>
                <a:gd name="connsiteY25" fmla="*/ 578644 h 711994"/>
                <a:gd name="connsiteX26" fmla="*/ 404813 w 611982"/>
                <a:gd name="connsiteY26" fmla="*/ 578644 h 711994"/>
                <a:gd name="connsiteX27" fmla="*/ 466725 w 611982"/>
                <a:gd name="connsiteY27" fmla="*/ 576262 h 711994"/>
                <a:gd name="connsiteX28" fmla="*/ 490538 w 611982"/>
                <a:gd name="connsiteY28" fmla="*/ 531019 h 711994"/>
                <a:gd name="connsiteX29" fmla="*/ 457200 w 611982"/>
                <a:gd name="connsiteY29" fmla="*/ 516731 h 711994"/>
                <a:gd name="connsiteX30" fmla="*/ 414338 w 611982"/>
                <a:gd name="connsiteY30" fmla="*/ 521494 h 711994"/>
                <a:gd name="connsiteX31" fmla="*/ 421482 w 611982"/>
                <a:gd name="connsiteY31" fmla="*/ 483394 h 711994"/>
                <a:gd name="connsiteX32" fmla="*/ 488157 w 611982"/>
                <a:gd name="connsiteY32" fmla="*/ 433387 h 711994"/>
                <a:gd name="connsiteX33" fmla="*/ 523875 w 611982"/>
                <a:gd name="connsiteY33" fmla="*/ 350044 h 711994"/>
                <a:gd name="connsiteX34" fmla="*/ 611982 w 611982"/>
                <a:gd name="connsiteY34" fmla="*/ 288131 h 711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11982" h="711994">
                  <a:moveTo>
                    <a:pt x="611982" y="288131"/>
                  </a:moveTo>
                  <a:lnTo>
                    <a:pt x="545307" y="276225"/>
                  </a:lnTo>
                  <a:lnTo>
                    <a:pt x="519113" y="221456"/>
                  </a:lnTo>
                  <a:lnTo>
                    <a:pt x="457200" y="192881"/>
                  </a:lnTo>
                  <a:lnTo>
                    <a:pt x="314325" y="66675"/>
                  </a:lnTo>
                  <a:lnTo>
                    <a:pt x="276225" y="66675"/>
                  </a:lnTo>
                  <a:lnTo>
                    <a:pt x="188119" y="0"/>
                  </a:lnTo>
                  <a:lnTo>
                    <a:pt x="19050" y="28575"/>
                  </a:lnTo>
                  <a:lnTo>
                    <a:pt x="0" y="97631"/>
                  </a:lnTo>
                  <a:lnTo>
                    <a:pt x="40482" y="135731"/>
                  </a:lnTo>
                  <a:lnTo>
                    <a:pt x="47625" y="209550"/>
                  </a:lnTo>
                  <a:lnTo>
                    <a:pt x="26194" y="266700"/>
                  </a:lnTo>
                  <a:lnTo>
                    <a:pt x="57150" y="400050"/>
                  </a:lnTo>
                  <a:lnTo>
                    <a:pt x="80963" y="442912"/>
                  </a:lnTo>
                  <a:lnTo>
                    <a:pt x="92869" y="545306"/>
                  </a:lnTo>
                  <a:lnTo>
                    <a:pt x="133350" y="547687"/>
                  </a:lnTo>
                  <a:lnTo>
                    <a:pt x="121444" y="647700"/>
                  </a:lnTo>
                  <a:lnTo>
                    <a:pt x="176213" y="659606"/>
                  </a:lnTo>
                  <a:lnTo>
                    <a:pt x="252413" y="638175"/>
                  </a:lnTo>
                  <a:lnTo>
                    <a:pt x="316707" y="690562"/>
                  </a:lnTo>
                  <a:lnTo>
                    <a:pt x="352425" y="711994"/>
                  </a:lnTo>
                  <a:lnTo>
                    <a:pt x="414338" y="695325"/>
                  </a:lnTo>
                  <a:lnTo>
                    <a:pt x="428625" y="659606"/>
                  </a:lnTo>
                  <a:lnTo>
                    <a:pt x="407194" y="602456"/>
                  </a:lnTo>
                  <a:lnTo>
                    <a:pt x="383382" y="597694"/>
                  </a:lnTo>
                  <a:lnTo>
                    <a:pt x="376238" y="578644"/>
                  </a:lnTo>
                  <a:lnTo>
                    <a:pt x="404813" y="578644"/>
                  </a:lnTo>
                  <a:lnTo>
                    <a:pt x="466725" y="576262"/>
                  </a:lnTo>
                  <a:lnTo>
                    <a:pt x="490538" y="531019"/>
                  </a:lnTo>
                  <a:lnTo>
                    <a:pt x="457200" y="516731"/>
                  </a:lnTo>
                  <a:lnTo>
                    <a:pt x="414338" y="521494"/>
                  </a:lnTo>
                  <a:lnTo>
                    <a:pt x="421482" y="483394"/>
                  </a:lnTo>
                  <a:lnTo>
                    <a:pt x="488157" y="433387"/>
                  </a:lnTo>
                  <a:lnTo>
                    <a:pt x="523875" y="350044"/>
                  </a:lnTo>
                  <a:lnTo>
                    <a:pt x="611982" y="288131"/>
                  </a:lnTo>
                  <a:close/>
                </a:path>
              </a:pathLst>
            </a:custGeom>
            <a:grp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 sz="1350">
                <a:solidFill>
                  <a:schemeClr val="bg1"/>
                </a:solidFill>
                <a:ea typeface="ＭＳ Ｐゴシック" charset="-128"/>
              </a:endParaRPr>
            </a:p>
          </p:txBody>
        </p:sp>
      </p:grp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03BFF949-8A4E-4ACA-3379-6C8F36BAF501}"/>
              </a:ext>
            </a:extLst>
          </p:cNvPr>
          <p:cNvSpPr txBox="1"/>
          <p:nvPr/>
        </p:nvSpPr>
        <p:spPr>
          <a:xfrm>
            <a:off x="3436825" y="1757647"/>
            <a:ext cx="5443661" cy="3312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LOCALIZAÇÃO ESTRATÉGICA </a:t>
            </a:r>
          </a:p>
          <a:p>
            <a:endParaRPr lang="pt-BR" sz="900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ctr"/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Rodovias de Acesso: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José dos Campos está localizada ao longo da Rodovia Presidente Dutra, uma das principais vias que conecta </a:t>
            </a:r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Paulo ao Rio de Janeiro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além de ter acesso à Rodovia Tamoios, que liga ao litoral norte, e à Rodovia Carvalho Pinto, conectando ao interior do estado.</a:t>
            </a:r>
          </a:p>
          <a:p>
            <a:pPr fontAlgn="ctr"/>
            <a:endParaRPr lang="pt-BR" sz="9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ctr"/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Proximidade com o </a:t>
            </a:r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Porto de Santos,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um ponto logístico interessante para empresas que importam ou exportam mercadorias.</a:t>
            </a:r>
          </a:p>
          <a:p>
            <a:pPr fontAlgn="ctr"/>
            <a:endParaRPr lang="pt-BR" sz="9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ctr"/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Aeroporto de Cargas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em São José dos Campos oferece uma vantagem para empresas que precisam de soluções rápidas de transporte de carga aérea.</a:t>
            </a:r>
          </a:p>
          <a:p>
            <a:pPr fontAlgn="ctr"/>
            <a:endParaRPr lang="pt-BR" sz="375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ctr"/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Industria Automotiva: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cidade é um importante polo para esses setores, e há uma demanda significativa por armazéns multiclientes voltados para o armazenamento de peças, insumos e produtos acabados.</a:t>
            </a:r>
          </a:p>
          <a:p>
            <a:pPr fontAlgn="ctr"/>
            <a:endParaRPr lang="pt-BR" sz="375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ctr"/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E-commerce e Varejo: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 o crescimento do e-commerce, São José dos Campos também tem visto aumento na demanda por armazéns para operações de </a:t>
            </a:r>
            <a:r>
              <a:rPr lang="pt-BR" sz="90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last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BR" sz="90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mile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(última milha).</a:t>
            </a:r>
          </a:p>
          <a:p>
            <a:pPr fontAlgn="ctr"/>
            <a:endParaRPr lang="pt-BR" sz="375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fontAlgn="ctr"/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Malha Ferroviária e Conexões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José dos Campos é atendida por uma linha ferroviária que faz parte da antiga Rede Ferroviária Federal e atualmente está sob a administração da </a:t>
            </a:r>
            <a:r>
              <a:rPr lang="pt-BR" sz="900" b="1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MRS Logística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uma das maiores concessionárias ferroviárias do Brasil.</a:t>
            </a:r>
          </a:p>
          <a:p>
            <a:pPr fontAlgn="ctr"/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Essa linha faz parte do </a:t>
            </a:r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Corredor Sudeste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que conecta o interior de São Paulo ao Porto de Santos, o principal porto de exportação do país. A ferrovia passa por regiões industriais e agrícolas, transportando minérios, produtos agrícolas e cargas gerais.</a:t>
            </a:r>
          </a:p>
        </p:txBody>
      </p:sp>
      <p:sp>
        <p:nvSpPr>
          <p:cNvPr id="129" name="Rounded Rectangle 176">
            <a:extLst>
              <a:ext uri="{FF2B5EF4-FFF2-40B4-BE49-F238E27FC236}">
                <a16:creationId xmlns:a16="http://schemas.microsoft.com/office/drawing/2014/main" id="{1440962E-5582-D0F5-2E6E-E17A940D9F2F}"/>
              </a:ext>
            </a:extLst>
          </p:cNvPr>
          <p:cNvSpPr/>
          <p:nvPr/>
        </p:nvSpPr>
        <p:spPr>
          <a:xfrm>
            <a:off x="2098377" y="1200323"/>
            <a:ext cx="862114" cy="2071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PAULO</a:t>
            </a:r>
          </a:p>
        </p:txBody>
      </p:sp>
      <p:sp>
        <p:nvSpPr>
          <p:cNvPr id="130" name="Rounded Rectangle 176">
            <a:extLst>
              <a:ext uri="{FF2B5EF4-FFF2-40B4-BE49-F238E27FC236}">
                <a16:creationId xmlns:a16="http://schemas.microsoft.com/office/drawing/2014/main" id="{3F2D7A8D-398E-0FD1-2D6C-6E271CAD43CA}"/>
              </a:ext>
            </a:extLst>
          </p:cNvPr>
          <p:cNvSpPr/>
          <p:nvPr/>
        </p:nvSpPr>
        <p:spPr>
          <a:xfrm>
            <a:off x="3508918" y="1474028"/>
            <a:ext cx="1350000" cy="20716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2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VALE DO PARAÍBA</a:t>
            </a:r>
          </a:p>
        </p:txBody>
      </p:sp>
      <p:cxnSp>
        <p:nvCxnSpPr>
          <p:cNvPr id="131" name="Conector reto 130">
            <a:extLst>
              <a:ext uri="{FF2B5EF4-FFF2-40B4-BE49-F238E27FC236}">
                <a16:creationId xmlns:a16="http://schemas.microsoft.com/office/drawing/2014/main" id="{31146B3D-A2EC-266C-A84F-01B8177C4BAD}"/>
              </a:ext>
            </a:extLst>
          </p:cNvPr>
          <p:cNvCxnSpPr>
            <a:cxnSpLocks/>
          </p:cNvCxnSpPr>
          <p:nvPr/>
        </p:nvCxnSpPr>
        <p:spPr>
          <a:xfrm>
            <a:off x="4851532" y="1578245"/>
            <a:ext cx="541373" cy="0"/>
          </a:xfrm>
          <a:prstGeom prst="line">
            <a:avLst/>
          </a:prstGeom>
          <a:ln w="9525">
            <a:solidFill>
              <a:schemeClr val="accent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C73F30AA-D713-03F5-8CBB-30F8BFD1C680}"/>
              </a:ext>
            </a:extLst>
          </p:cNvPr>
          <p:cNvSpPr txBox="1"/>
          <p:nvPr/>
        </p:nvSpPr>
        <p:spPr>
          <a:xfrm>
            <a:off x="5400291" y="1480591"/>
            <a:ext cx="294126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SÃO JOSE DOS CAMPOS</a:t>
            </a:r>
          </a:p>
        </p:txBody>
      </p:sp>
      <p:cxnSp>
        <p:nvCxnSpPr>
          <p:cNvPr id="133" name="Straight Connector 9">
            <a:extLst>
              <a:ext uri="{FF2B5EF4-FFF2-40B4-BE49-F238E27FC236}">
                <a16:creationId xmlns:a16="http://schemas.microsoft.com/office/drawing/2014/main" id="{C7D9DF8B-4326-1DF0-9C69-43EFA494ABE9}"/>
              </a:ext>
            </a:extLst>
          </p:cNvPr>
          <p:cNvCxnSpPr>
            <a:cxnSpLocks/>
          </p:cNvCxnSpPr>
          <p:nvPr/>
        </p:nvCxnSpPr>
        <p:spPr>
          <a:xfrm flipV="1">
            <a:off x="2492236" y="1427745"/>
            <a:ext cx="0" cy="159129"/>
          </a:xfrm>
          <a:prstGeom prst="line">
            <a:avLst/>
          </a:prstGeom>
          <a:ln w="28575" cap="rnd"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0">
            <a:extLst>
              <a:ext uri="{FF2B5EF4-FFF2-40B4-BE49-F238E27FC236}">
                <a16:creationId xmlns:a16="http://schemas.microsoft.com/office/drawing/2014/main" id="{8362E03F-D1C9-6020-7051-F3B3E1774B9D}"/>
              </a:ext>
            </a:extLst>
          </p:cNvPr>
          <p:cNvCxnSpPr>
            <a:cxnSpLocks/>
          </p:cNvCxnSpPr>
          <p:nvPr/>
        </p:nvCxnSpPr>
        <p:spPr>
          <a:xfrm flipH="1" flipV="1">
            <a:off x="2490169" y="1599283"/>
            <a:ext cx="933464" cy="978"/>
          </a:xfrm>
          <a:prstGeom prst="line">
            <a:avLst/>
          </a:prstGeom>
          <a:ln w="28575" cap="rnd">
            <a:solidFill>
              <a:schemeClr val="accent5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962548C6-844E-4922-14F8-7C3AE5129BB1}"/>
              </a:ext>
            </a:extLst>
          </p:cNvPr>
          <p:cNvSpPr txBox="1"/>
          <p:nvPr/>
        </p:nvSpPr>
        <p:spPr>
          <a:xfrm>
            <a:off x="2090065" y="3812356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SP</a:t>
            </a:r>
          </a:p>
        </p:txBody>
      </p:sp>
      <p:sp>
        <p:nvSpPr>
          <p:cNvPr id="136" name="CaixaDeTexto 135">
            <a:extLst>
              <a:ext uri="{FF2B5EF4-FFF2-40B4-BE49-F238E27FC236}">
                <a16:creationId xmlns:a16="http://schemas.microsoft.com/office/drawing/2014/main" id="{47FCA9E5-6229-D7D3-D666-669CC9F2447A}"/>
              </a:ext>
            </a:extLst>
          </p:cNvPr>
          <p:cNvSpPr txBox="1"/>
          <p:nvPr/>
        </p:nvSpPr>
        <p:spPr>
          <a:xfrm>
            <a:off x="2552121" y="3793409"/>
            <a:ext cx="30852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50" b="1" dirty="0">
                <a:solidFill>
                  <a:schemeClr val="bg1"/>
                </a:solidFill>
              </a:rPr>
              <a:t>RJ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8EC37E-D03C-8F5F-E289-EACF1B7B24DF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1311C26-03D9-1B6F-2E06-E730D41710C8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271F39C-73E2-750A-0A50-8B717E9CB913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A872D34-8A05-B9E2-5787-EE736A862C95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7D915A7-7FC2-0563-62D6-2BB714AC2F77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20407D5-C459-EA3D-31E6-7366A2F32D27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3DEE5D8-04B7-8B65-1669-10457325D377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32018220-43D7-E029-0BE5-8455EBA8C6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8F09F211-C781-C994-B8AD-6A3CDB459954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9430144-7862-7015-91EB-DEE63918972E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633431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E3FA8-EEC3-5AF8-7B07-1E4277786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77FDC270-0A7A-03F7-E001-985A5E7FF038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B0A7472-39F9-B51F-0DAE-27FE4B8CC98A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2B2C557-C2F8-369C-94A0-6ED2348030E0}"/>
              </a:ext>
            </a:extLst>
          </p:cNvPr>
          <p:cNvSpPr txBox="1"/>
          <p:nvPr/>
        </p:nvSpPr>
        <p:spPr>
          <a:xfrm>
            <a:off x="94667" y="667782"/>
            <a:ext cx="5103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MERCADO - DEMANDA E OFERTA</a:t>
            </a:r>
          </a:p>
        </p:txBody>
      </p:sp>
      <p:sp>
        <p:nvSpPr>
          <p:cNvPr id="3" name="Google Shape;213;p29">
            <a:extLst>
              <a:ext uri="{FF2B5EF4-FFF2-40B4-BE49-F238E27FC236}">
                <a16:creationId xmlns:a16="http://schemas.microsoft.com/office/drawing/2014/main" id="{1587ED9E-EC5E-5C34-7DF5-DE3C6668C5A6}"/>
              </a:ext>
            </a:extLst>
          </p:cNvPr>
          <p:cNvSpPr/>
          <p:nvPr/>
        </p:nvSpPr>
        <p:spPr>
          <a:xfrm>
            <a:off x="237848" y="1237768"/>
            <a:ext cx="8668305" cy="99950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defTabSz="685783">
              <a:buClr>
                <a:srgbClr val="000000"/>
              </a:buClr>
              <a:buSzPts val="1400"/>
              <a:defRPr/>
            </a:pPr>
            <a:endParaRPr sz="900" kern="0">
              <a:solidFill>
                <a:srgbClr val="0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Suzano Text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D346C4-330D-246D-4167-7EBD1946E3A8}"/>
              </a:ext>
            </a:extLst>
          </p:cNvPr>
          <p:cNvSpPr txBox="1"/>
          <p:nvPr/>
        </p:nvSpPr>
        <p:spPr>
          <a:xfrm>
            <a:off x="291533" y="1256230"/>
            <a:ext cx="2700000" cy="981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pt-BR" sz="825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SETORES CHAVES: </a:t>
            </a:r>
          </a:p>
          <a:p>
            <a:pPr defTabSz="685800">
              <a:defRPr/>
            </a:pPr>
            <a:r>
              <a:rPr lang="pt-BR" sz="80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agronegócio é o principal impulsionador da demanda por armazenagem no Brasil, devido ao grande volume de grãos, açúcar e outras commodities agrícolas. Além disso, indústrias como farmacêutica, automotiva e alimentícia também necessitam de serviços especializados.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DC0A5EC-4A0A-6C94-FA2D-4614C832281F}"/>
              </a:ext>
            </a:extLst>
          </p:cNvPr>
          <p:cNvSpPr txBox="1"/>
          <p:nvPr/>
        </p:nvSpPr>
        <p:spPr>
          <a:xfrm>
            <a:off x="3220191" y="1256230"/>
            <a:ext cx="2700000" cy="58862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pt-BR" sz="8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INFRAESTRUTURA DEFICIENTE: </a:t>
            </a:r>
          </a:p>
          <a:p>
            <a:r>
              <a:rPr lang="pt-BR" sz="8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muitas regiões, há uma falta de infraestrutura adequada, o que cria gargalos logísticos, especialmente durante o período de escoamento de safras.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3AB236C-22FC-4734-880B-148DBA127F47}"/>
              </a:ext>
            </a:extLst>
          </p:cNvPr>
          <p:cNvSpPr txBox="1"/>
          <p:nvPr/>
        </p:nvSpPr>
        <p:spPr>
          <a:xfrm>
            <a:off x="6035037" y="1256230"/>
            <a:ext cx="2700000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pt-BR" sz="825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PRÓPRIOS x TERCERIZADOS: </a:t>
            </a:r>
          </a:p>
          <a:p>
            <a:pPr defTabSz="685800">
              <a:defRPr/>
            </a:pPr>
            <a:r>
              <a:rPr lang="pt-BR" sz="80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Muitas empresas optam por construir ou alugar seus próprios armazéns, mas o uso de terceiros (empresas especializadas em logística e armazenagem) é uma tendência crescente, sobretudo em setores que não querem investir em infraestrutura.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FA1FD0FF-121A-9CDB-E5E5-AF92F203D211}"/>
              </a:ext>
            </a:extLst>
          </p:cNvPr>
          <p:cNvSpPr>
            <a:spLocks/>
          </p:cNvSpPr>
          <p:nvPr/>
        </p:nvSpPr>
        <p:spPr bwMode="auto">
          <a:xfrm rot="16200000" flipH="1">
            <a:off x="3540700" y="3295804"/>
            <a:ext cx="887669" cy="88398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4"/>
              </a:cxn>
              <a:cxn ang="0">
                <a:pos x="185" y="269"/>
              </a:cxn>
              <a:cxn ang="0">
                <a:pos x="270" y="269"/>
              </a:cxn>
              <a:cxn ang="0">
                <a:pos x="0" y="0"/>
              </a:cxn>
            </a:cxnLst>
            <a:rect l="0" t="0" r="r" b="b"/>
            <a:pathLst>
              <a:path w="270" h="269">
                <a:moveTo>
                  <a:pt x="0" y="0"/>
                </a:moveTo>
                <a:cubicBezTo>
                  <a:pt x="0" y="84"/>
                  <a:pt x="0" y="84"/>
                  <a:pt x="0" y="84"/>
                </a:cubicBezTo>
                <a:cubicBezTo>
                  <a:pt x="103" y="84"/>
                  <a:pt x="185" y="167"/>
                  <a:pt x="185" y="269"/>
                </a:cubicBezTo>
                <a:cubicBezTo>
                  <a:pt x="270" y="269"/>
                  <a:pt x="270" y="269"/>
                  <a:pt x="270" y="269"/>
                </a:cubicBezTo>
                <a:cubicBezTo>
                  <a:pt x="270" y="121"/>
                  <a:pt x="149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BD39EEF9-6DB5-9965-AABF-C6996D364304}"/>
              </a:ext>
            </a:extLst>
          </p:cNvPr>
          <p:cNvSpPr>
            <a:spLocks/>
          </p:cNvSpPr>
          <p:nvPr/>
        </p:nvSpPr>
        <p:spPr bwMode="auto">
          <a:xfrm rot="16200000" flipH="1">
            <a:off x="3848252" y="2767254"/>
            <a:ext cx="1823219" cy="1108663"/>
          </a:xfrm>
          <a:custGeom>
            <a:avLst/>
            <a:gdLst/>
            <a:ahLst/>
            <a:cxnLst>
              <a:cxn ang="0">
                <a:pos x="84" y="67"/>
              </a:cxn>
              <a:cxn ang="0">
                <a:pos x="269" y="252"/>
              </a:cxn>
              <a:cxn ang="0">
                <a:pos x="454" y="67"/>
              </a:cxn>
              <a:cxn ang="0">
                <a:pos x="438" y="67"/>
              </a:cxn>
              <a:cxn ang="0">
                <a:pos x="497" y="0"/>
              </a:cxn>
              <a:cxn ang="0">
                <a:pos x="555" y="67"/>
              </a:cxn>
              <a:cxn ang="0">
                <a:pos x="539" y="67"/>
              </a:cxn>
              <a:cxn ang="0">
                <a:pos x="269" y="337"/>
              </a:cxn>
              <a:cxn ang="0">
                <a:pos x="0" y="67"/>
              </a:cxn>
              <a:cxn ang="0">
                <a:pos x="84" y="67"/>
              </a:cxn>
            </a:cxnLst>
            <a:rect l="0" t="0" r="r" b="b"/>
            <a:pathLst>
              <a:path w="555" h="337">
                <a:moveTo>
                  <a:pt x="84" y="67"/>
                </a:moveTo>
                <a:cubicBezTo>
                  <a:pt x="84" y="170"/>
                  <a:pt x="167" y="252"/>
                  <a:pt x="269" y="252"/>
                </a:cubicBezTo>
                <a:cubicBezTo>
                  <a:pt x="372" y="252"/>
                  <a:pt x="454" y="170"/>
                  <a:pt x="454" y="67"/>
                </a:cubicBezTo>
                <a:cubicBezTo>
                  <a:pt x="438" y="67"/>
                  <a:pt x="438" y="67"/>
                  <a:pt x="438" y="67"/>
                </a:cubicBezTo>
                <a:cubicBezTo>
                  <a:pt x="497" y="0"/>
                  <a:pt x="497" y="0"/>
                  <a:pt x="497" y="0"/>
                </a:cubicBezTo>
                <a:cubicBezTo>
                  <a:pt x="555" y="67"/>
                  <a:pt x="555" y="67"/>
                  <a:pt x="555" y="67"/>
                </a:cubicBezTo>
                <a:cubicBezTo>
                  <a:pt x="539" y="67"/>
                  <a:pt x="539" y="67"/>
                  <a:pt x="539" y="67"/>
                </a:cubicBezTo>
                <a:cubicBezTo>
                  <a:pt x="539" y="216"/>
                  <a:pt x="418" y="337"/>
                  <a:pt x="269" y="337"/>
                </a:cubicBezTo>
                <a:cubicBezTo>
                  <a:pt x="121" y="337"/>
                  <a:pt x="0" y="216"/>
                  <a:pt x="0" y="67"/>
                </a:cubicBezTo>
                <a:lnTo>
                  <a:pt x="84" y="67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C1F7DF74-A896-E638-06B1-35C110253731}"/>
              </a:ext>
            </a:extLst>
          </p:cNvPr>
          <p:cNvSpPr>
            <a:spLocks/>
          </p:cNvSpPr>
          <p:nvPr/>
        </p:nvSpPr>
        <p:spPr bwMode="auto">
          <a:xfrm rot="16200000" flipH="1">
            <a:off x="3625415" y="2271857"/>
            <a:ext cx="939235" cy="1104979"/>
          </a:xfrm>
          <a:custGeom>
            <a:avLst/>
            <a:gdLst/>
            <a:ahLst/>
            <a:cxnLst>
              <a:cxn ang="0">
                <a:pos x="286" y="84"/>
              </a:cxn>
              <a:cxn ang="0">
                <a:pos x="286" y="0"/>
              </a:cxn>
              <a:cxn ang="0">
                <a:pos x="17" y="269"/>
              </a:cxn>
              <a:cxn ang="0">
                <a:pos x="0" y="269"/>
              </a:cxn>
              <a:cxn ang="0">
                <a:pos x="59" y="337"/>
              </a:cxn>
              <a:cxn ang="0">
                <a:pos x="118" y="269"/>
              </a:cxn>
              <a:cxn ang="0">
                <a:pos x="101" y="269"/>
              </a:cxn>
              <a:cxn ang="0">
                <a:pos x="286" y="84"/>
              </a:cxn>
            </a:cxnLst>
            <a:rect l="0" t="0" r="r" b="b"/>
            <a:pathLst>
              <a:path w="286" h="337">
                <a:moveTo>
                  <a:pt x="286" y="84"/>
                </a:moveTo>
                <a:cubicBezTo>
                  <a:pt x="286" y="0"/>
                  <a:pt x="286" y="0"/>
                  <a:pt x="286" y="0"/>
                </a:cubicBezTo>
                <a:cubicBezTo>
                  <a:pt x="138" y="0"/>
                  <a:pt x="17" y="121"/>
                  <a:pt x="17" y="269"/>
                </a:cubicBezTo>
                <a:cubicBezTo>
                  <a:pt x="0" y="269"/>
                  <a:pt x="0" y="269"/>
                  <a:pt x="0" y="269"/>
                </a:cubicBezTo>
                <a:cubicBezTo>
                  <a:pt x="59" y="337"/>
                  <a:pt x="59" y="337"/>
                  <a:pt x="59" y="337"/>
                </a:cubicBezTo>
                <a:cubicBezTo>
                  <a:pt x="118" y="269"/>
                  <a:pt x="118" y="269"/>
                  <a:pt x="118" y="269"/>
                </a:cubicBezTo>
                <a:cubicBezTo>
                  <a:pt x="101" y="269"/>
                  <a:pt x="101" y="269"/>
                  <a:pt x="101" y="269"/>
                </a:cubicBezTo>
                <a:cubicBezTo>
                  <a:pt x="101" y="167"/>
                  <a:pt x="184" y="84"/>
                  <a:pt x="286" y="84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1F67965C-FB85-2FEF-75FC-4B6438B2B40C}"/>
              </a:ext>
            </a:extLst>
          </p:cNvPr>
          <p:cNvSpPr txBox="1"/>
          <p:nvPr/>
        </p:nvSpPr>
        <p:spPr>
          <a:xfrm>
            <a:off x="5744439" y="2318890"/>
            <a:ext cx="3240000" cy="2412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INVESTIMENTO E CRESCIMENTO</a:t>
            </a:r>
          </a:p>
          <a:p>
            <a:endParaRPr lang="en-US" sz="375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Investimentos Estrangeiros: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Brasil tem atraído investidores internacionais interessados em expandir o setor de logística, incluindo a armazenagem.</a:t>
            </a:r>
          </a:p>
          <a:p>
            <a:endParaRPr lang="pt-BR" sz="9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Expansão de Capacidade: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capacidade de armazenagem no Brasil tem se expandido, principalmente nas áreas de agronegócio, onde armazéns para grãos e commodities têm sido ampliados para evitar desperdícios durante o escoamento das safras.</a:t>
            </a:r>
          </a:p>
          <a:p>
            <a:endParaRPr lang="pt-BR" sz="9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mercado de armazenagem no Brasil é vasto, diversificado e apresenta oportunidades de crescimento, mas também enfrenta desafios estruturais, que podem ser atenuados com investimentos em tecnologia, infraestrutura e melhores práticas logísticas.</a:t>
            </a:r>
          </a:p>
        </p:txBody>
      </p:sp>
      <p:sp>
        <p:nvSpPr>
          <p:cNvPr id="36" name="TextBox 8">
            <a:extLst>
              <a:ext uri="{FF2B5EF4-FFF2-40B4-BE49-F238E27FC236}">
                <a16:creationId xmlns:a16="http://schemas.microsoft.com/office/drawing/2014/main" id="{489A4BD1-1E79-EF29-D34A-C890BD4158A2}"/>
              </a:ext>
            </a:extLst>
          </p:cNvPr>
          <p:cNvSpPr txBox="1"/>
          <p:nvPr/>
        </p:nvSpPr>
        <p:spPr>
          <a:xfrm>
            <a:off x="263516" y="2318890"/>
            <a:ext cx="3240000" cy="2273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606"/>
            <a:r>
              <a:rPr lang="en-US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TENDÊNCIAS</a:t>
            </a:r>
          </a:p>
          <a:p>
            <a:pPr defTabSz="685606"/>
            <a:endParaRPr lang="en-US" sz="375" b="1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Expansão de Centros de Distribuição: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 o crescimento do e-commerce, há uma maior demanda por centros de distribuição próximos a grandes centros urbanos para garantir entregas rápidas.</a:t>
            </a:r>
          </a:p>
          <a:p>
            <a:endParaRPr lang="pt-BR" sz="9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Tecnologia e Inovação: 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uso de sistemas de gestão de armazéns (WMS), automação e inteligência artificial está crescendo, apesar de ainda estar em fase de implementação em muitos lugares.</a:t>
            </a:r>
          </a:p>
          <a:p>
            <a:endParaRPr lang="pt-BR" sz="9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Sustentabilidade:</a:t>
            </a:r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Há um movimento crescente para construir armazéns mais sustentáveis, com eficiência energética e redução de pegadas de carbono, o que pode ser um diferencial competitivo.</a:t>
            </a:r>
          </a:p>
        </p:txBody>
      </p:sp>
      <p:grpSp>
        <p:nvGrpSpPr>
          <p:cNvPr id="37" name="Group 9">
            <a:extLst>
              <a:ext uri="{FF2B5EF4-FFF2-40B4-BE49-F238E27FC236}">
                <a16:creationId xmlns:a16="http://schemas.microsoft.com/office/drawing/2014/main" id="{0AA1B7D6-3ED7-E6DA-FA18-D0BC0B881546}"/>
              </a:ext>
            </a:extLst>
          </p:cNvPr>
          <p:cNvGrpSpPr/>
          <p:nvPr/>
        </p:nvGrpSpPr>
        <p:grpSpPr>
          <a:xfrm>
            <a:off x="4910725" y="3064105"/>
            <a:ext cx="514961" cy="514961"/>
            <a:chOff x="2514600" y="1809750"/>
            <a:chExt cx="609600" cy="609600"/>
          </a:xfrm>
        </p:grpSpPr>
        <p:sp>
          <p:nvSpPr>
            <p:cNvPr id="38" name="Oval 10">
              <a:extLst>
                <a:ext uri="{FF2B5EF4-FFF2-40B4-BE49-F238E27FC236}">
                  <a16:creationId xmlns:a16="http://schemas.microsoft.com/office/drawing/2014/main" id="{A12CD673-50CA-A27E-F51A-98A0B27F1098}"/>
                </a:ext>
              </a:extLst>
            </p:cNvPr>
            <p:cNvSpPr/>
            <p:nvPr/>
          </p:nvSpPr>
          <p:spPr>
            <a:xfrm>
              <a:off x="2514600" y="1809750"/>
              <a:ext cx="609600" cy="6096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39" name="Group 119">
              <a:extLst>
                <a:ext uri="{FF2B5EF4-FFF2-40B4-BE49-F238E27FC236}">
                  <a16:creationId xmlns:a16="http://schemas.microsoft.com/office/drawing/2014/main" id="{22167D1C-DCDC-1F9D-A5F0-AD0685A94012}"/>
                </a:ext>
              </a:extLst>
            </p:cNvPr>
            <p:cNvGrpSpPr/>
            <p:nvPr/>
          </p:nvGrpSpPr>
          <p:grpSpPr>
            <a:xfrm>
              <a:off x="2637441" y="1948170"/>
              <a:ext cx="363933" cy="332790"/>
              <a:chOff x="2046288" y="3759200"/>
              <a:chExt cx="296863" cy="271463"/>
            </a:xfrm>
            <a:solidFill>
              <a:schemeClr val="bg1"/>
            </a:solidFill>
          </p:grpSpPr>
          <p:sp>
            <p:nvSpPr>
              <p:cNvPr id="40" name="Rectangle 160">
                <a:extLst>
                  <a:ext uri="{FF2B5EF4-FFF2-40B4-BE49-F238E27FC236}">
                    <a16:creationId xmlns:a16="http://schemas.microsoft.com/office/drawing/2014/main" id="{65E4E4D4-80D0-E7F4-395E-0047ECAD8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5338" y="3973513"/>
                <a:ext cx="55563" cy="5715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1" name="Rectangle 161">
                <a:extLst>
                  <a:ext uri="{FF2B5EF4-FFF2-40B4-BE49-F238E27FC236}">
                    <a16:creationId xmlns:a16="http://schemas.microsoft.com/office/drawing/2014/main" id="{9C39FE47-2641-FA1D-25CA-7D3A599E1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9950" y="3935413"/>
                <a:ext cx="55563" cy="9525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2" name="Rectangle 162">
                <a:extLst>
                  <a:ext uri="{FF2B5EF4-FFF2-40B4-BE49-F238E27FC236}">
                    <a16:creationId xmlns:a16="http://schemas.microsoft.com/office/drawing/2014/main" id="{7391BC5F-0C8C-081D-115C-3F40EA2E6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975" y="3898900"/>
                <a:ext cx="57150" cy="13176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3" name="Rectangle 163">
                <a:extLst>
                  <a:ext uri="{FF2B5EF4-FFF2-40B4-BE49-F238E27FC236}">
                    <a16:creationId xmlns:a16="http://schemas.microsoft.com/office/drawing/2014/main" id="{3A9792B2-70B4-40EB-491D-BED7C5A27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7588" y="3860800"/>
                <a:ext cx="55563" cy="169863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44" name="Freeform 164">
                <a:extLst>
                  <a:ext uri="{FF2B5EF4-FFF2-40B4-BE49-F238E27FC236}">
                    <a16:creationId xmlns:a16="http://schemas.microsoft.com/office/drawing/2014/main" id="{958D1BF3-8389-EFE9-35E2-5CD94E1AC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6288" y="3759200"/>
                <a:ext cx="296863" cy="176213"/>
              </a:xfrm>
              <a:custGeom>
                <a:avLst/>
                <a:gdLst/>
                <a:ahLst/>
                <a:cxnLst>
                  <a:cxn ang="0">
                    <a:pos x="162" y="25"/>
                  </a:cxn>
                  <a:cxn ang="0">
                    <a:pos x="126" y="25"/>
                  </a:cxn>
                  <a:cxn ang="0">
                    <a:pos x="81" y="59"/>
                  </a:cxn>
                  <a:cxn ang="0">
                    <a:pos x="59" y="48"/>
                  </a:cxn>
                  <a:cxn ang="0">
                    <a:pos x="0" y="96"/>
                  </a:cxn>
                  <a:cxn ang="0">
                    <a:pos x="0" y="111"/>
                  </a:cxn>
                  <a:cxn ang="0">
                    <a:pos x="60" y="62"/>
                  </a:cxn>
                  <a:cxn ang="0">
                    <a:pos x="83" y="74"/>
                  </a:cxn>
                  <a:cxn ang="0">
                    <a:pos x="131" y="37"/>
                  </a:cxn>
                  <a:cxn ang="0">
                    <a:pos x="166" y="37"/>
                  </a:cxn>
                  <a:cxn ang="0">
                    <a:pos x="187" y="16"/>
                  </a:cxn>
                  <a:cxn ang="0">
                    <a:pos x="187" y="0"/>
                  </a:cxn>
                  <a:cxn ang="0">
                    <a:pos x="162" y="25"/>
                  </a:cxn>
                </a:cxnLst>
                <a:rect l="0" t="0" r="r" b="b"/>
                <a:pathLst>
                  <a:path w="187" h="111">
                    <a:moveTo>
                      <a:pt x="162" y="25"/>
                    </a:moveTo>
                    <a:lnTo>
                      <a:pt x="126" y="25"/>
                    </a:lnTo>
                    <a:lnTo>
                      <a:pt x="81" y="59"/>
                    </a:lnTo>
                    <a:lnTo>
                      <a:pt x="59" y="48"/>
                    </a:lnTo>
                    <a:lnTo>
                      <a:pt x="0" y="96"/>
                    </a:lnTo>
                    <a:lnTo>
                      <a:pt x="0" y="111"/>
                    </a:lnTo>
                    <a:lnTo>
                      <a:pt x="60" y="62"/>
                    </a:lnTo>
                    <a:lnTo>
                      <a:pt x="83" y="74"/>
                    </a:lnTo>
                    <a:lnTo>
                      <a:pt x="131" y="37"/>
                    </a:lnTo>
                    <a:lnTo>
                      <a:pt x="166" y="37"/>
                    </a:lnTo>
                    <a:lnTo>
                      <a:pt x="187" y="16"/>
                    </a:lnTo>
                    <a:lnTo>
                      <a:pt x="187" y="0"/>
                    </a:lnTo>
                    <a:lnTo>
                      <a:pt x="162" y="2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35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45" name="Group 17">
            <a:extLst>
              <a:ext uri="{FF2B5EF4-FFF2-40B4-BE49-F238E27FC236}">
                <a16:creationId xmlns:a16="http://schemas.microsoft.com/office/drawing/2014/main" id="{892FC2BA-6471-313F-2F94-DB37F38FF3E5}"/>
              </a:ext>
            </a:extLst>
          </p:cNvPr>
          <p:cNvGrpSpPr/>
          <p:nvPr/>
        </p:nvGrpSpPr>
        <p:grpSpPr>
          <a:xfrm>
            <a:off x="3415300" y="3064105"/>
            <a:ext cx="514961" cy="514961"/>
            <a:chOff x="1447800" y="1962150"/>
            <a:chExt cx="609600" cy="609600"/>
          </a:xfrm>
        </p:grpSpPr>
        <p:sp>
          <p:nvSpPr>
            <p:cNvPr id="46" name="Oval 18">
              <a:extLst>
                <a:ext uri="{FF2B5EF4-FFF2-40B4-BE49-F238E27FC236}">
                  <a16:creationId xmlns:a16="http://schemas.microsoft.com/office/drawing/2014/main" id="{302E5245-01F3-913F-7A2F-C9BCB72BF94E}"/>
                </a:ext>
              </a:extLst>
            </p:cNvPr>
            <p:cNvSpPr/>
            <p:nvPr/>
          </p:nvSpPr>
          <p:spPr>
            <a:xfrm>
              <a:off x="1447800" y="1962150"/>
              <a:ext cx="609600" cy="6096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47" name="Freeform 103">
              <a:extLst>
                <a:ext uri="{FF2B5EF4-FFF2-40B4-BE49-F238E27FC236}">
                  <a16:creationId xmlns:a16="http://schemas.microsoft.com/office/drawing/2014/main" id="{2543C4DD-CF46-9634-9B0A-76E0DB9089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24495" y="2078311"/>
              <a:ext cx="256211" cy="377278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1" y="41"/>
                </a:cxn>
                <a:cxn ang="0">
                  <a:pos x="33" y="44"/>
                </a:cxn>
                <a:cxn ang="0">
                  <a:pos x="32" y="47"/>
                </a:cxn>
                <a:cxn ang="0">
                  <a:pos x="33" y="49"/>
                </a:cxn>
                <a:cxn ang="0">
                  <a:pos x="31" y="53"/>
                </a:cxn>
                <a:cxn ang="0">
                  <a:pos x="31" y="54"/>
                </a:cxn>
                <a:cxn ang="0">
                  <a:pos x="27" y="58"/>
                </a:cxn>
                <a:cxn ang="0">
                  <a:pos x="21" y="62"/>
                </a:cxn>
                <a:cxn ang="0">
                  <a:pos x="15" y="58"/>
                </a:cxn>
                <a:cxn ang="0">
                  <a:pos x="11" y="54"/>
                </a:cxn>
                <a:cxn ang="0">
                  <a:pos x="11" y="53"/>
                </a:cxn>
                <a:cxn ang="0">
                  <a:pos x="9" y="49"/>
                </a:cxn>
                <a:cxn ang="0">
                  <a:pos x="10" y="47"/>
                </a:cxn>
                <a:cxn ang="0">
                  <a:pos x="9" y="44"/>
                </a:cxn>
                <a:cxn ang="0">
                  <a:pos x="11" y="41"/>
                </a:cxn>
                <a:cxn ang="0">
                  <a:pos x="5" y="29"/>
                </a:cxn>
                <a:cxn ang="0">
                  <a:pos x="0" y="18"/>
                </a:cxn>
                <a:cxn ang="0">
                  <a:pos x="21" y="0"/>
                </a:cxn>
                <a:cxn ang="0">
                  <a:pos x="42" y="18"/>
                </a:cxn>
                <a:cxn ang="0">
                  <a:pos x="37" y="29"/>
                </a:cxn>
                <a:cxn ang="0">
                  <a:pos x="21" y="6"/>
                </a:cxn>
                <a:cxn ang="0">
                  <a:pos x="6" y="18"/>
                </a:cxn>
                <a:cxn ang="0">
                  <a:pos x="8" y="26"/>
                </a:cxn>
                <a:cxn ang="0">
                  <a:pos x="11" y="28"/>
                </a:cxn>
                <a:cxn ang="0">
                  <a:pos x="16" y="40"/>
                </a:cxn>
                <a:cxn ang="0">
                  <a:pos x="26" y="40"/>
                </a:cxn>
                <a:cxn ang="0">
                  <a:pos x="31" y="28"/>
                </a:cxn>
                <a:cxn ang="0">
                  <a:pos x="34" y="26"/>
                </a:cxn>
                <a:cxn ang="0">
                  <a:pos x="36" y="18"/>
                </a:cxn>
                <a:cxn ang="0">
                  <a:pos x="21" y="6"/>
                </a:cxn>
                <a:cxn ang="0">
                  <a:pos x="29" y="20"/>
                </a:cxn>
                <a:cxn ang="0">
                  <a:pos x="27" y="18"/>
                </a:cxn>
                <a:cxn ang="0">
                  <a:pos x="21" y="15"/>
                </a:cxn>
                <a:cxn ang="0">
                  <a:pos x="20" y="13"/>
                </a:cxn>
                <a:cxn ang="0">
                  <a:pos x="21" y="12"/>
                </a:cxn>
                <a:cxn ang="0">
                  <a:pos x="30" y="18"/>
                </a:cxn>
                <a:cxn ang="0">
                  <a:pos x="29" y="20"/>
                </a:cxn>
              </a:cxnLst>
              <a:rect l="0" t="0" r="r" b="b"/>
              <a:pathLst>
                <a:path w="42" h="62">
                  <a:moveTo>
                    <a:pt x="37" y="29"/>
                  </a:moveTo>
                  <a:cubicBezTo>
                    <a:pt x="35" y="32"/>
                    <a:pt x="31" y="37"/>
                    <a:pt x="31" y="41"/>
                  </a:cubicBezTo>
                  <a:cubicBezTo>
                    <a:pt x="32" y="42"/>
                    <a:pt x="33" y="43"/>
                    <a:pt x="33" y="44"/>
                  </a:cubicBezTo>
                  <a:cubicBezTo>
                    <a:pt x="33" y="45"/>
                    <a:pt x="32" y="46"/>
                    <a:pt x="32" y="47"/>
                  </a:cubicBezTo>
                  <a:cubicBezTo>
                    <a:pt x="32" y="47"/>
                    <a:pt x="33" y="48"/>
                    <a:pt x="33" y="49"/>
                  </a:cubicBezTo>
                  <a:cubicBezTo>
                    <a:pt x="33" y="51"/>
                    <a:pt x="32" y="52"/>
                    <a:pt x="31" y="53"/>
                  </a:cubicBezTo>
                  <a:cubicBezTo>
                    <a:pt x="31" y="53"/>
                    <a:pt x="31" y="54"/>
                    <a:pt x="31" y="54"/>
                  </a:cubicBezTo>
                  <a:cubicBezTo>
                    <a:pt x="31" y="57"/>
                    <a:pt x="29" y="58"/>
                    <a:pt x="27" y="58"/>
                  </a:cubicBezTo>
                  <a:cubicBezTo>
                    <a:pt x="26" y="61"/>
                    <a:pt x="24" y="62"/>
                    <a:pt x="21" y="62"/>
                  </a:cubicBezTo>
                  <a:cubicBezTo>
                    <a:pt x="19" y="62"/>
                    <a:pt x="16" y="61"/>
                    <a:pt x="15" y="58"/>
                  </a:cubicBezTo>
                  <a:cubicBezTo>
                    <a:pt x="13" y="58"/>
                    <a:pt x="11" y="57"/>
                    <a:pt x="11" y="54"/>
                  </a:cubicBezTo>
                  <a:cubicBezTo>
                    <a:pt x="11" y="54"/>
                    <a:pt x="11" y="53"/>
                    <a:pt x="11" y="53"/>
                  </a:cubicBezTo>
                  <a:cubicBezTo>
                    <a:pt x="10" y="52"/>
                    <a:pt x="9" y="51"/>
                    <a:pt x="9" y="49"/>
                  </a:cubicBezTo>
                  <a:cubicBezTo>
                    <a:pt x="9" y="48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3"/>
                    <a:pt x="10" y="42"/>
                    <a:pt x="11" y="41"/>
                  </a:cubicBezTo>
                  <a:cubicBezTo>
                    <a:pt x="11" y="37"/>
                    <a:pt x="7" y="32"/>
                    <a:pt x="5" y="29"/>
                  </a:cubicBezTo>
                  <a:cubicBezTo>
                    <a:pt x="2" y="26"/>
                    <a:pt x="0" y="23"/>
                    <a:pt x="0" y="18"/>
                  </a:cubicBezTo>
                  <a:cubicBezTo>
                    <a:pt x="0" y="8"/>
                    <a:pt x="11" y="0"/>
                    <a:pt x="21" y="0"/>
                  </a:cubicBezTo>
                  <a:cubicBezTo>
                    <a:pt x="31" y="0"/>
                    <a:pt x="42" y="8"/>
                    <a:pt x="42" y="18"/>
                  </a:cubicBezTo>
                  <a:cubicBezTo>
                    <a:pt x="42" y="23"/>
                    <a:pt x="40" y="26"/>
                    <a:pt x="37" y="29"/>
                  </a:cubicBezTo>
                  <a:close/>
                  <a:moveTo>
                    <a:pt x="21" y="6"/>
                  </a:moveTo>
                  <a:cubicBezTo>
                    <a:pt x="14" y="6"/>
                    <a:pt x="6" y="10"/>
                    <a:pt x="6" y="18"/>
                  </a:cubicBezTo>
                  <a:cubicBezTo>
                    <a:pt x="6" y="21"/>
                    <a:pt x="7" y="24"/>
                    <a:pt x="8" y="26"/>
                  </a:cubicBezTo>
                  <a:cubicBezTo>
                    <a:pt x="9" y="27"/>
                    <a:pt x="10" y="27"/>
                    <a:pt x="11" y="28"/>
                  </a:cubicBezTo>
                  <a:cubicBezTo>
                    <a:pt x="14" y="32"/>
                    <a:pt x="16" y="36"/>
                    <a:pt x="1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6"/>
                    <a:pt x="28" y="32"/>
                    <a:pt x="31" y="28"/>
                  </a:cubicBezTo>
                  <a:cubicBezTo>
                    <a:pt x="32" y="27"/>
                    <a:pt x="33" y="27"/>
                    <a:pt x="34" y="26"/>
                  </a:cubicBezTo>
                  <a:cubicBezTo>
                    <a:pt x="35" y="24"/>
                    <a:pt x="36" y="21"/>
                    <a:pt x="36" y="18"/>
                  </a:cubicBezTo>
                  <a:cubicBezTo>
                    <a:pt x="36" y="10"/>
                    <a:pt x="28" y="6"/>
                    <a:pt x="21" y="6"/>
                  </a:cubicBezTo>
                  <a:close/>
                  <a:moveTo>
                    <a:pt x="29" y="20"/>
                  </a:moveTo>
                  <a:cubicBezTo>
                    <a:pt x="28" y="20"/>
                    <a:pt x="27" y="19"/>
                    <a:pt x="27" y="18"/>
                  </a:cubicBezTo>
                  <a:cubicBezTo>
                    <a:pt x="27" y="16"/>
                    <a:pt x="23" y="15"/>
                    <a:pt x="21" y="15"/>
                  </a:cubicBezTo>
                  <a:cubicBezTo>
                    <a:pt x="20" y="15"/>
                    <a:pt x="20" y="14"/>
                    <a:pt x="20" y="13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5" y="12"/>
                    <a:pt x="30" y="14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FD7D528E-998F-9B4B-DD5F-6D16E342FDFA}"/>
              </a:ext>
            </a:extLst>
          </p:cNvPr>
          <p:cNvCxnSpPr>
            <a:cxnSpLocks/>
          </p:cNvCxnSpPr>
          <p:nvPr/>
        </p:nvCxnSpPr>
        <p:spPr>
          <a:xfrm>
            <a:off x="3094770" y="1252648"/>
            <a:ext cx="0" cy="941912"/>
          </a:xfrm>
          <a:prstGeom prst="lin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1531F2BF-0216-84FD-654E-37EC05D3F931}"/>
              </a:ext>
            </a:extLst>
          </p:cNvPr>
          <p:cNvCxnSpPr>
            <a:cxnSpLocks/>
          </p:cNvCxnSpPr>
          <p:nvPr/>
        </p:nvCxnSpPr>
        <p:spPr>
          <a:xfrm>
            <a:off x="5900652" y="1252648"/>
            <a:ext cx="0" cy="943200"/>
          </a:xfrm>
          <a:prstGeom prst="line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89426D1A-08D3-7C91-615C-430987A0C0EC}"/>
              </a:ext>
            </a:extLst>
          </p:cNvPr>
          <p:cNvSpPr/>
          <p:nvPr/>
        </p:nvSpPr>
        <p:spPr>
          <a:xfrm>
            <a:off x="1" y="4731089"/>
            <a:ext cx="9143999" cy="413068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endParaRPr lang="pt-BR" sz="1350">
              <a:solidFill>
                <a:prstClr val="white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F35E235C-DC04-BBD5-2DBA-A62E184DC27F}"/>
              </a:ext>
            </a:extLst>
          </p:cNvPr>
          <p:cNvSpPr txBox="1"/>
          <p:nvPr/>
        </p:nvSpPr>
        <p:spPr>
          <a:xfrm>
            <a:off x="256021" y="4734986"/>
            <a:ext cx="87078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crescimento do e-commerce e do agronegócio tem pressionado a ocupação de armazéns, o que leva a uma tendência de diminuição das taxas de vacância em regiões estratégicas, como o Sudeste e o Sul.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51796BD-3009-77F2-357B-8E0485C19C30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201757-A946-75C3-4659-178400E8F174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AA6419E-2E60-FD49-9C1C-8A6063C9032C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120CAFE-B885-969B-49E7-6C4525342804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9F1D353-6901-5148-1269-3C245A51DA8D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E394F79-0B7D-6A8B-1B39-0E835689B73F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36A25DCB-320D-C570-2569-33FE32BACB85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7" name="object 5">
            <a:extLst>
              <a:ext uri="{FF2B5EF4-FFF2-40B4-BE49-F238E27FC236}">
                <a16:creationId xmlns:a16="http://schemas.microsoft.com/office/drawing/2014/main" id="{4443945A-A458-018A-F78F-E266D0AD15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84E04E1A-D44A-B8B9-FB3A-8B4CEE1957E7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02D63D47-B6CF-76C7-DD3D-069BB284168C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3728419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CDA01-969E-4D0D-A89C-01851EAD2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F8B9C50-3821-8062-00FD-BF5DA405118E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6240B7F-203A-CEB1-6545-247FED824355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EF690A1-E34E-1509-D24C-46DC945F194D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MERCADO – LONG LIST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29362C-E257-33F5-7C57-3DDA5ACD8B02}"/>
              </a:ext>
            </a:extLst>
          </p:cNvPr>
          <p:cNvSpPr txBox="1"/>
          <p:nvPr/>
        </p:nvSpPr>
        <p:spPr>
          <a:xfrm>
            <a:off x="163280" y="1099059"/>
            <a:ext cx="4852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91414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pt-BR" sz="12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QUAIS OS MAIORES E PRINCIPAIS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D3EED0-45F0-0F02-811C-C83E3567F36E}"/>
              </a:ext>
            </a:extLst>
          </p:cNvPr>
          <p:cNvSpPr txBox="1"/>
          <p:nvPr/>
        </p:nvSpPr>
        <p:spPr>
          <a:xfrm>
            <a:off x="163280" y="2561889"/>
            <a:ext cx="459105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 </a:t>
            </a: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 setor atingiu um valor estimado de cerca </a:t>
            </a: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R$ 7,6 bilhões</a:t>
            </a:r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com expectativa de crescimento anual de 7,3%, podendo alcançar </a:t>
            </a: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R$ 12,27 bilhões até 2030</a:t>
            </a:r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Esse crescimento está ligado ao aumento do comércio eletrônico e à maior demanda por flexibilidade logística.</a:t>
            </a:r>
          </a:p>
          <a:p>
            <a:endParaRPr lang="pt-BR" sz="1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Empresas como </a:t>
            </a: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Penske Logistics</a:t>
            </a:r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que recentemente investiu mais de R$ 3 milhões em um novo armazém em Cajamar (SP), têm se destacado ao oferecer soluções personalizadas e serviços adicionais, como embalagem e montagem de kits. </a:t>
            </a:r>
          </a:p>
          <a:p>
            <a:endParaRPr lang="pt-BR" sz="1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Além disso, grandes operadores como a </a:t>
            </a: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DHL Supply Chain </a:t>
            </a:r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 a </a:t>
            </a: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Mirassol Logística </a:t>
            </a:r>
            <a:r>
              <a:rPr lang="pt-BR" sz="1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estão expandindo suas operações para atender tanto pequenas quanto grandes empresas.</a:t>
            </a:r>
          </a:p>
          <a:p>
            <a:endParaRPr lang="pt-BR" sz="1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Google Shape;213;p29">
            <a:extLst>
              <a:ext uri="{FF2B5EF4-FFF2-40B4-BE49-F238E27FC236}">
                <a16:creationId xmlns:a16="http://schemas.microsoft.com/office/drawing/2014/main" id="{2A8D6CEF-01D3-3918-0184-EB92318009B1}"/>
              </a:ext>
            </a:extLst>
          </p:cNvPr>
          <p:cNvSpPr/>
          <p:nvPr/>
        </p:nvSpPr>
        <p:spPr>
          <a:xfrm>
            <a:off x="-2" y="1468408"/>
            <a:ext cx="9144001" cy="94568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r>
              <a:rPr lang="pt-BR" sz="105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B088250-5567-0940-4480-ECEEFB8AC88E}"/>
              </a:ext>
            </a:extLst>
          </p:cNvPr>
          <p:cNvSpPr/>
          <p:nvPr/>
        </p:nvSpPr>
        <p:spPr>
          <a:xfrm>
            <a:off x="4857539" y="1149602"/>
            <a:ext cx="4061609" cy="38421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EE51333-932F-40FB-27BD-B70BDA1B8E5E}"/>
              </a:ext>
            </a:extLst>
          </p:cNvPr>
          <p:cNvSpPr txBox="1"/>
          <p:nvPr/>
        </p:nvSpPr>
        <p:spPr>
          <a:xfrm>
            <a:off x="163280" y="1587309"/>
            <a:ext cx="4591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mercado de armazéns multiclientes no Brasil é bastante competitivo e em crescimento, com projeções otimistas para os próximos anos, o setor está em plena expansão e se adapta rapidamente às necessidades do mercado, com foco em eficiência e otimização logística.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4BE8B6A-AFAA-614F-E373-D9ED2F8BB459}"/>
              </a:ext>
            </a:extLst>
          </p:cNvPr>
          <p:cNvSpPr txBox="1"/>
          <p:nvPr/>
        </p:nvSpPr>
        <p:spPr>
          <a:xfrm>
            <a:off x="4977572" y="1180073"/>
            <a:ext cx="3615343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participação estimada de mercado das principais empresas de armazenagem no Brasil para 2023. </a:t>
            </a:r>
          </a:p>
          <a:p>
            <a:endParaRPr lang="pt-BR" sz="9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pt-BR" sz="9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estimativas indicam que a DHL, Penske Logistics, JSL Logística e Mirassol Logística dominam o setor, com outras empresas menores completando o restante.</a:t>
            </a:r>
          </a:p>
          <a:p>
            <a:r>
              <a:rPr lang="pt-BR" sz="825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Essas proporções são baseadas em tendências de mercado e podem variar com o tempo devido a novos investimentos e expansões no setor.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94443C-8F64-CC34-1F78-5B8137D07378}"/>
              </a:ext>
            </a:extLst>
          </p:cNvPr>
          <p:cNvSpPr txBox="1"/>
          <p:nvPr/>
        </p:nvSpPr>
        <p:spPr>
          <a:xfrm>
            <a:off x="4899955" y="4740042"/>
            <a:ext cx="820318" cy="196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75" dirty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Agosto/2024</a:t>
            </a:r>
            <a:endParaRPr lang="pt-BR" sz="675" dirty="0">
              <a:solidFill>
                <a:schemeClr val="tx2"/>
              </a:solidFill>
            </a:endParaRPr>
          </a:p>
        </p:txBody>
      </p:sp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ED33159D-8251-57B8-3E31-1727CFF313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2194330"/>
              </p:ext>
            </p:extLst>
          </p:nvPr>
        </p:nvGraphicFramePr>
        <p:xfrm>
          <a:off x="4735281" y="2253348"/>
          <a:ext cx="457200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Retângulo 18">
            <a:extLst>
              <a:ext uri="{FF2B5EF4-FFF2-40B4-BE49-F238E27FC236}">
                <a16:creationId xmlns:a16="http://schemas.microsoft.com/office/drawing/2014/main" id="{9B7FC48E-8A37-86FE-B0CD-FBF13FB06CBC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DBFD835D-D96A-BE9B-FF4C-1DD358BDA491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2B1D41E-BB46-D550-5849-00C401A890E1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1DCA707-0A21-E4E7-6500-DB554A8EC520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12974665-C96E-A574-FB9E-A43F536CEEC4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69FF9CE-F776-DD66-40BE-3F3B39C235CC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376EFC1-22B1-F4F0-EF92-EDDB2B8530C8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9" name="object 5">
            <a:extLst>
              <a:ext uri="{FF2B5EF4-FFF2-40B4-BE49-F238E27FC236}">
                <a16:creationId xmlns:a16="http://schemas.microsoft.com/office/drawing/2014/main" id="{2D215DFE-E525-22E1-6F2E-55970CF7648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1195F41E-C8C3-3744-2C51-337EE4A393E5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55D40E3-6F35-5E9C-0C63-B08E34E360EF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86850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03D5C-ED9B-9EAB-A7E2-1ADDF645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CFE2276-DE04-644C-B847-FB4A9421A908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F1071DC-9F1D-F629-305E-23277ED4ADDE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46D430C-8C07-51EC-55C9-B58C1A084627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MERCADO – LONG LIST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ABB707F2-C5B7-6F44-3E44-CB90C01A4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627447"/>
              </p:ext>
            </p:extLst>
          </p:nvPr>
        </p:nvGraphicFramePr>
        <p:xfrm>
          <a:off x="198537" y="1405666"/>
          <a:ext cx="8746926" cy="3561593"/>
        </p:xfrm>
        <a:graphic>
          <a:graphicData uri="http://schemas.openxmlformats.org/drawingml/2006/table">
            <a:tbl>
              <a:tblPr/>
              <a:tblGrid>
                <a:gridCol w="2122926">
                  <a:extLst>
                    <a:ext uri="{9D8B030D-6E8A-4147-A177-3AD203B41FA5}">
                      <a16:colId xmlns:a16="http://schemas.microsoft.com/office/drawing/2014/main" val="3384093822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444211697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975132324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251037135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409869808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416853245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00681396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76434932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947841310"/>
                    </a:ext>
                  </a:extLst>
                </a:gridCol>
              </a:tblGrid>
              <a:tr h="391668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9479" marR="9479" marT="9479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1</a:t>
                      </a: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2</a:t>
                      </a: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3</a:t>
                      </a: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4</a:t>
                      </a: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5</a:t>
                      </a: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6</a:t>
                      </a: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7</a:t>
                      </a: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8</a:t>
                      </a: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101998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INDEX (%) OU FI - GESTÃO</a:t>
                      </a: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527696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HOMOLOGAÇÃO </a:t>
                      </a: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61313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FATURAMENTO ANUAL (R$/MM)</a:t>
                      </a: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666690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PRINCIPAL RAMO ATIVIDADE</a:t>
                      </a: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652240"/>
                  </a:ext>
                </a:extLst>
              </a:tr>
              <a:tr h="288385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SCREENING</a:t>
                      </a: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7019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VERSÃO TCG ASSINADA</a:t>
                      </a: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47778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RISCO FINANCEIRO</a:t>
                      </a: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0184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PORTE</a:t>
                      </a: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7969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LOCALIZAÇÃO</a:t>
                      </a:r>
                      <a:endParaRPr lang="pt-BR" sz="900" b="0" i="0" u="none" strike="noStrike" dirty="0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00988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FUNCIONÁRIOS</a:t>
                      </a:r>
                      <a:endParaRPr lang="pt-BR" sz="900" b="0" i="0" u="none" strike="noStrike" dirty="0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8642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 rtl="0" fontAlgn="ctr"/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XXXXXXXXXXXXXXXXXXXXXXXXXXXXX</a:t>
                      </a:r>
                      <a:endParaRPr lang="pt-BR" sz="900" b="0" i="0" u="none" strike="noStrike" dirty="0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79" marR="9479" marT="9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8011073"/>
                  </a:ext>
                </a:extLst>
              </a:tr>
            </a:tbl>
          </a:graphicData>
        </a:graphic>
      </p:graphicFrame>
      <p:sp>
        <p:nvSpPr>
          <p:cNvPr id="26" name="CaixaDeTexto 25">
            <a:extLst>
              <a:ext uri="{FF2B5EF4-FFF2-40B4-BE49-F238E27FC236}">
                <a16:creationId xmlns:a16="http://schemas.microsoft.com/office/drawing/2014/main" id="{B2DA2B43-A806-D55D-F371-E0E88054C3A9}"/>
              </a:ext>
            </a:extLst>
          </p:cNvPr>
          <p:cNvSpPr txBox="1"/>
          <p:nvPr/>
        </p:nvSpPr>
        <p:spPr>
          <a:xfrm>
            <a:off x="120945" y="1087956"/>
            <a:ext cx="48527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91414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1" i="0" u="none" strike="noStrike" cap="none" spc="0" normalizeH="0" baseline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pt-BR" sz="1200" dirty="0">
                <a:solidFill>
                  <a:schemeClr val="tx2"/>
                </a:solidFill>
              </a:rPr>
              <a:t>DETALHAMENTO FORNECEDORES CATEGORIA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97C9AB4-B10C-CD8F-39B2-C37CEB9964D1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4A8B57E-A3E1-34AE-BC86-1438DAC5DE52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3BC75D-E5F5-FB60-B819-84EE318EFD79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B830EEC-3F4C-FF96-98EA-6A1B27572E67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08B4888-FC65-ADCA-1906-D0FEB917004E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FF9F231-EE9A-751D-BBD7-8CAF14CB203F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BAF5468-73FA-8430-FC93-E44A8E42BE46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46E548CA-87FB-8C23-2476-B6BDB93932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0728DEB6-1C52-8FC1-A59C-859E9D487335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21FA2CA-09C5-1A8B-9E83-93A764C8C520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2730359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0F2E5-3BA0-5DB2-BB4A-6901EF345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B91D58-6A5B-C0AA-E6C4-9C65A119C2FA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03C99C4-A1FC-8317-9258-C8DE2D2B1EDA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0F27A0C-79AF-71F4-980C-CAB4E60A556C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CBD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173542B-FD78-3F82-693D-D8615318CF94}"/>
              </a:ext>
            </a:extLst>
          </p:cNvPr>
          <p:cNvCxnSpPr>
            <a:cxnSpLocks/>
          </p:cNvCxnSpPr>
          <p:nvPr/>
        </p:nvCxnSpPr>
        <p:spPr>
          <a:xfrm>
            <a:off x="6609163" y="1344876"/>
            <a:ext cx="0" cy="349397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3B121D4-3C5E-8437-44E8-BFDF218FEA59}"/>
              </a:ext>
            </a:extLst>
          </p:cNvPr>
          <p:cNvCxnSpPr>
            <a:cxnSpLocks/>
          </p:cNvCxnSpPr>
          <p:nvPr/>
        </p:nvCxnSpPr>
        <p:spPr>
          <a:xfrm>
            <a:off x="6792721" y="1605601"/>
            <a:ext cx="212406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26FAF33-CA6C-6497-B0FD-6C9DA9F4B9F9}"/>
              </a:ext>
            </a:extLst>
          </p:cNvPr>
          <p:cNvSpPr txBox="1"/>
          <p:nvPr/>
        </p:nvSpPr>
        <p:spPr>
          <a:xfrm>
            <a:off x="6682274" y="1411519"/>
            <a:ext cx="8818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prstClr val="black">
                    <a:lumMod val="65000"/>
                    <a:lumOff val="3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VARIAÇÃO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9687D29-3B8E-E83D-B324-1D509F75AEF0}"/>
              </a:ext>
            </a:extLst>
          </p:cNvPr>
          <p:cNvSpPr txBox="1"/>
          <p:nvPr/>
        </p:nvSpPr>
        <p:spPr>
          <a:xfrm>
            <a:off x="8094303" y="1411519"/>
            <a:ext cx="10036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BR" sz="1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REALIZADO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E6466BD-EDBD-8D5E-6E93-817E3B360B36}"/>
              </a:ext>
            </a:extLst>
          </p:cNvPr>
          <p:cNvSpPr/>
          <p:nvPr/>
        </p:nvSpPr>
        <p:spPr>
          <a:xfrm>
            <a:off x="6799070" y="1924148"/>
            <a:ext cx="2122615" cy="3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3C548FE-8719-A746-AE14-0B54B6BA290C}"/>
              </a:ext>
            </a:extLst>
          </p:cNvPr>
          <p:cNvSpPr/>
          <p:nvPr/>
        </p:nvSpPr>
        <p:spPr>
          <a:xfrm>
            <a:off x="7397780" y="1841798"/>
            <a:ext cx="932759" cy="518400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88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CBD       REALIZADO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C624ABE-00D0-04CB-8B42-4A50CE21EFAB}"/>
              </a:ext>
            </a:extLst>
          </p:cNvPr>
          <p:cNvSpPr/>
          <p:nvPr/>
        </p:nvSpPr>
        <p:spPr>
          <a:xfrm>
            <a:off x="6799070" y="3160171"/>
            <a:ext cx="2122614" cy="3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81325D8-DD8E-FAD3-0434-8F0A7CB0AA85}"/>
              </a:ext>
            </a:extLst>
          </p:cNvPr>
          <p:cNvSpPr/>
          <p:nvPr/>
        </p:nvSpPr>
        <p:spPr>
          <a:xfrm>
            <a:off x="7397780" y="3077821"/>
            <a:ext cx="932759" cy="518400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88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ORÇAMENTO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49B41D6-4861-7EC3-F5C8-4458E9735903}"/>
              </a:ext>
            </a:extLst>
          </p:cNvPr>
          <p:cNvSpPr/>
          <p:nvPr/>
        </p:nvSpPr>
        <p:spPr>
          <a:xfrm>
            <a:off x="6799483" y="4396971"/>
            <a:ext cx="2122200" cy="35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193DAEE-0CFC-EBD1-A6D5-82C5971F7C45}"/>
              </a:ext>
            </a:extLst>
          </p:cNvPr>
          <p:cNvSpPr/>
          <p:nvPr/>
        </p:nvSpPr>
        <p:spPr>
          <a:xfrm>
            <a:off x="7397780" y="4313844"/>
            <a:ext cx="932759" cy="519203"/>
          </a:xfrm>
          <a:prstGeom prst="rect">
            <a:avLst/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88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CBD      PROJETADO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8C9DDAE-250D-F212-C4EE-936339B70400}"/>
              </a:ext>
            </a:extLst>
          </p:cNvPr>
          <p:cNvSpPr txBox="1"/>
          <p:nvPr/>
        </p:nvSpPr>
        <p:spPr>
          <a:xfrm>
            <a:off x="6726756" y="2002895"/>
            <a:ext cx="7776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25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- 9,3%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2F14701-13D8-F50F-3AE6-59DE812F59AD}"/>
              </a:ext>
            </a:extLst>
          </p:cNvPr>
          <p:cNvSpPr txBox="1"/>
          <p:nvPr/>
        </p:nvSpPr>
        <p:spPr>
          <a:xfrm>
            <a:off x="8237311" y="2002895"/>
            <a:ext cx="7776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25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-22%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0B36A4B-C02F-9719-923E-5253E0033C1D}"/>
              </a:ext>
            </a:extLst>
          </p:cNvPr>
          <p:cNvSpPr txBox="1"/>
          <p:nvPr/>
        </p:nvSpPr>
        <p:spPr>
          <a:xfrm>
            <a:off x="6726756" y="3238918"/>
            <a:ext cx="7776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25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+ 35%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F5DDE1C-9BF3-3D67-A766-8B8EC0518491}"/>
              </a:ext>
            </a:extLst>
          </p:cNvPr>
          <p:cNvSpPr txBox="1"/>
          <p:nvPr/>
        </p:nvSpPr>
        <p:spPr>
          <a:xfrm>
            <a:off x="8237311" y="3238918"/>
            <a:ext cx="7776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25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- 22%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F2CDD436-0997-2DBA-BBC2-E60A679EFBDB}"/>
              </a:ext>
            </a:extLst>
          </p:cNvPr>
          <p:cNvSpPr txBox="1"/>
          <p:nvPr/>
        </p:nvSpPr>
        <p:spPr>
          <a:xfrm>
            <a:off x="6726756" y="4476093"/>
            <a:ext cx="7776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25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</a:t>
            </a:r>
            <a:r>
              <a:rPr lang="pt-BR" sz="825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BR" sz="825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1,4%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2BC3146-7409-BEDC-EFD4-D6216889C8BC}"/>
              </a:ext>
            </a:extLst>
          </p:cNvPr>
          <p:cNvSpPr txBox="1"/>
          <p:nvPr/>
        </p:nvSpPr>
        <p:spPr>
          <a:xfrm>
            <a:off x="8237311" y="4476093"/>
            <a:ext cx="777600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25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0%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35231067-0C76-2178-EA42-BA36ABD9A6C0}"/>
              </a:ext>
            </a:extLst>
          </p:cNvPr>
          <p:cNvCxnSpPr>
            <a:cxnSpLocks/>
          </p:cNvCxnSpPr>
          <p:nvPr/>
        </p:nvCxnSpPr>
        <p:spPr>
          <a:xfrm>
            <a:off x="180140" y="3247701"/>
            <a:ext cx="622462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39">
            <a:extLst>
              <a:ext uri="{FF2B5EF4-FFF2-40B4-BE49-F238E27FC236}">
                <a16:creationId xmlns:a16="http://schemas.microsoft.com/office/drawing/2014/main" id="{4B936FFB-4B36-E6BF-C802-EBF2F6D10BD7}"/>
              </a:ext>
            </a:extLst>
          </p:cNvPr>
          <p:cNvSpPr/>
          <p:nvPr/>
        </p:nvSpPr>
        <p:spPr>
          <a:xfrm>
            <a:off x="122579" y="1119623"/>
            <a:ext cx="8892332" cy="388792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5DA88C9B-2C49-26A4-2636-1B2781006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99" y="3354785"/>
            <a:ext cx="5612626" cy="1637249"/>
          </a:xfrm>
          <a:prstGeom prst="rect">
            <a:avLst/>
          </a:prstGeom>
        </p:spPr>
      </p:pic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D3EDB23B-5D38-D3AA-27E0-D6B4A73461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9189021"/>
              </p:ext>
            </p:extLst>
          </p:nvPr>
        </p:nvGraphicFramePr>
        <p:xfrm>
          <a:off x="129090" y="1119623"/>
          <a:ext cx="6480072" cy="223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A1C73306-B51F-9C61-BF8A-DC68A8639856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8F73CE5-C7BC-F8A4-4BF4-613412FEDBAA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1B49D50-9936-7915-7076-9F1AB37625A6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103489A-50DD-2B13-E54D-1A264FDCE9E9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661FCF6-0723-B1F4-6CE5-BD1DD9948919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D98A94A-2E10-DC5D-4326-1D58BA80B5C3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E019C4A-F635-8143-3359-C1E9A2A3BF36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41" name="object 5">
            <a:extLst>
              <a:ext uri="{FF2B5EF4-FFF2-40B4-BE49-F238E27FC236}">
                <a16:creationId xmlns:a16="http://schemas.microsoft.com/office/drawing/2014/main" id="{F038546C-C426-033F-4D63-8DCF7516062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42" name="CaixaDeTexto 41">
            <a:extLst>
              <a:ext uri="{FF2B5EF4-FFF2-40B4-BE49-F238E27FC236}">
                <a16:creationId xmlns:a16="http://schemas.microsoft.com/office/drawing/2014/main" id="{46C2F683-78AD-308D-CBEA-3A35CB60877B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C59EC6A-40E2-1380-6AD2-802EEC279783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907952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17BDA-D023-548F-7A98-CB292EA2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816BFC4-D842-CB41-D421-C519D8E5FAC2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5682F47-2D65-EE11-11B6-EBE411403EBA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724FAC7-9746-3A9F-A78F-086F3763D63D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CBD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DDACFB9-317E-0A2B-40FC-BDDC9B7AF894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D35A7EF-C080-D755-430A-E579F3D991F6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784D01-E60F-C54D-EA79-118248A50193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73DC886-BC51-3883-FD97-9D8B87A9B07B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7ED3596-0733-C13E-BDD0-7C51AA22A51B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0AF08E2-5EBB-B970-67FB-BDEE3331BCFD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48BCEDF-3776-E3CC-81C2-2222516662CD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27025E29-DB0D-3902-39D6-D3AAEDFED9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231A9A6D-5225-87A8-4E82-7342A65D5ABA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57DA449-4E9B-F364-9C86-7F65DD41736D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286C056-2741-D560-22D2-353561EA1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66" y="1529032"/>
            <a:ext cx="8625268" cy="2885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608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DD856-0C93-244B-B80D-9C70F49F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E231385-3B30-881C-24AB-95FA5D637F5B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A618A5-C47D-F0C6-369B-A6B93512F909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4C4FDDA-24D3-5AB5-A4AA-72FBB17FD898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CBD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4467E03-1AA0-863D-5D3A-719C169FA0E0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57BD9E8-64AD-AB69-77B9-87471CEF81C8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19AF36F-AAC1-26BE-5D47-B29F459335BE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E26BE5E-5FB7-D0C3-C523-06FA36C35110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73C4BF1-829D-FE04-9BFF-4D4DBE69BE5C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B84C8E1-DE36-69E6-B7C2-72DCE97687C2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F55BA5A-0664-4F65-0CC6-020F427456BC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1" name="object 5">
            <a:extLst>
              <a:ext uri="{FF2B5EF4-FFF2-40B4-BE49-F238E27FC236}">
                <a16:creationId xmlns:a16="http://schemas.microsoft.com/office/drawing/2014/main" id="{F24CFA78-2882-3AF7-B713-BD130D41DE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0D0B53D9-460C-5B63-33D4-1FFA6FF242E7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5BEBF87-1908-7CCA-06FA-EC5AA5B9E51E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46926CC5-5CF9-107B-1FD7-78FAA49B8E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858" y="1067923"/>
            <a:ext cx="8952285" cy="404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274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965E2-74EF-4B53-5C7E-4EA01EA87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8B7CDFD-B021-8C86-D384-076393C076E3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E386E1F-1D66-4675-244D-58A7CF3C166B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658F4E5-B718-3E33-FD17-DDA658FE5C17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PLANO / ESTRATÉGIA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5E12C1B-67D9-A7BB-4C1D-803F91CC64F5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10CC9D8-267D-02A9-E190-488EA5ACED40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0392C56-240C-5649-6526-F50EA30DF5E9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D1EEC05-44E8-6F56-A321-6D02EAB8B695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2540ED3-05A7-CC49-714C-74355A36C2E3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887980A-5E9F-76AF-43C9-6611334C0B0B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C9E7A48-E912-17CA-FCE7-B2FE27DDB83F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E72C622B-C178-775E-E712-5F91AE3460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022084DC-56EE-901D-0207-DC73503F08AE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9B7CC53-FE39-444C-563F-37E993FC58A0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266253D-57B3-C490-C64D-EDAB57BD0153}"/>
              </a:ext>
            </a:extLst>
          </p:cNvPr>
          <p:cNvSpPr/>
          <p:nvPr/>
        </p:nvSpPr>
        <p:spPr>
          <a:xfrm flipH="1">
            <a:off x="-4" y="3800331"/>
            <a:ext cx="9144004" cy="13431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F424EBA-3E0A-72FD-83FF-969DF3159A6D}"/>
              </a:ext>
            </a:extLst>
          </p:cNvPr>
          <p:cNvSpPr/>
          <p:nvPr/>
        </p:nvSpPr>
        <p:spPr>
          <a:xfrm flipH="1">
            <a:off x="0" y="1706416"/>
            <a:ext cx="9125215" cy="9954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B49327A-DAAE-FD1B-BB3A-9922FE06A220}"/>
              </a:ext>
            </a:extLst>
          </p:cNvPr>
          <p:cNvSpPr txBox="1"/>
          <p:nvPr/>
        </p:nvSpPr>
        <p:spPr>
          <a:xfrm>
            <a:off x="6222976" y="1050274"/>
            <a:ext cx="26840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defTabSz="685661">
              <a:defRPr/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QUE ESTAMOS MITIGANDO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EBA49B8-3463-54DB-3DB4-6D8148427817}"/>
              </a:ext>
            </a:extLst>
          </p:cNvPr>
          <p:cNvSpPr/>
          <p:nvPr/>
        </p:nvSpPr>
        <p:spPr>
          <a:xfrm>
            <a:off x="4125530" y="1171556"/>
            <a:ext cx="457104" cy="449550"/>
          </a:xfrm>
          <a:prstGeom prst="ellipse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6429624-74D4-AB69-2587-62D4741D1589}"/>
              </a:ext>
            </a:extLst>
          </p:cNvPr>
          <p:cNvSpPr/>
          <p:nvPr/>
        </p:nvSpPr>
        <p:spPr>
          <a:xfrm>
            <a:off x="1725561" y="1171556"/>
            <a:ext cx="457104" cy="4495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3F272E8-3562-8DEB-1B39-90022C33D195}"/>
              </a:ext>
            </a:extLst>
          </p:cNvPr>
          <p:cNvSpPr/>
          <p:nvPr/>
        </p:nvSpPr>
        <p:spPr>
          <a:xfrm>
            <a:off x="6276355" y="1261708"/>
            <a:ext cx="896400" cy="383722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19705EF-1906-224D-59B3-50814BD7DA00}"/>
              </a:ext>
            </a:extLst>
          </p:cNvPr>
          <p:cNvSpPr/>
          <p:nvPr/>
        </p:nvSpPr>
        <p:spPr>
          <a:xfrm>
            <a:off x="7210663" y="1261708"/>
            <a:ext cx="896400" cy="383722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B987BF1-6604-FF42-FA03-F9978A9749E6}"/>
              </a:ext>
            </a:extLst>
          </p:cNvPr>
          <p:cNvSpPr/>
          <p:nvPr/>
        </p:nvSpPr>
        <p:spPr>
          <a:xfrm>
            <a:off x="8144971" y="1261708"/>
            <a:ext cx="896400" cy="383722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8AC2C11-874B-2F09-25CC-9489074304BF}"/>
              </a:ext>
            </a:extLst>
          </p:cNvPr>
          <p:cNvSpPr txBox="1"/>
          <p:nvPr/>
        </p:nvSpPr>
        <p:spPr>
          <a:xfrm>
            <a:off x="6276354" y="1372411"/>
            <a:ext cx="8963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661">
              <a:defRPr/>
            </a:pPr>
            <a:r>
              <a:rPr lang="pt-B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PROCESSO 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84BFA10-3837-0DEE-BB96-6A87B4485EB8}"/>
              </a:ext>
            </a:extLst>
          </p:cNvPr>
          <p:cNvSpPr txBox="1"/>
          <p:nvPr/>
        </p:nvSpPr>
        <p:spPr>
          <a:xfrm>
            <a:off x="7209608" y="1372411"/>
            <a:ext cx="89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661">
              <a:defRPr/>
            </a:pPr>
            <a:r>
              <a:rPr lang="pt-B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R$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7F7F0B8-20A8-9A19-D950-4997D7B7F732}"/>
              </a:ext>
            </a:extLst>
          </p:cNvPr>
          <p:cNvSpPr txBox="1"/>
          <p:nvPr/>
        </p:nvSpPr>
        <p:spPr>
          <a:xfrm>
            <a:off x="8142862" y="1372411"/>
            <a:ext cx="8964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661">
              <a:defRPr/>
            </a:pPr>
            <a:r>
              <a:rPr lang="pt-BR" sz="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COMPLIANCE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1DA14B4-4731-4FB0-BB8E-D43D896AE7B6}"/>
              </a:ext>
            </a:extLst>
          </p:cNvPr>
          <p:cNvSpPr txBox="1"/>
          <p:nvPr/>
        </p:nvSpPr>
        <p:spPr>
          <a:xfrm>
            <a:off x="1340106" y="1764800"/>
            <a:ext cx="2880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Escopo sem Padrão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100% Lista Desejo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Cron. descentralizado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CCE4339-246B-7159-6269-E26DF6278B2A}"/>
              </a:ext>
            </a:extLst>
          </p:cNvPr>
          <p:cNvSpPr txBox="1"/>
          <p:nvPr/>
        </p:nvSpPr>
        <p:spPr>
          <a:xfrm>
            <a:off x="3900529" y="1764800"/>
            <a:ext cx="24156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Padronização de Carta Convite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Escopos Aprovados (PPM) 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Cronograma Unificado 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Padronizar P. Técnica e análise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3F2E7F0-78BE-9F8A-223D-54DDF6A2BB2E}"/>
              </a:ext>
            </a:extLst>
          </p:cNvPr>
          <p:cNvSpPr txBox="1"/>
          <p:nvPr/>
        </p:nvSpPr>
        <p:spPr>
          <a:xfrm>
            <a:off x="3900529" y="2752648"/>
            <a:ext cx="24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Padronizado com Fluxo 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PPM – Prioridade 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Antecipações da Contratação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Antecipação Liberação R$ - antes da etapa de contratação 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B039E4A2-E846-63A5-4591-E9803D190942}"/>
              </a:ext>
            </a:extLst>
          </p:cNvPr>
          <p:cNvSpPr txBox="1"/>
          <p:nvPr/>
        </p:nvSpPr>
        <p:spPr>
          <a:xfrm>
            <a:off x="3900530" y="3905943"/>
            <a:ext cx="2415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Antecipações (+ 15 dias)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Contratos Serviços Recorrentes  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Equalização (automação 100%)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Vendor List definido por Polo -  Histórico e análise R$   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Gestão de Contrato 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82BD8E9-E7AB-3A7E-CC77-0ABAFD3B763C}"/>
              </a:ext>
            </a:extLst>
          </p:cNvPr>
          <p:cNvSpPr txBox="1"/>
          <p:nvPr/>
        </p:nvSpPr>
        <p:spPr>
          <a:xfrm>
            <a:off x="42334" y="1764800"/>
            <a:ext cx="12723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661">
              <a:defRPr/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PLANEJAMENTO</a:t>
            </a:r>
          </a:p>
          <a:p>
            <a:pPr defTabSz="685661">
              <a:defRPr/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ESCOPO  </a:t>
            </a: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A0D5D5A-4D5E-FFB3-01A2-8350757D856A}"/>
              </a:ext>
            </a:extLst>
          </p:cNvPr>
          <p:cNvSpPr txBox="1"/>
          <p:nvPr/>
        </p:nvSpPr>
        <p:spPr>
          <a:xfrm>
            <a:off x="1340106" y="2752648"/>
            <a:ext cx="2880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Descentralizações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Modelos das prioridades 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Cronog, não unificado 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Descentralizações áreas envolvidas 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A7729D24-B6C0-26BA-A833-362AE41C7CB8}"/>
              </a:ext>
            </a:extLst>
          </p:cNvPr>
          <p:cNvSpPr txBox="1"/>
          <p:nvPr/>
        </p:nvSpPr>
        <p:spPr>
          <a:xfrm>
            <a:off x="42334" y="2752648"/>
            <a:ext cx="12723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661">
              <a:defRPr/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ORÇAMENTAÇÃO</a:t>
            </a:r>
          </a:p>
          <a:p>
            <a:pPr defTabSz="685661">
              <a:defRPr/>
            </a:pPr>
            <a:endParaRPr lang="pt-BR" sz="100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12BC6CC-283A-96AD-C792-CDB5BD493EEB}"/>
              </a:ext>
            </a:extLst>
          </p:cNvPr>
          <p:cNvSpPr txBox="1"/>
          <p:nvPr/>
        </p:nvSpPr>
        <p:spPr>
          <a:xfrm>
            <a:off x="42334" y="3905943"/>
            <a:ext cx="12723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661">
              <a:defRPr/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PREÇOS</a:t>
            </a:r>
          </a:p>
          <a:p>
            <a:pPr defTabSz="685661">
              <a:defRPr/>
            </a:pPr>
            <a:r>
              <a:rPr lang="pt-BR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CONTRATAÇÃO</a:t>
            </a:r>
            <a:endParaRPr lang="pt-BR" sz="1000" dirty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CD861DD-4C1D-5D72-4B07-60C8F57AE642}"/>
              </a:ext>
            </a:extLst>
          </p:cNvPr>
          <p:cNvSpPr txBox="1"/>
          <p:nvPr/>
        </p:nvSpPr>
        <p:spPr>
          <a:xfrm>
            <a:off x="1340107" y="3905943"/>
            <a:ext cx="2880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Antecipações sem análise mercado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100% SPOT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Equalização (automação)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Vendor List Geral (todas as unidades)</a:t>
            </a:r>
          </a:p>
          <a:p>
            <a:pPr marL="228600" indent="-228600" eaLnBrk="0" fontAlgn="base" hangingPunct="0">
              <a:spcBef>
                <a:spcPct val="20000"/>
              </a:spcBef>
              <a:spcAft>
                <a:spcPct val="0"/>
              </a:spcAft>
              <a:buSzPct val="90000"/>
              <a:buFont typeface="+mj-lt"/>
              <a:buAutoNum type="arabicPeriod"/>
            </a:pPr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Gestão descentralizada </a:t>
            </a:r>
          </a:p>
        </p:txBody>
      </p:sp>
      <p:pic>
        <p:nvPicPr>
          <p:cNvPr id="36" name="Gráfico 35" descr="Selo Tick1 com preenchimento sólido">
            <a:extLst>
              <a:ext uri="{FF2B5EF4-FFF2-40B4-BE49-F238E27FC236}">
                <a16:creationId xmlns:a16="http://schemas.microsoft.com/office/drawing/2014/main" id="{D34018F1-924B-3314-B1E7-7692245E8E0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3582" y="2007598"/>
            <a:ext cx="320492" cy="320492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1B8CB009-E217-90C5-DE77-9E24A67A1609}"/>
              </a:ext>
            </a:extLst>
          </p:cNvPr>
          <p:cNvSpPr txBox="1"/>
          <p:nvPr/>
        </p:nvSpPr>
        <p:spPr>
          <a:xfrm>
            <a:off x="2101584" y="1062019"/>
            <a:ext cx="6066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661">
              <a:defRPr/>
            </a:pPr>
            <a:r>
              <a:rPr lang="pt-BR" sz="10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 IS </a:t>
            </a:r>
            <a:endParaRPr lang="pt-BR" sz="100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28C9655-D569-0734-8353-5ACEE421A253}"/>
              </a:ext>
            </a:extLst>
          </p:cNvPr>
          <p:cNvSpPr txBox="1"/>
          <p:nvPr/>
        </p:nvSpPr>
        <p:spPr>
          <a:xfrm>
            <a:off x="4460272" y="1062019"/>
            <a:ext cx="127232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661">
              <a:defRPr/>
            </a:pPr>
            <a:r>
              <a:rPr lang="pt-BR" sz="1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BE </a:t>
            </a:r>
            <a:endParaRPr lang="pt-BR" sz="1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240591B9-2925-5B56-6E43-A57C48C478DF}"/>
              </a:ext>
            </a:extLst>
          </p:cNvPr>
          <p:cNvCxnSpPr/>
          <p:nvPr/>
        </p:nvCxnSpPr>
        <p:spPr>
          <a:xfrm>
            <a:off x="2551543" y="1406083"/>
            <a:ext cx="1338993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Gráfico 39" descr="Selo Tick1 com preenchimento sólido">
            <a:extLst>
              <a:ext uri="{FF2B5EF4-FFF2-40B4-BE49-F238E27FC236}">
                <a16:creationId xmlns:a16="http://schemas.microsoft.com/office/drawing/2014/main" id="{87DBC7A1-AA1F-8875-9A57-7C5E2908C2B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162" y="2007598"/>
            <a:ext cx="320492" cy="320492"/>
          </a:xfrm>
          <a:prstGeom prst="rect">
            <a:avLst/>
          </a:prstGeom>
        </p:spPr>
      </p:pic>
      <p:pic>
        <p:nvPicPr>
          <p:cNvPr id="41" name="Gráfico 40" descr="Selo Tick1 com preenchimento sólido">
            <a:extLst>
              <a:ext uri="{FF2B5EF4-FFF2-40B4-BE49-F238E27FC236}">
                <a16:creationId xmlns:a16="http://schemas.microsoft.com/office/drawing/2014/main" id="{B9292E89-93AC-56A3-92AE-6A7A318A981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4287" y="2007598"/>
            <a:ext cx="324000" cy="324000"/>
          </a:xfrm>
          <a:prstGeom prst="rect">
            <a:avLst/>
          </a:prstGeom>
        </p:spPr>
      </p:pic>
      <p:pic>
        <p:nvPicPr>
          <p:cNvPr id="42" name="Gráfico 41" descr="Selo Tick1 com preenchimento sólido">
            <a:extLst>
              <a:ext uri="{FF2B5EF4-FFF2-40B4-BE49-F238E27FC236}">
                <a16:creationId xmlns:a16="http://schemas.microsoft.com/office/drawing/2014/main" id="{0CE1BD51-174D-733C-A670-1AF6613476C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3582" y="3082194"/>
            <a:ext cx="320492" cy="320492"/>
          </a:xfrm>
          <a:prstGeom prst="rect">
            <a:avLst/>
          </a:prstGeom>
        </p:spPr>
      </p:pic>
      <p:pic>
        <p:nvPicPr>
          <p:cNvPr id="43" name="Gráfico 42" descr="Selo Tick1 com preenchimento sólido">
            <a:extLst>
              <a:ext uri="{FF2B5EF4-FFF2-40B4-BE49-F238E27FC236}">
                <a16:creationId xmlns:a16="http://schemas.microsoft.com/office/drawing/2014/main" id="{43AEFCD7-AA15-B347-0F37-5E19C15C076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162" y="3082194"/>
            <a:ext cx="320492" cy="320492"/>
          </a:xfrm>
          <a:prstGeom prst="rect">
            <a:avLst/>
          </a:prstGeom>
        </p:spPr>
      </p:pic>
      <p:pic>
        <p:nvPicPr>
          <p:cNvPr id="44" name="Gráfico 43" descr="Selo Tick1 com preenchimento sólido">
            <a:extLst>
              <a:ext uri="{FF2B5EF4-FFF2-40B4-BE49-F238E27FC236}">
                <a16:creationId xmlns:a16="http://schemas.microsoft.com/office/drawing/2014/main" id="{A8EBD25D-5C2A-7BBB-C99A-D25903C1A523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287" y="3082194"/>
            <a:ext cx="324000" cy="324000"/>
          </a:xfrm>
          <a:prstGeom prst="rect">
            <a:avLst/>
          </a:prstGeom>
        </p:spPr>
      </p:pic>
      <p:pic>
        <p:nvPicPr>
          <p:cNvPr id="45" name="Gráfico 44" descr="Selo Tick1 com preenchimento sólido">
            <a:extLst>
              <a:ext uri="{FF2B5EF4-FFF2-40B4-BE49-F238E27FC236}">
                <a16:creationId xmlns:a16="http://schemas.microsoft.com/office/drawing/2014/main" id="{65993329-968D-81F0-AE1E-2B6D5FEBBA70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3582" y="4375401"/>
            <a:ext cx="320492" cy="320492"/>
          </a:xfrm>
          <a:prstGeom prst="rect">
            <a:avLst/>
          </a:prstGeom>
        </p:spPr>
      </p:pic>
      <p:pic>
        <p:nvPicPr>
          <p:cNvPr id="46" name="Gráfico 45" descr="Selo Tick1 com preenchimento sólido">
            <a:extLst>
              <a:ext uri="{FF2B5EF4-FFF2-40B4-BE49-F238E27FC236}">
                <a16:creationId xmlns:a16="http://schemas.microsoft.com/office/drawing/2014/main" id="{111BDB78-E947-E2DC-526B-371EF0A343B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0162" y="4375401"/>
            <a:ext cx="320492" cy="320492"/>
          </a:xfrm>
          <a:prstGeom prst="rect">
            <a:avLst/>
          </a:prstGeom>
        </p:spPr>
      </p:pic>
      <p:pic>
        <p:nvPicPr>
          <p:cNvPr id="47" name="Gráfico 46" descr="Selo Tick1 com preenchimento sólido">
            <a:extLst>
              <a:ext uri="{FF2B5EF4-FFF2-40B4-BE49-F238E27FC236}">
                <a16:creationId xmlns:a16="http://schemas.microsoft.com/office/drawing/2014/main" id="{48DAC4F7-AADD-0953-C61C-482F2CAF9FF1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4287" y="4375401"/>
            <a:ext cx="324000" cy="324000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5E54171E-6A22-D82A-A7AC-F31703273777}"/>
              </a:ext>
            </a:extLst>
          </p:cNvPr>
          <p:cNvSpPr txBox="1"/>
          <p:nvPr/>
        </p:nvSpPr>
        <p:spPr>
          <a:xfrm>
            <a:off x="11925" y="1136095"/>
            <a:ext cx="1227712" cy="415498"/>
          </a:xfrm>
          <a:prstGeom prst="rect">
            <a:avLst/>
          </a:prstGeom>
          <a:solidFill>
            <a:srgbClr val="F6F6F5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defTabSz="685661">
              <a:defRPr/>
            </a:pPr>
            <a:r>
              <a:rPr lang="pt-B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~50 AÇÕES ESTRUTURANTES  </a:t>
            </a:r>
          </a:p>
        </p:txBody>
      </p:sp>
    </p:spTree>
    <p:extLst>
      <p:ext uri="{BB962C8B-B14F-4D97-AF65-F5344CB8AC3E}">
        <p14:creationId xmlns:p14="http://schemas.microsoft.com/office/powerpoint/2010/main" val="952764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614C8-B9B4-F11E-3523-7CFEB65A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9D8F3A6-40A3-DAF1-0776-8257A4A72F4C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7533E7F-F5C8-238E-01E0-D3A5D4D04B6D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224EA25-4105-2AB0-67E3-44505176B09E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PLANO / ESTRATÉGIA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D733D3B-C617-AE64-0384-EE3E6B224BDE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98E0A7-D52A-90D7-399C-B534257CA2DF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4B5AB36-9746-B454-8AE8-457A43425C55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C52B27C-5D1D-8702-328E-269AF2674A63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AE79EF75-233F-D025-7E05-B13A3BECA91F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90BB0BF-B320-CEB6-2314-F166F17E8E5F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1B19AD5-06EF-BB91-7668-3308FAA0CD70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8E2D3F20-A114-9BC5-90EB-E4FDBBA4E8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F1C62EE1-0EBB-5D7F-FF98-6B823E25EE7B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B3E16A5-6225-E50B-7152-66168CEDDD21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F462FF4-F98D-1359-B6F1-9B6369054044}"/>
              </a:ext>
            </a:extLst>
          </p:cNvPr>
          <p:cNvSpPr/>
          <p:nvPr/>
        </p:nvSpPr>
        <p:spPr>
          <a:xfrm>
            <a:off x="638745" y="1116728"/>
            <a:ext cx="2022733" cy="491921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932C8"/>
              </a:solidFill>
            </a:endParaRP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C4CF035D-491F-5F95-9581-C5BBF5E55427}"/>
              </a:ext>
            </a:extLst>
          </p:cNvPr>
          <p:cNvSpPr/>
          <p:nvPr/>
        </p:nvSpPr>
        <p:spPr>
          <a:xfrm>
            <a:off x="2695359" y="1115449"/>
            <a:ext cx="1850682" cy="493200"/>
          </a:xfrm>
          <a:prstGeom prst="rect">
            <a:avLst/>
          </a:prstGeom>
          <a:solidFill>
            <a:schemeClr val="accent2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84F9B49A-E6CD-F2AA-3EBC-AC14F99FD790}"/>
              </a:ext>
            </a:extLst>
          </p:cNvPr>
          <p:cNvSpPr/>
          <p:nvPr/>
        </p:nvSpPr>
        <p:spPr>
          <a:xfrm>
            <a:off x="4581026" y="1115449"/>
            <a:ext cx="1382013" cy="493200"/>
          </a:xfrm>
          <a:prstGeom prst="rect">
            <a:avLst/>
          </a:prstGeom>
          <a:solidFill>
            <a:schemeClr val="accent5">
              <a:alpha val="6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D02FD349-9E1B-A4D4-B427-C0152B60C934}"/>
              </a:ext>
            </a:extLst>
          </p:cNvPr>
          <p:cNvSpPr/>
          <p:nvPr/>
        </p:nvSpPr>
        <p:spPr>
          <a:xfrm>
            <a:off x="5996919" y="1115449"/>
            <a:ext cx="1138097" cy="4932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1932C8"/>
              </a:solidFill>
            </a:endParaRP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DD74D6AC-BFAE-B324-BDA1-A021F1D87146}"/>
              </a:ext>
            </a:extLst>
          </p:cNvPr>
          <p:cNvSpPr/>
          <p:nvPr/>
        </p:nvSpPr>
        <p:spPr>
          <a:xfrm>
            <a:off x="638745" y="1639238"/>
            <a:ext cx="2022733" cy="8244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7BE44CBB-35B7-67D2-5BDF-49E32E6C422D}"/>
              </a:ext>
            </a:extLst>
          </p:cNvPr>
          <p:cNvSpPr/>
          <p:nvPr/>
        </p:nvSpPr>
        <p:spPr>
          <a:xfrm>
            <a:off x="4581026" y="1639238"/>
            <a:ext cx="1382013" cy="8244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9C0E7225-CC8B-A9EC-08A1-9FE9CC8D5831}"/>
              </a:ext>
            </a:extLst>
          </p:cNvPr>
          <p:cNvSpPr/>
          <p:nvPr/>
        </p:nvSpPr>
        <p:spPr>
          <a:xfrm>
            <a:off x="5996919" y="1639238"/>
            <a:ext cx="1138097" cy="341007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93D3085C-BA53-EE02-4381-A50A676919B8}"/>
              </a:ext>
            </a:extLst>
          </p:cNvPr>
          <p:cNvSpPr/>
          <p:nvPr/>
        </p:nvSpPr>
        <p:spPr>
          <a:xfrm>
            <a:off x="638745" y="2501131"/>
            <a:ext cx="2022733" cy="8244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 55">
            <a:extLst>
              <a:ext uri="{FF2B5EF4-FFF2-40B4-BE49-F238E27FC236}">
                <a16:creationId xmlns:a16="http://schemas.microsoft.com/office/drawing/2014/main" id="{CF021E8C-1565-D039-6981-F86D6BEDBE0A}"/>
              </a:ext>
            </a:extLst>
          </p:cNvPr>
          <p:cNvSpPr/>
          <p:nvPr/>
        </p:nvSpPr>
        <p:spPr>
          <a:xfrm>
            <a:off x="638745" y="3361090"/>
            <a:ext cx="2022733" cy="8244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 56">
            <a:extLst>
              <a:ext uri="{FF2B5EF4-FFF2-40B4-BE49-F238E27FC236}">
                <a16:creationId xmlns:a16="http://schemas.microsoft.com/office/drawing/2014/main" id="{0A1009E9-6A18-6780-EF3E-067F9ECB8B16}"/>
              </a:ext>
            </a:extLst>
          </p:cNvPr>
          <p:cNvSpPr/>
          <p:nvPr/>
        </p:nvSpPr>
        <p:spPr>
          <a:xfrm>
            <a:off x="638745" y="4224916"/>
            <a:ext cx="2022733" cy="8244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17DD091-DC9E-0094-A16D-B3C7EEBF3BE2}"/>
              </a:ext>
            </a:extLst>
          </p:cNvPr>
          <p:cNvSpPr txBox="1"/>
          <p:nvPr/>
        </p:nvSpPr>
        <p:spPr>
          <a:xfrm>
            <a:off x="620726" y="1679075"/>
            <a:ext cx="200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uzano Text" panose="020B0604020202020204" pitchFamily="34" charset="0"/>
              <a:buChar char="•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Custos - Explorar oportunidades de redução de custos de HH e Preços de Empreita – (atenção orçamentação) 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1EB121A-4AF1-EC91-7CCE-0EA3C17E79D0}"/>
              </a:ext>
            </a:extLst>
          </p:cNvPr>
          <p:cNvSpPr txBox="1"/>
          <p:nvPr/>
        </p:nvSpPr>
        <p:spPr>
          <a:xfrm>
            <a:off x="6003693" y="1679075"/>
            <a:ext cx="116362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Vendor list dos Fornecedores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Aderência RNC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Aderência  Gestão de Contratos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Padronização dos Escopos (ex. Mão de obra de material) 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Adesão ao cronograma 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Qualidade análise técnica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Estrutura (Suprimentos) MOT e Sr. 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Finanças – liberação de dinheiro</a:t>
            </a:r>
            <a:endParaRPr lang="pt-BR" sz="7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pt-BR" sz="8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6DEEBE13-9A88-0335-7E73-8145DAD4DCD5}"/>
              </a:ext>
            </a:extLst>
          </p:cNvPr>
          <p:cNvSpPr txBox="1"/>
          <p:nvPr/>
        </p:nvSpPr>
        <p:spPr>
          <a:xfrm>
            <a:off x="2691326" y="1679075"/>
            <a:ext cx="183638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Abertura de Custo Explorando custos adm. e consumíveis – contratos Suzano. 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Mapa de contratação de Fornecedores por Polo - capacidade produtiva e financeira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“contratos” de Fabricação 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Oportunidades de contratos de longo prazo de HH para algumas atividades e Unidades – exemplo Barra 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Antecipações – período de baixa demanda para o mercado de caldeiraria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Antecipação contratação de Aço – direto 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Estudos de Internalizações – Layoff manutenção automotiva </a:t>
            </a:r>
          </a:p>
          <a:p>
            <a:pPr marL="228600" indent="-228600">
              <a:buFont typeface="+mj-lt"/>
              <a:buAutoNum type="arabicPeriod"/>
            </a:pPr>
            <a:endParaRPr lang="pt-BR" sz="4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Suprimentos participando do Orçamento – Index de Inflação</a:t>
            </a:r>
          </a:p>
          <a:p>
            <a:endParaRPr lang="pt-BR" sz="8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78397F4-3C9A-3A67-410B-5C07E92724F7}"/>
              </a:ext>
            </a:extLst>
          </p:cNvPr>
          <p:cNvSpPr txBox="1"/>
          <p:nvPr/>
        </p:nvSpPr>
        <p:spPr>
          <a:xfrm>
            <a:off x="4579236" y="1679075"/>
            <a:ext cx="13445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Preço – Aumento no valor de R$ (Mercado)</a:t>
            </a:r>
          </a:p>
          <a:p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Obras aquecendo o mercado de M.O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9733035A-019E-D9D6-22F3-F75D03E6FF5E}"/>
              </a:ext>
            </a:extLst>
          </p:cNvPr>
          <p:cNvSpPr txBox="1"/>
          <p:nvPr/>
        </p:nvSpPr>
        <p:spPr>
          <a:xfrm>
            <a:off x="620726" y="4243043"/>
            <a:ext cx="200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uzano Text" panose="020B0604020202020204" pitchFamily="34" charset="0"/>
              <a:buChar char="•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Controle, Gestão administrativa – utilizar ferramenta de Gestão de Contrato  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179B8A9A-0CD5-0A5F-22BB-E3CEC2207ABF}"/>
              </a:ext>
            </a:extLst>
          </p:cNvPr>
          <p:cNvSpPr txBox="1"/>
          <p:nvPr/>
        </p:nvSpPr>
        <p:spPr>
          <a:xfrm>
            <a:off x="2832390" y="1144633"/>
            <a:ext cx="15951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 COMO DO PLANO DE SOURCING 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A09833D1-382D-8160-532D-236992529291}"/>
              </a:ext>
            </a:extLst>
          </p:cNvPr>
          <p:cNvSpPr txBox="1"/>
          <p:nvPr/>
        </p:nvSpPr>
        <p:spPr>
          <a:xfrm>
            <a:off x="4688471" y="1229271"/>
            <a:ext cx="1096721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DESAFIOS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9EC47422-4EF1-573E-95BC-AE423A25F71A}"/>
              </a:ext>
            </a:extLst>
          </p:cNvPr>
          <p:cNvSpPr txBox="1"/>
          <p:nvPr/>
        </p:nvSpPr>
        <p:spPr>
          <a:xfrm>
            <a:off x="638745" y="1144633"/>
            <a:ext cx="17359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SAFRA 23´24</a:t>
            </a:r>
          </a:p>
          <a:p>
            <a:r>
              <a:rPr lang="pt-BR" sz="105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KICK WINS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06B7104E-FAB1-6BED-532E-F295C262CCBA}"/>
              </a:ext>
            </a:extLst>
          </p:cNvPr>
          <p:cNvSpPr txBox="1"/>
          <p:nvPr/>
        </p:nvSpPr>
        <p:spPr>
          <a:xfrm>
            <a:off x="6001183" y="1144633"/>
            <a:ext cx="1131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CADEIA </a:t>
            </a:r>
          </a:p>
          <a:p>
            <a:r>
              <a:rPr lang="pt-B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APOIO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F81E2599-6A1B-8FE8-2302-467FDF88D09F}"/>
              </a:ext>
            </a:extLst>
          </p:cNvPr>
          <p:cNvSpPr/>
          <p:nvPr/>
        </p:nvSpPr>
        <p:spPr>
          <a:xfrm>
            <a:off x="7188329" y="1115448"/>
            <a:ext cx="1838848" cy="393386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318FA1EE-5B05-80CB-B049-D5844F44AC9A}"/>
              </a:ext>
            </a:extLst>
          </p:cNvPr>
          <p:cNvSpPr txBox="1"/>
          <p:nvPr/>
        </p:nvSpPr>
        <p:spPr>
          <a:xfrm>
            <a:off x="7151588" y="1144633"/>
            <a:ext cx="20227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VARIÁVEIS </a:t>
            </a:r>
          </a:p>
          <a:p>
            <a:r>
              <a:rPr lang="pt-B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INDIRETAS E MERCADO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52D3406B-36AD-DC85-1B59-DD4CFB9CCB7A}"/>
              </a:ext>
            </a:extLst>
          </p:cNvPr>
          <p:cNvSpPr txBox="1"/>
          <p:nvPr/>
        </p:nvSpPr>
        <p:spPr>
          <a:xfrm>
            <a:off x="620725" y="3354493"/>
            <a:ext cx="200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uzano Text" panose="020B0604020202020204" pitchFamily="34" charset="0"/>
              <a:buChar char="•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Novos modelos de contratação  - pensando no futuro próximo – aumento de demanda de manutenção 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9D46CE08-DE16-2D17-2889-62D814DF76B3}"/>
              </a:ext>
            </a:extLst>
          </p:cNvPr>
          <p:cNvSpPr txBox="1"/>
          <p:nvPr/>
        </p:nvSpPr>
        <p:spPr>
          <a:xfrm>
            <a:off x="7230609" y="1664774"/>
            <a:ext cx="18120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CUSTOS DA CATEGORIA:</a:t>
            </a:r>
          </a:p>
          <a:p>
            <a:endParaRPr lang="pt-BR" sz="800" b="1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28600" indent="-228600"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Aumento no valor do Aço no 2Q do Ano (ação: Explorando antecipações)</a:t>
            </a:r>
          </a:p>
          <a:p>
            <a:pPr marL="228600" indent="-228600"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RELIZADO&gt; Chapa Fina  </a:t>
            </a:r>
          </a:p>
          <a:p>
            <a:pPr marL="228600" indent="-228600"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Inflação e IGPM</a:t>
            </a:r>
          </a:p>
          <a:p>
            <a:pPr marL="228600" indent="-228600">
              <a:buAutoNum type="arabicPeriod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Projetos no Mercado – disputa por Mão de Obra qualificada 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FCC98416-379D-E6E5-229B-6F63ADF1EB67}"/>
              </a:ext>
            </a:extLst>
          </p:cNvPr>
          <p:cNvSpPr txBox="1"/>
          <p:nvPr/>
        </p:nvSpPr>
        <p:spPr>
          <a:xfrm>
            <a:off x="620725" y="2503700"/>
            <a:ext cx="200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uzano Text" panose="020B0604020202020204" pitchFamily="34" charset="0"/>
              <a:buChar char="•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Mitigar Riscos de Operação – SSMA – Alojamento - exposição</a:t>
            </a:r>
          </a:p>
          <a:p>
            <a:pPr marL="171450" indent="-171450">
              <a:buFont typeface="Suzano Text" panose="020B0604020202020204" pitchFamily="34" charset="0"/>
              <a:buChar char="•"/>
            </a:pPr>
            <a:endParaRPr lang="pt-BR" sz="800" dirty="0">
              <a:solidFill>
                <a:schemeClr val="tx1">
                  <a:lumMod val="75000"/>
                  <a:lumOff val="2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Suzano Text" panose="020B0604020202020204" pitchFamily="34" charset="0"/>
              <a:buChar char="•"/>
            </a:pPr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Calendário de manutenção 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0122C103-9650-7A17-6C6D-9A06FC5D5343}"/>
              </a:ext>
            </a:extLst>
          </p:cNvPr>
          <p:cNvSpPr/>
          <p:nvPr/>
        </p:nvSpPr>
        <p:spPr>
          <a:xfrm>
            <a:off x="4581026" y="2501131"/>
            <a:ext cx="1382013" cy="8244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2B6935A4-231A-57F4-8ECA-71B19BDC56FA}"/>
              </a:ext>
            </a:extLst>
          </p:cNvPr>
          <p:cNvSpPr txBox="1"/>
          <p:nvPr/>
        </p:nvSpPr>
        <p:spPr>
          <a:xfrm>
            <a:off x="4579236" y="2518925"/>
            <a:ext cx="1344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Baixa qualificação dos fornecedores – execução e planejamento</a:t>
            </a:r>
          </a:p>
        </p:txBody>
      </p:sp>
      <p:sp>
        <p:nvSpPr>
          <p:cNvPr id="75" name="Retângulo 74">
            <a:extLst>
              <a:ext uri="{FF2B5EF4-FFF2-40B4-BE49-F238E27FC236}">
                <a16:creationId xmlns:a16="http://schemas.microsoft.com/office/drawing/2014/main" id="{1301BF2C-FDDE-6757-458B-C6F59CEE33E3}"/>
              </a:ext>
            </a:extLst>
          </p:cNvPr>
          <p:cNvSpPr/>
          <p:nvPr/>
        </p:nvSpPr>
        <p:spPr>
          <a:xfrm>
            <a:off x="4581026" y="3363024"/>
            <a:ext cx="1382013" cy="8244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C02FB061-E8C0-4D87-34F1-BFCC093BD12A}"/>
              </a:ext>
            </a:extLst>
          </p:cNvPr>
          <p:cNvSpPr txBox="1"/>
          <p:nvPr/>
        </p:nvSpPr>
        <p:spPr>
          <a:xfrm>
            <a:off x="4579236" y="3354493"/>
            <a:ext cx="1344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Garantir Gestão de Contratos com 100% dos Pedidos Emitidos </a:t>
            </a:r>
          </a:p>
        </p:txBody>
      </p:sp>
      <p:sp>
        <p:nvSpPr>
          <p:cNvPr id="77" name="Retângulo 76">
            <a:extLst>
              <a:ext uri="{FF2B5EF4-FFF2-40B4-BE49-F238E27FC236}">
                <a16:creationId xmlns:a16="http://schemas.microsoft.com/office/drawing/2014/main" id="{DEA4A62E-9ED1-A8C5-4A79-A4F4F4CF2669}"/>
              </a:ext>
            </a:extLst>
          </p:cNvPr>
          <p:cNvSpPr/>
          <p:nvPr/>
        </p:nvSpPr>
        <p:spPr>
          <a:xfrm>
            <a:off x="4581026" y="4224916"/>
            <a:ext cx="1382013" cy="8244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73586D07-CECA-3D0E-29B9-1DC3B8819718}"/>
              </a:ext>
            </a:extLst>
          </p:cNvPr>
          <p:cNvSpPr txBox="1"/>
          <p:nvPr/>
        </p:nvSpPr>
        <p:spPr>
          <a:xfrm>
            <a:off x="4579236" y="4243043"/>
            <a:ext cx="1344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Alto volume de pedidos + de 850 PC – para gestão 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D018F8D8-B103-CC91-7224-3ACF15C2F5E0}"/>
              </a:ext>
            </a:extLst>
          </p:cNvPr>
          <p:cNvSpPr/>
          <p:nvPr/>
        </p:nvSpPr>
        <p:spPr>
          <a:xfrm>
            <a:off x="2695359" y="1639238"/>
            <a:ext cx="1851786" cy="341007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082AD6E5-FEA0-393A-EF70-A55C926A6C69}"/>
              </a:ext>
            </a:extLst>
          </p:cNvPr>
          <p:cNvSpPr txBox="1"/>
          <p:nvPr/>
        </p:nvSpPr>
        <p:spPr>
          <a:xfrm rot="16200000">
            <a:off x="-134539" y="1823491"/>
            <a:ext cx="997541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ALAVANCAGEM COMERCIA</a:t>
            </a:r>
            <a:r>
              <a:rPr lang="pt-BR" sz="9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</a:t>
            </a:r>
          </a:p>
        </p:txBody>
      </p: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E34723F4-8FE2-4F0F-19F3-12EC8F2651B9}"/>
              </a:ext>
            </a:extLst>
          </p:cNvPr>
          <p:cNvCxnSpPr>
            <a:cxnSpLocks/>
          </p:cNvCxnSpPr>
          <p:nvPr/>
        </p:nvCxnSpPr>
        <p:spPr>
          <a:xfrm>
            <a:off x="126066" y="1611517"/>
            <a:ext cx="0" cy="3291251"/>
          </a:xfrm>
          <a:prstGeom prst="line">
            <a:avLst/>
          </a:prstGeom>
          <a:ln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DADD5A01-0326-E897-5520-F8B9AF9B814C}"/>
              </a:ext>
            </a:extLst>
          </p:cNvPr>
          <p:cNvSpPr txBox="1"/>
          <p:nvPr/>
        </p:nvSpPr>
        <p:spPr>
          <a:xfrm rot="16200000">
            <a:off x="-6523" y="3584440"/>
            <a:ext cx="726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b="1" dirty="0">
                <a:solidFill>
                  <a:schemeClr val="accent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GESTÃO e PROJETOS</a:t>
            </a:r>
            <a:endParaRPr lang="pt-BR" sz="900" b="1" dirty="0">
              <a:solidFill>
                <a:schemeClr val="accent5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9CD6290B-1CEC-0A1A-4F9F-2BB0D13BFD70}"/>
              </a:ext>
            </a:extLst>
          </p:cNvPr>
          <p:cNvSpPr txBox="1"/>
          <p:nvPr/>
        </p:nvSpPr>
        <p:spPr>
          <a:xfrm rot="16200000">
            <a:off x="10404" y="2746139"/>
            <a:ext cx="726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MITIGAR RISCOS</a:t>
            </a:r>
            <a:endParaRPr lang="pt-BR" sz="900" b="1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4" name="Retângulo 83">
            <a:extLst>
              <a:ext uri="{FF2B5EF4-FFF2-40B4-BE49-F238E27FC236}">
                <a16:creationId xmlns:a16="http://schemas.microsoft.com/office/drawing/2014/main" id="{1E9168D7-B0C4-F578-D350-0440A5CAD913}"/>
              </a:ext>
            </a:extLst>
          </p:cNvPr>
          <p:cNvSpPr/>
          <p:nvPr/>
        </p:nvSpPr>
        <p:spPr>
          <a:xfrm>
            <a:off x="602371" y="1636063"/>
            <a:ext cx="38227" cy="831600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FD1E095F-2E13-A44D-B5C3-71A8992488F0}"/>
              </a:ext>
            </a:extLst>
          </p:cNvPr>
          <p:cNvSpPr txBox="1"/>
          <p:nvPr/>
        </p:nvSpPr>
        <p:spPr>
          <a:xfrm rot="16200000">
            <a:off x="-142234" y="4367729"/>
            <a:ext cx="9975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b="1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EFICIÊNCIA OPERACIONAL</a:t>
            </a:r>
            <a:endParaRPr lang="pt-BR" sz="900" b="1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6" name="Retângulo 85">
            <a:extLst>
              <a:ext uri="{FF2B5EF4-FFF2-40B4-BE49-F238E27FC236}">
                <a16:creationId xmlns:a16="http://schemas.microsoft.com/office/drawing/2014/main" id="{BDD216DD-9FAE-5C24-0DE4-3073A823AF77}"/>
              </a:ext>
            </a:extLst>
          </p:cNvPr>
          <p:cNvSpPr/>
          <p:nvPr/>
        </p:nvSpPr>
        <p:spPr>
          <a:xfrm>
            <a:off x="602371" y="2499425"/>
            <a:ext cx="38227" cy="828000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EBF7F302-539B-F735-A2E2-1A23DDE1FB20}"/>
              </a:ext>
            </a:extLst>
          </p:cNvPr>
          <p:cNvSpPr/>
          <p:nvPr/>
        </p:nvSpPr>
        <p:spPr>
          <a:xfrm>
            <a:off x="602371" y="3357066"/>
            <a:ext cx="38227" cy="831600"/>
          </a:xfrm>
          <a:prstGeom prst="rect">
            <a:avLst/>
          </a:prstGeom>
          <a:solidFill>
            <a:srgbClr val="00C8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88B76050-ED58-9901-D5B2-B0407A166159}"/>
              </a:ext>
            </a:extLst>
          </p:cNvPr>
          <p:cNvSpPr/>
          <p:nvPr/>
        </p:nvSpPr>
        <p:spPr>
          <a:xfrm>
            <a:off x="602371" y="4221678"/>
            <a:ext cx="38227" cy="831600"/>
          </a:xfrm>
          <a:prstGeom prst="rect">
            <a:avLst/>
          </a:prstGeom>
          <a:solidFill>
            <a:schemeClr val="accent3"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89" name="Gráfico 88">
            <a:extLst>
              <a:ext uri="{FF2B5EF4-FFF2-40B4-BE49-F238E27FC236}">
                <a16:creationId xmlns:a16="http://schemas.microsoft.com/office/drawing/2014/main" id="{76A5B360-2500-5070-8B6F-53FCAB1D20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1025725"/>
              </p:ext>
            </p:extLst>
          </p:nvPr>
        </p:nvGraphicFramePr>
        <p:xfrm>
          <a:off x="7309069" y="3489272"/>
          <a:ext cx="1640801" cy="1718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" name="CaixaDeTexto 89">
            <a:extLst>
              <a:ext uri="{FF2B5EF4-FFF2-40B4-BE49-F238E27FC236}">
                <a16:creationId xmlns:a16="http://schemas.microsoft.com/office/drawing/2014/main" id="{12509928-57B0-53DD-7DA3-8E4725A5020D}"/>
              </a:ext>
            </a:extLst>
          </p:cNvPr>
          <p:cNvSpPr txBox="1"/>
          <p:nvPr/>
        </p:nvSpPr>
        <p:spPr>
          <a:xfrm>
            <a:off x="8499497" y="3489272"/>
            <a:ext cx="4841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M.O</a:t>
            </a:r>
            <a:endParaRPr lang="pt-BR" sz="1000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3DA73E3A-92F8-E266-E1FD-012DD0C4460F}"/>
              </a:ext>
            </a:extLst>
          </p:cNvPr>
          <p:cNvSpPr txBox="1"/>
          <p:nvPr/>
        </p:nvSpPr>
        <p:spPr>
          <a:xfrm>
            <a:off x="7369272" y="4753766"/>
            <a:ext cx="4841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AÇO</a:t>
            </a:r>
            <a:endParaRPr lang="pt-BR" sz="1000" dirty="0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E67C5437-0C9A-03DB-DE3C-BD23C7CED37C}"/>
              </a:ext>
            </a:extLst>
          </p:cNvPr>
          <p:cNvSpPr txBox="1"/>
          <p:nvPr/>
        </p:nvSpPr>
        <p:spPr>
          <a:xfrm>
            <a:off x="7155821" y="3711920"/>
            <a:ext cx="4841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ADM</a:t>
            </a:r>
            <a:endParaRPr lang="pt-BR" sz="1000" dirty="0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5D425A99-E4D8-5D4F-8D23-E7649F4A277E}"/>
              </a:ext>
            </a:extLst>
          </p:cNvPr>
          <p:cNvSpPr txBox="1"/>
          <p:nvPr/>
        </p:nvSpPr>
        <p:spPr>
          <a:xfrm>
            <a:off x="7662195" y="3355696"/>
            <a:ext cx="4841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IND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9666006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C2B81-2C1B-B875-2D02-2F6F47CF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983CA5E-8497-6A51-C2F3-96C466345B63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DF8D5F9-ACB3-53E7-9DAF-A308C6C27437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0DE41BD-64D4-43E6-DAC4-C4DD150AE300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CASCADE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92E806-E740-2F4B-7E53-F8211A685F2C}"/>
              </a:ext>
            </a:extLst>
          </p:cNvPr>
          <p:cNvSpPr txBox="1"/>
          <p:nvPr/>
        </p:nvSpPr>
        <p:spPr>
          <a:xfrm>
            <a:off x="519394" y="4284814"/>
            <a:ext cx="83837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  <a:br>
              <a:rPr lang="pt-BR" sz="105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BR" sz="105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D31F98C-B793-3F80-4A38-CD435BB7C34D}"/>
              </a:ext>
            </a:extLst>
          </p:cNvPr>
          <p:cNvCxnSpPr>
            <a:cxnSpLocks/>
          </p:cNvCxnSpPr>
          <p:nvPr/>
        </p:nvCxnSpPr>
        <p:spPr>
          <a:xfrm>
            <a:off x="716864" y="1470978"/>
            <a:ext cx="0" cy="756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1FECA38-5E20-613D-0F89-F72477826A8C}"/>
              </a:ext>
            </a:extLst>
          </p:cNvPr>
          <p:cNvCxnSpPr>
            <a:cxnSpLocks/>
          </p:cNvCxnSpPr>
          <p:nvPr/>
        </p:nvCxnSpPr>
        <p:spPr>
          <a:xfrm>
            <a:off x="716864" y="1473096"/>
            <a:ext cx="779168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C8B943CA-0F25-0933-054C-4112E56935DF}"/>
              </a:ext>
            </a:extLst>
          </p:cNvPr>
          <p:cNvCxnSpPr>
            <a:cxnSpLocks/>
          </p:cNvCxnSpPr>
          <p:nvPr/>
        </p:nvCxnSpPr>
        <p:spPr>
          <a:xfrm>
            <a:off x="8508546" y="1470978"/>
            <a:ext cx="0" cy="100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16EA898-4730-2763-4C79-7C462F907785}"/>
              </a:ext>
            </a:extLst>
          </p:cNvPr>
          <p:cNvSpPr txBox="1"/>
          <p:nvPr/>
        </p:nvSpPr>
        <p:spPr>
          <a:xfrm>
            <a:off x="2975616" y="1171392"/>
            <a:ext cx="347132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L4L: - R$ 1,28 MM (- 8,64%)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CD492D9-A486-6696-560C-FF2064E0CF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0603170"/>
              </p:ext>
            </p:extLst>
          </p:nvPr>
        </p:nvGraphicFramePr>
        <p:xfrm>
          <a:off x="95780" y="1355176"/>
          <a:ext cx="9048220" cy="3607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60D85A37-9813-46D6-BB7B-B884F90AD127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5F9CEA-31E8-4FD4-6C80-330E83A4CFA5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1B54C19-2655-9934-38A9-D3B45607AA39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52B2D9-5770-26DD-0F1E-70D0D6B2E17D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CCD2D9B-287E-006B-87D1-6D9CB99F1F3A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D49E86F-791A-8B84-9FC5-2668A8CCDAF5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4D7C1CD-7653-9F97-1B19-D77B34AB38F2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5" name="object 5">
            <a:extLst>
              <a:ext uri="{FF2B5EF4-FFF2-40B4-BE49-F238E27FC236}">
                <a16:creationId xmlns:a16="http://schemas.microsoft.com/office/drawing/2014/main" id="{9E6D86B3-DA24-1F03-6003-988C6224B6E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5736087C-585C-B05C-E263-979D9D8B72DC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2D8F82A-441F-B535-2095-33126989833D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691923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CF5D-F52D-D549-0E6B-95BD3CF04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ED8A3148-2286-4AA6-A22D-A2F60A3E7B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8518641"/>
              </p:ext>
            </p:extLst>
          </p:nvPr>
        </p:nvGraphicFramePr>
        <p:xfrm>
          <a:off x="94668" y="1250354"/>
          <a:ext cx="8788558" cy="321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tângulo 10">
            <a:extLst>
              <a:ext uri="{FF2B5EF4-FFF2-40B4-BE49-F238E27FC236}">
                <a16:creationId xmlns:a16="http://schemas.microsoft.com/office/drawing/2014/main" id="{34085361-A1B2-FB6D-5DC6-D9ECA8CEF3A6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8E92690-D8B7-8EBC-9D4E-515FB1C6343F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8ACE116D-478A-BFFE-3B85-B594BF7354D3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CASCADE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2251BC9-571C-223E-3CE8-B6EAC817C89C}"/>
              </a:ext>
            </a:extLst>
          </p:cNvPr>
          <p:cNvSpPr/>
          <p:nvPr/>
        </p:nvSpPr>
        <p:spPr>
          <a:xfrm>
            <a:off x="0" y="4287681"/>
            <a:ext cx="9144000" cy="84782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3A77CA-4773-03A7-2308-9C9962FA89B8}"/>
              </a:ext>
            </a:extLst>
          </p:cNvPr>
          <p:cNvSpPr/>
          <p:nvPr/>
        </p:nvSpPr>
        <p:spPr>
          <a:xfrm>
            <a:off x="5875867" y="1767801"/>
            <a:ext cx="897465" cy="2451452"/>
          </a:xfrm>
          <a:prstGeom prst="rect">
            <a:avLst/>
          </a:prstGeom>
          <a:noFill/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521C38-F0D2-7088-1B76-EAEB6306CB4E}"/>
              </a:ext>
            </a:extLst>
          </p:cNvPr>
          <p:cNvSpPr txBox="1"/>
          <p:nvPr/>
        </p:nvSpPr>
        <p:spPr>
          <a:xfrm>
            <a:off x="337712" y="4412680"/>
            <a:ext cx="70509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7" marR="0" lvl="0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8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SKUs Nã</a:t>
            </a:r>
            <a:r>
              <a:rPr lang="pt-BR" sz="800"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o comparáveis – itens que não estavam no contrato ou não tivemos compras realizadas na ultima safra.</a:t>
            </a:r>
          </a:p>
          <a:p>
            <a:pPr marL="381007" marR="0" lvl="0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pt-BR" sz="800"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R$ 21,37 = Proposta de fechamento para 12 meses / fornecimento de EPI </a:t>
            </a:r>
          </a:p>
          <a:p>
            <a:pPr marL="381007" marR="0" lvl="0" indent="-22860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pt-BR" sz="800"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R$ 22,06 = Proposta acrescentando R$0,69 – referente ao Software de Gestão de EPI em EAB – Indústria  </a:t>
            </a:r>
            <a:endParaRPr kumimoji="0" lang="pt-BR" sz="8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ea typeface="Tahoma" panose="020B0604030504040204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CC38364-F69C-9A63-2458-5187E0D18FDB}"/>
              </a:ext>
            </a:extLst>
          </p:cNvPr>
          <p:cNvSpPr txBox="1"/>
          <p:nvPr/>
        </p:nvSpPr>
        <p:spPr>
          <a:xfrm>
            <a:off x="5875867" y="1540059"/>
            <a:ext cx="897465" cy="261610"/>
          </a:xfrm>
          <a:prstGeom prst="rect">
            <a:avLst/>
          </a:prstGeom>
          <a:solidFill>
            <a:schemeClr val="tx2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ctr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APRO</a:t>
            </a:r>
            <a:r>
              <a:rPr lang="pt-BR" sz="9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VAÇÃO</a:t>
            </a:r>
            <a:r>
              <a:rPr lang="pt-BR" sz="105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endParaRPr kumimoji="0" lang="pt-BR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C68F5B-54D3-9CC2-D1A1-BDBB57C6ED24}"/>
              </a:ext>
            </a:extLst>
          </p:cNvPr>
          <p:cNvSpPr txBox="1"/>
          <p:nvPr/>
        </p:nvSpPr>
        <p:spPr>
          <a:xfrm>
            <a:off x="-44998" y="1250354"/>
            <a:ext cx="444064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7">
              <a:defRPr/>
            </a:pPr>
            <a:r>
              <a:rPr lang="pt-BR" sz="1000" b="1" kern="1200" dirty="0">
                <a:solidFill>
                  <a:srgbClr val="1932C8"/>
                </a:solidFill>
                <a:latin typeface="Selawik Semibold" panose="020B07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L4L:- R$ 2,87 MM (-11,9%) </a:t>
            </a:r>
            <a:r>
              <a:rPr lang="pt-BR" sz="1000" b="0" kern="1200" dirty="0">
                <a:solidFill>
                  <a:srgbClr val="1932C8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| </a:t>
            </a:r>
            <a:r>
              <a:rPr lang="pt-BR" sz="900" b="0" kern="1200" dirty="0"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resultado ano/ano para SKUS de EPI (comparável)</a:t>
            </a:r>
            <a:endParaRPr lang="pt-BR" sz="900" dirty="0">
              <a:latin typeface="Segoe UI Light" panose="020B0502040204020203" pitchFamily="34" charset="0"/>
              <a:ea typeface="Tahoma" panose="020B0604030504040204" pitchFamily="34" charset="0"/>
              <a:cs typeface="Segoe UI Light" panose="020B0502040204020203" pitchFamily="34" charset="0"/>
            </a:endParaRPr>
          </a:p>
          <a:p>
            <a:pPr marL="152407" marR="0" lvl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pt-BR" sz="900" dirty="0"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RESULTADO APONTADO – Saving = Preço = (ano vs ano) dos itens comparáveis) </a:t>
            </a:r>
            <a:endParaRPr kumimoji="0" lang="pt-BR" sz="9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 Light" panose="020B0502040204020203" pitchFamily="34" charset="0"/>
              <a:ea typeface="Tahoma" panose="020B0604030504040204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1368E078-02AE-8C17-24A4-844379022026}"/>
              </a:ext>
            </a:extLst>
          </p:cNvPr>
          <p:cNvCxnSpPr>
            <a:cxnSpLocks/>
          </p:cNvCxnSpPr>
          <p:nvPr/>
        </p:nvCxnSpPr>
        <p:spPr>
          <a:xfrm>
            <a:off x="177373" y="1656422"/>
            <a:ext cx="42330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C1EF939-150F-7664-1E3E-B888DE56F243}"/>
              </a:ext>
            </a:extLst>
          </p:cNvPr>
          <p:cNvCxnSpPr>
            <a:cxnSpLocks/>
          </p:cNvCxnSpPr>
          <p:nvPr/>
        </p:nvCxnSpPr>
        <p:spPr>
          <a:xfrm>
            <a:off x="4410397" y="1656422"/>
            <a:ext cx="0" cy="202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080F8ABA-B4A0-F08A-A948-A222473BBC7E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2FFBFBD-D9A0-C5AF-686D-D03CEB4D67EE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55BAA9E-1B4F-CEA1-98B6-3A1D8CC82C82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D82E17E-EE75-DAAA-572F-F301B1B4C62B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47CB0C0-BFEB-391F-78D5-A2AD2670B6FD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F0DD471-9AB7-E670-7013-EC4B03C2FC87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2B89B9A-64B4-E442-B198-B6CE98441A7B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9" name="object 5">
            <a:extLst>
              <a:ext uri="{FF2B5EF4-FFF2-40B4-BE49-F238E27FC236}">
                <a16:creationId xmlns:a16="http://schemas.microsoft.com/office/drawing/2014/main" id="{1A71C3EC-F7CA-16C1-0D52-3A361B3BE06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C5ECDBE6-6AF6-0AE5-F4AF-84E69301333D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B87A2D2-E157-0995-6077-0F99CDD0E466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893975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4F8ED-03F5-82A5-BCED-B2FC76F9B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D03ADFD3-E5E5-5589-71BA-EC4A9C5318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43078"/>
              </p:ext>
            </p:extLst>
          </p:nvPr>
        </p:nvGraphicFramePr>
        <p:xfrm>
          <a:off x="94668" y="1570972"/>
          <a:ext cx="9049332" cy="2636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tângulo 10">
            <a:extLst>
              <a:ext uri="{FF2B5EF4-FFF2-40B4-BE49-F238E27FC236}">
                <a16:creationId xmlns:a16="http://schemas.microsoft.com/office/drawing/2014/main" id="{DB90C5AC-8008-C779-FF35-2E70FF627B28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C85E6C3-37BF-1305-D91D-D755CCB31766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BA92A6D-30E8-0730-412A-B822000E13C1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CONCORRÊNCIA / FECHAMENTO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A696E6-4047-B151-0AC3-0B0ACE88441F}"/>
              </a:ext>
            </a:extLst>
          </p:cNvPr>
          <p:cNvSpPr txBox="1"/>
          <p:nvPr/>
        </p:nvSpPr>
        <p:spPr>
          <a:xfrm>
            <a:off x="467527" y="4271797"/>
            <a:ext cx="791693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NOTAS: </a:t>
            </a:r>
          </a:p>
          <a:p>
            <a:pPr marL="128588" indent="-128588">
              <a:buFont typeface="Suzano Text" panose="020B0604020202020204" pitchFamily="34" charset="0"/>
              <a:buChar char="•"/>
            </a:pPr>
            <a:r>
              <a:rPr lang="pt-BR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Números baseados da demanda estimada repassada pelo time da Logistica para os próximos 12 meses;</a:t>
            </a:r>
          </a:p>
          <a:p>
            <a:pPr marL="128588" indent="-128588">
              <a:buFont typeface="Suzano Text" panose="020B0604020202020204" pitchFamily="34" charset="0"/>
              <a:buChar char="•"/>
            </a:pPr>
            <a:r>
              <a:rPr lang="pt-BR" sz="9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Política de estoque ainda está passando por alterações, sendo assim esses números ainda podem sofrer alterações.</a:t>
            </a:r>
            <a:endParaRPr lang="pt-BR" sz="9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Colchete Esquerdo 9">
            <a:extLst>
              <a:ext uri="{FF2B5EF4-FFF2-40B4-BE49-F238E27FC236}">
                <a16:creationId xmlns:a16="http://schemas.microsoft.com/office/drawing/2014/main" id="{94F4D263-36AD-AB7E-984C-99CD86FD08FB}"/>
              </a:ext>
            </a:extLst>
          </p:cNvPr>
          <p:cNvSpPr/>
          <p:nvPr/>
        </p:nvSpPr>
        <p:spPr>
          <a:xfrm rot="5400000">
            <a:off x="4694027" y="-138886"/>
            <a:ext cx="136484" cy="3698927"/>
          </a:xfrm>
          <a:prstGeom prst="leftBracket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900" dirty="0">
              <a:solidFill>
                <a:schemeClr val="tx2"/>
              </a:solidFill>
              <a:highlight>
                <a:srgbClr val="008000"/>
              </a:highligh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6" name="Colchete Esquerdo 15">
            <a:extLst>
              <a:ext uri="{FF2B5EF4-FFF2-40B4-BE49-F238E27FC236}">
                <a16:creationId xmlns:a16="http://schemas.microsoft.com/office/drawing/2014/main" id="{BDB48B32-6473-6C68-ED68-5F642B7704E4}"/>
              </a:ext>
            </a:extLst>
          </p:cNvPr>
          <p:cNvSpPr/>
          <p:nvPr/>
        </p:nvSpPr>
        <p:spPr>
          <a:xfrm rot="5400000">
            <a:off x="5493826" y="1062808"/>
            <a:ext cx="136484" cy="2063078"/>
          </a:xfrm>
          <a:prstGeom prst="leftBracket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sz="900">
              <a:solidFill>
                <a:schemeClr val="tx2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07B9319-8D4B-D994-4202-3BCE0D7936E2}"/>
              </a:ext>
            </a:extLst>
          </p:cNvPr>
          <p:cNvSpPr txBox="1"/>
          <p:nvPr/>
        </p:nvSpPr>
        <p:spPr>
          <a:xfrm>
            <a:off x="5117467" y="1426139"/>
            <a:ext cx="158566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-15% | R$ 2,27 MM | L4L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4B44C73-28ED-B881-ACDD-F22E9C550F1C}"/>
              </a:ext>
            </a:extLst>
          </p:cNvPr>
          <p:cNvSpPr txBox="1"/>
          <p:nvPr/>
        </p:nvSpPr>
        <p:spPr>
          <a:xfrm>
            <a:off x="5117467" y="1821026"/>
            <a:ext cx="1585667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900" b="1" dirty="0">
                <a:solidFill>
                  <a:schemeClr val="tx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-26% | R$ 4,50 MM | EVOL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DC04061-0B16-25CD-2982-8AAAB6C6ADFE}"/>
              </a:ext>
            </a:extLst>
          </p:cNvPr>
          <p:cNvSpPr txBox="1"/>
          <p:nvPr/>
        </p:nvSpPr>
        <p:spPr>
          <a:xfrm>
            <a:off x="3326197" y="2135876"/>
            <a:ext cx="7127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rgbClr val="FF0000"/>
                </a:solidFill>
                <a:latin typeface="Segoe UI Semibold" panose="020B0702040204020203" pitchFamily="34" charset="0"/>
                <a:ea typeface="Tahoma" panose="020B0604030504040204" pitchFamily="34" charset="0"/>
                <a:cs typeface="Segoe UI Semibold" panose="020B0702040204020203" pitchFamily="34" charset="0"/>
              </a:rPr>
              <a:t>(+4,73%)</a:t>
            </a:r>
            <a:endParaRPr lang="pt-BR" sz="9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D7D1428-4EA1-63B2-AE8A-F5847840BF97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6BDD71C-6DC7-75C8-8C86-6E38E4360AD4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BFAF61-6BAD-53C4-31C1-6F438C3BB74B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2423B2-3D66-67E3-8B27-0A4DEAE19689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1CB5D36-569A-6B6E-1E63-C36CC6401B04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D3525F8-EA8E-ED22-1CBB-E172A27EF006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06B1320-8409-181A-5E9E-9DB2FEBF5B75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5" name="object 5">
            <a:extLst>
              <a:ext uri="{FF2B5EF4-FFF2-40B4-BE49-F238E27FC236}">
                <a16:creationId xmlns:a16="http://schemas.microsoft.com/office/drawing/2014/main" id="{C2DC01F4-6787-7172-FE3F-427D6DD2FEA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04138974-2F94-569F-2C17-9FAAD0CF7683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EB95F90-416B-12B0-F892-347615471EE9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473644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C3754-F546-33FA-1FAC-383AFA30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0E0FB4F-C1C7-BD44-68BA-390D8D2071D5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E5F6FD5-0658-6E8D-4D38-AEE94063C544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03D155E-FE0C-5446-FAF6-D3CCC2C31E2B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CONCORRÊNCIA / FECHAMENTO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A4F0692-20E4-A668-5B2B-DE26EAE215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385096"/>
              </p:ext>
            </p:extLst>
          </p:nvPr>
        </p:nvGraphicFramePr>
        <p:xfrm>
          <a:off x="72000" y="1160889"/>
          <a:ext cx="9000001" cy="3735169"/>
        </p:xfrm>
        <a:graphic>
          <a:graphicData uri="http://schemas.openxmlformats.org/drawingml/2006/table">
            <a:tbl>
              <a:tblPr/>
              <a:tblGrid>
                <a:gridCol w="894573">
                  <a:extLst>
                    <a:ext uri="{9D8B030D-6E8A-4147-A177-3AD203B41FA5}">
                      <a16:colId xmlns:a16="http://schemas.microsoft.com/office/drawing/2014/main" val="3217739881"/>
                    </a:ext>
                  </a:extLst>
                </a:gridCol>
                <a:gridCol w="863328">
                  <a:extLst>
                    <a:ext uri="{9D8B030D-6E8A-4147-A177-3AD203B41FA5}">
                      <a16:colId xmlns:a16="http://schemas.microsoft.com/office/drawing/2014/main" val="835587027"/>
                    </a:ext>
                  </a:extLst>
                </a:gridCol>
                <a:gridCol w="764663">
                  <a:extLst>
                    <a:ext uri="{9D8B030D-6E8A-4147-A177-3AD203B41FA5}">
                      <a16:colId xmlns:a16="http://schemas.microsoft.com/office/drawing/2014/main" val="3712882667"/>
                    </a:ext>
                  </a:extLst>
                </a:gridCol>
                <a:gridCol w="291067">
                  <a:extLst>
                    <a:ext uri="{9D8B030D-6E8A-4147-A177-3AD203B41FA5}">
                      <a16:colId xmlns:a16="http://schemas.microsoft.com/office/drawing/2014/main" val="230294895"/>
                    </a:ext>
                  </a:extLst>
                </a:gridCol>
                <a:gridCol w="486753">
                  <a:extLst>
                    <a:ext uri="{9D8B030D-6E8A-4147-A177-3AD203B41FA5}">
                      <a16:colId xmlns:a16="http://schemas.microsoft.com/office/drawing/2014/main" val="1803845558"/>
                    </a:ext>
                  </a:extLst>
                </a:gridCol>
                <a:gridCol w="486753">
                  <a:extLst>
                    <a:ext uri="{9D8B030D-6E8A-4147-A177-3AD203B41FA5}">
                      <a16:colId xmlns:a16="http://schemas.microsoft.com/office/drawing/2014/main" val="1769311659"/>
                    </a:ext>
                  </a:extLst>
                </a:gridCol>
                <a:gridCol w="486753">
                  <a:extLst>
                    <a:ext uri="{9D8B030D-6E8A-4147-A177-3AD203B41FA5}">
                      <a16:colId xmlns:a16="http://schemas.microsoft.com/office/drawing/2014/main" val="3095903914"/>
                    </a:ext>
                  </a:extLst>
                </a:gridCol>
                <a:gridCol w="486753">
                  <a:extLst>
                    <a:ext uri="{9D8B030D-6E8A-4147-A177-3AD203B41FA5}">
                      <a16:colId xmlns:a16="http://schemas.microsoft.com/office/drawing/2014/main" val="830907870"/>
                    </a:ext>
                  </a:extLst>
                </a:gridCol>
                <a:gridCol w="493331">
                  <a:extLst>
                    <a:ext uri="{9D8B030D-6E8A-4147-A177-3AD203B41FA5}">
                      <a16:colId xmlns:a16="http://schemas.microsoft.com/office/drawing/2014/main" val="302027328"/>
                    </a:ext>
                  </a:extLst>
                </a:gridCol>
                <a:gridCol w="493331">
                  <a:extLst>
                    <a:ext uri="{9D8B030D-6E8A-4147-A177-3AD203B41FA5}">
                      <a16:colId xmlns:a16="http://schemas.microsoft.com/office/drawing/2014/main" val="3341191406"/>
                    </a:ext>
                  </a:extLst>
                </a:gridCol>
                <a:gridCol w="493331">
                  <a:extLst>
                    <a:ext uri="{9D8B030D-6E8A-4147-A177-3AD203B41FA5}">
                      <a16:colId xmlns:a16="http://schemas.microsoft.com/office/drawing/2014/main" val="2689942687"/>
                    </a:ext>
                  </a:extLst>
                </a:gridCol>
                <a:gridCol w="493331">
                  <a:extLst>
                    <a:ext uri="{9D8B030D-6E8A-4147-A177-3AD203B41FA5}">
                      <a16:colId xmlns:a16="http://schemas.microsoft.com/office/drawing/2014/main" val="306251622"/>
                    </a:ext>
                  </a:extLst>
                </a:gridCol>
                <a:gridCol w="565686">
                  <a:extLst>
                    <a:ext uri="{9D8B030D-6E8A-4147-A177-3AD203B41FA5}">
                      <a16:colId xmlns:a16="http://schemas.microsoft.com/office/drawing/2014/main" val="3304227862"/>
                    </a:ext>
                  </a:extLst>
                </a:gridCol>
                <a:gridCol w="567331">
                  <a:extLst>
                    <a:ext uri="{9D8B030D-6E8A-4147-A177-3AD203B41FA5}">
                      <a16:colId xmlns:a16="http://schemas.microsoft.com/office/drawing/2014/main" val="3685899699"/>
                    </a:ext>
                  </a:extLst>
                </a:gridCol>
                <a:gridCol w="565686">
                  <a:extLst>
                    <a:ext uri="{9D8B030D-6E8A-4147-A177-3AD203B41FA5}">
                      <a16:colId xmlns:a16="http://schemas.microsoft.com/office/drawing/2014/main" val="3730501797"/>
                    </a:ext>
                  </a:extLst>
                </a:gridCol>
                <a:gridCol w="567331">
                  <a:extLst>
                    <a:ext uri="{9D8B030D-6E8A-4147-A177-3AD203B41FA5}">
                      <a16:colId xmlns:a16="http://schemas.microsoft.com/office/drawing/2014/main" val="2311712159"/>
                    </a:ext>
                  </a:extLst>
                </a:gridCol>
              </a:tblGrid>
              <a:tr h="218436">
                <a:tc gridSpan="4">
                  <a:txBody>
                    <a:bodyPr/>
                    <a:lstStyle/>
                    <a:p>
                      <a:pPr algn="r" fontAlgn="t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Pesos:  1 Menos importante</a:t>
                      </a:r>
                      <a:b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 Mais importante</a:t>
                      </a:r>
                    </a:p>
                  </a:txBody>
                  <a:tcPr marL="0" marR="108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GERDAU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USIMINAS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CSN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ARCELOR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DOX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MANETONI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941878"/>
                  </a:ext>
                </a:extLst>
              </a:tr>
              <a:tr h="18593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Critério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Considerações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Notas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Peso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Dados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Dados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Dados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Dados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Dados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Nota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Dados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879580"/>
                  </a:ext>
                </a:extLst>
              </a:tr>
              <a:tr h="21640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Suporte</a:t>
                      </a:r>
                    </a:p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Técnico / Comercial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Histórico Fornecimento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Período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safras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 safras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 safras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safra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safra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 safras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099163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Spend histórico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S24'25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R$ 13,94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R$ 16,31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N/A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R$ 0,46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R$ 1,66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09223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Pós-venda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Atendimento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Excelente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Ruim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Bom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Bom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Aceitável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Aceitável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006953"/>
                  </a:ext>
                </a:extLst>
              </a:tr>
              <a:tr h="216403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Gestão do </a:t>
                      </a:r>
                    </a:p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Processo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RNC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Histórico RNC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300397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Index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S24'25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53,4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87,6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94,1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486783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IP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S24'25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83,59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88,11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94,2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808966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Lead Time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Lead Time (dias)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8188130"/>
                  </a:ext>
                </a:extLst>
              </a:tr>
              <a:tr h="21640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Gestão de</a:t>
                      </a:r>
                    </a:p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Custo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Preço Final 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R$/KG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R$ 5,99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R$ 6,23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R$ 6,23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8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 6,69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R$ 6,04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R$ 6,19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038378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Incoterm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CIF/FOB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CIF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CIF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CIF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FOB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CIF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CIF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846197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Cond. Pagamento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 dias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 DDL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 DDL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 DDL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 DDL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 DDL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 DDL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567191"/>
                  </a:ext>
                </a:extLst>
              </a:tr>
              <a:tr h="216403">
                <a:tc rowSpan="4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6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Risco / Screening</a:t>
                      </a:r>
                    </a:p>
                    <a:p>
                      <a:pPr algn="ctr" fontAlgn="ctr"/>
                      <a:endParaRPr lang="pt-BR" sz="650" b="1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Faturamento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2024 em R$/BI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R$ 30,20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R$ 25,90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R$ 43,70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R$ 62,40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R$ 1,89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R$ 1,30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515746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Risco atribuído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Linkana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DRE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DRE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DRE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DRE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 - Risco baixo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 - Risco baixo 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067766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Homologação 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Linkana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272821"/>
                  </a:ext>
                </a:extLst>
              </a:tr>
              <a:tr h="21640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TCG assinado?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Linkana</a:t>
                      </a:r>
                    </a:p>
                  </a:txBody>
                  <a:tcPr marL="72000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TCG 10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TCG 11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470208"/>
                  </a:ext>
                </a:extLst>
              </a:tr>
              <a:tr h="139071">
                <a:tc rowSpan="2" gridSpan="2">
                  <a:txBody>
                    <a:bodyPr/>
                    <a:lstStyle/>
                    <a:p>
                      <a:pPr algn="ctr" fontAlgn="b"/>
                      <a:r>
                        <a:rPr lang="pt-BR" sz="65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5121" marR="0" marT="512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Pontuação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404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8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348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BR" sz="650" b="1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349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305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343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361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1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451053"/>
                  </a:ext>
                </a:extLst>
              </a:tr>
              <a:tr h="162088">
                <a:tc gridSpan="2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93%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80%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80%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70%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79%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65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83%</a:t>
                      </a:r>
                    </a:p>
                  </a:txBody>
                  <a:tcPr marL="5121" marR="0" marT="5121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121" marR="5121" marT="5121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282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234151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0F58BA10-F1EB-302D-33F6-44A884D9C9FF}"/>
              </a:ext>
            </a:extLst>
          </p:cNvPr>
          <p:cNvSpPr txBox="1"/>
          <p:nvPr/>
        </p:nvSpPr>
        <p:spPr>
          <a:xfrm>
            <a:off x="6891720" y="683171"/>
            <a:ext cx="2370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 – muito ruim / 5 –  excelente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0A2A4CD-5324-4468-6C76-93A9FB466C49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E7275E2-6F1B-4DEA-37B0-A08C0042A36E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A2EC2BD-22FF-AA69-394F-2ED7F4F9B8E5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2EC8E37-73A1-D95D-5075-B9F5DC2848DA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049490C-3AFC-0AF3-6191-C808733869DA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D0A673-1C60-1F70-69AC-2EEA7178E5FE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56CD4EE-C99F-6CA3-E8D5-CEE066FB6EE4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DC3D459D-967E-B76C-69F8-A2C6616E8A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3927D5E8-F5A7-4809-0177-ACCEDBF83767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1B2F22D-9DB1-41F5-0A20-D0322BE67CC2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651324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51A33-E41D-37FF-EEDE-F7EC08E19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A9A478B-5490-F26A-ED7E-4EB6F5455FCE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D6F2957-66B0-A342-A1FC-92F5446801EF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EBECC02-1204-E65C-1F08-586B87DA816A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CONCORRÊNCIA / FECHAMENTO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4A0F1D1-A6F5-36FC-FBAE-4C0EA7831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423286"/>
              </p:ext>
            </p:extLst>
          </p:nvPr>
        </p:nvGraphicFramePr>
        <p:xfrm>
          <a:off x="92476" y="1084628"/>
          <a:ext cx="8964000" cy="3966672"/>
        </p:xfrm>
        <a:graphic>
          <a:graphicData uri="http://schemas.openxmlformats.org/drawingml/2006/table">
            <a:tbl>
              <a:tblPr/>
              <a:tblGrid>
                <a:gridCol w="3024000">
                  <a:extLst>
                    <a:ext uri="{9D8B030D-6E8A-4147-A177-3AD203B41FA5}">
                      <a16:colId xmlns:a16="http://schemas.microsoft.com/office/drawing/2014/main" val="201045079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34212260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791593695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199012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87115555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92931948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292290163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114399959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68828644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808683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8063086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51103994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61404394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093334387"/>
                    </a:ext>
                  </a:extLst>
                </a:gridCol>
              </a:tblGrid>
              <a:tr h="495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Nome Escopo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Onda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Orçamento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Sugestão </a:t>
                      </a:r>
                    </a:p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Suprimentos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Fornecedor </a:t>
                      </a:r>
                    </a:p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Final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Menor</a:t>
                      </a:r>
                    </a:p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Capacidade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Interferência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Opção</a:t>
                      </a:r>
                    </a:p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Técnica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Declínio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Reprovado Tecnicamente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Pacote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Fornecedor Não homologado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Menor Preço/ ou Opção Técnica?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405259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GERAÇÃO DE VAPOR 02 MANUTENÇÃO GRELHADO - AT08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EVOLUÇÃO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299820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GERAÇÃO DE VAPOR 07 BICOS TANGENCIAIS - SUBSTITUIR TORRE BICOS TANGENCIAIS A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EVOLUÇÃO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6288276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GERAÇÃO DE VAPOR 09 DUTOS DE BAGAÇO - DUTOS DE BAGAÇO DA CALDEIRA SD12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596307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GERAÇÃO DE VAPOR 12 MOEGAS E DUTOS SD11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EVOLUÇÃO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Capacidade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51672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GERAÇÃO DE VAPOR 13 ROTORES AT E SD  - RETIRAR ROTORES AT10 E SD11 PARA REFORMA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EVOLUÇÃO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873717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GERAÇÃO DE VAPOR 15 BOCA DE BAGAÇO CALDEIRA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64750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GERAÇÃO DE VAPOR 1 - MOEGA BOILLER BANK AT09 E AT10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REAL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487136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TRANSPORTE DE BAGAÇO 01 MANUTENÇÃO ESTEIRAS TT - MANUTENÇÃO ESTEIRAS TTS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MONTSERVICE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432578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RANSPORTE DE BAGAÇO 02 MANUTENÇÃO TC - MANUT ESTEIRAS TCS,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MONTSERVICE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987726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EXTRAÇÃO 01 MANUTENÇÃO ESTEIRAS METALICAS - MANUTENÇÃO ESTEIRAS METALICAS DE CANA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MONTSERVICE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471112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SUBSTITUIÇÃO DE VIROLAS DO TANQUE DE MEL 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1951664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TUB ÁGUA DA TORRE PARA EVAPORAÇÕES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996672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DECANTADOR 2 - 3 BANDEJAS + FUNDO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391334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DECANTADOR 5 - EST. INTERNA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864395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NOVO TQ CALDO PRÉ-EVAP 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874445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SUBSTITUIR AQUECEDOR 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402414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COZEDOR 7 - COSTADO + TAMPOS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529437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2º EF 2: TAMPO INF + SUP + TUB VAPOR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876151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2º EF 3: TAMPO INF + SUP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232993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it-IT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2º EF 8: TAMPO INF + SUP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714187"/>
                  </a:ext>
                </a:extLst>
              </a:tr>
              <a:tr h="165278">
                <a:tc>
                  <a:txBody>
                    <a:bodyPr/>
                    <a:lstStyle/>
                    <a:p>
                      <a:pPr algn="l" rtl="0" fontAlgn="t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FEIXE TUBULAR COM ESPELHO  COZEDOR 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Onda 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R$ 801.762,84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R$ 530.000,00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Menor Preço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91017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52C0A991-E8AD-B892-F906-64560EBA149F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8CCA3FC-C65C-071D-9501-5B9E78639AE8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C96ED78-E326-FF13-D539-4E0FCFB6C789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C861235-EB9C-7FE9-48F2-A006DF12EB95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1A28EBF-5AA1-7E0F-2B56-0E45DE3411D1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4C6F06D-69FC-9060-0D7C-FC1A7C287DDD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094EA75-C04E-D70C-6D95-6BFFF2871FCF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A56FDF28-3AC2-FF4D-A481-3F1FE27AFC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13C03B4D-6AB8-4F66-5BD6-9A2C277234B7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1716F1F-82A5-7429-215A-5CA130ED3E69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3442071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1D66-4507-52DC-70AF-C6D6B4DD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84E46F5-0E5F-D34A-B7CF-6F8FAD61D06E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DEF5593-E07C-C79C-DB28-82A69CA018FF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A4962FA-280B-8B9E-9DF0-7187FB4A2853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HISTÓRICO PREÇOS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22195E7-57E3-0A14-3E44-A3B309045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1" y="1149602"/>
            <a:ext cx="9010459" cy="2601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E2E240D-1D89-D719-DB42-9E8EC277B44F}"/>
              </a:ext>
            </a:extLst>
          </p:cNvPr>
          <p:cNvSpPr txBox="1"/>
          <p:nvPr/>
        </p:nvSpPr>
        <p:spPr>
          <a:xfrm>
            <a:off x="66771" y="3830547"/>
            <a:ext cx="9010459" cy="12490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14313" indent="-214313" algn="just"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pt-BR" sz="97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Orçamento 25’26: </a:t>
            </a:r>
            <a:r>
              <a:rPr lang="pt-BR" sz="9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 de orçamento de S25’26, foi considerada a pressão de mercado para um aumento de 10%, o qual foi mitigado pelos reajustes decorrentes da extensão do acordo com a Usiminas até mar/25. Portanto, o valor de R$ 6,02 foi considerado com um input inicial de 6,10%.</a:t>
            </a:r>
          </a:p>
          <a:p>
            <a:pPr marL="214313" indent="-214313" algn="just"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pt-BR" sz="97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Preço Suzano S24’25: </a:t>
            </a:r>
            <a:r>
              <a:rPr lang="pt-BR" sz="9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Contrato Usiminas vigente até Out /24 e realizado extensão sem reajuste até mar/25: R$ 5,67.</a:t>
            </a:r>
          </a:p>
          <a:p>
            <a:pPr marL="214313" indent="-214313" algn="just"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pt-BR" sz="97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Aço nacional (Infomet): </a:t>
            </a:r>
            <a:r>
              <a:rPr lang="pt-BR" sz="9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Projeção é de aumento de preços, seguido de estabilidade.</a:t>
            </a:r>
          </a:p>
          <a:p>
            <a:pPr marL="214313" indent="-214313" algn="just"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pt-BR" sz="97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Aço China (CRU): </a:t>
            </a:r>
            <a:r>
              <a:rPr lang="pt-BR" sz="9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Expectativa de aumento de preços até mai/25, seguido de estabilidade. Preço BAOSTEEL nacionalizado R$ 7,99</a:t>
            </a:r>
          </a:p>
          <a:p>
            <a:pPr marL="214313" indent="-214313" algn="just">
              <a:spcAft>
                <a:spcPts val="450"/>
              </a:spcAft>
              <a:buFont typeface="Courier New" panose="02070309020205020404" pitchFamily="49" charset="0"/>
              <a:buChar char="o"/>
            </a:pPr>
            <a:r>
              <a:rPr lang="pt-BR" sz="975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Preço Suzano 25’26: </a:t>
            </a:r>
            <a:r>
              <a:rPr lang="pt-BR" sz="9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Novo preço de R$ 5,99 (CIF) negociado com vigência até setembro/25 – Fornecedor GERDAU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92EE97C-569A-B1D3-D3A6-8032D8B7183B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B0C40B4-BE67-76F3-4BD4-F3C9B863A38D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4BE5421-8793-1541-2C32-D0A2C2B1D951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91D513B-1514-D060-8996-44C187F3B0EE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4E75E77-5E32-7A35-7A10-9BE10B30367B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750A856-D074-5B49-6FEB-B540D6CB4546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59CACF6-6F99-9F8A-0050-59DC5CD6266C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3" name="object 5">
            <a:extLst>
              <a:ext uri="{FF2B5EF4-FFF2-40B4-BE49-F238E27FC236}">
                <a16:creationId xmlns:a16="http://schemas.microsoft.com/office/drawing/2014/main" id="{7431E8DB-9FC7-4095-F897-E73556EE1E4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B1AD6542-D674-6617-0EE3-F452D2BC4833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94B5B20-5D9E-D7AC-D759-0DB3E544D1E3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2439749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788EF-2E4A-109E-4988-09171055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14CCD37-310A-30C7-5D90-C8AD7FB32309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3C7C1C7-700C-265C-BA9D-642401139F66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FC63B81-5E24-3E15-12B5-77B66361228F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HISTÓRICO PREÇOS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7013104-3DA4-64C8-FB58-C37643C9ED57}"/>
              </a:ext>
            </a:extLst>
          </p:cNvPr>
          <p:cNvSpPr/>
          <p:nvPr/>
        </p:nvSpPr>
        <p:spPr>
          <a:xfrm>
            <a:off x="122579" y="1119623"/>
            <a:ext cx="8892332" cy="388792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D3EDB23B-5D38-D3AA-27E0-D6B4A73461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052080"/>
              </p:ext>
            </p:extLst>
          </p:nvPr>
        </p:nvGraphicFramePr>
        <p:xfrm>
          <a:off x="129089" y="1111952"/>
          <a:ext cx="8885822" cy="38955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A5D6C99C-A4CA-4173-89EA-326174B66B0D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A96FA61-22CB-E5EB-2F9B-F7B31B0EC70F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398C1C4-742E-3A65-0948-1614837BCD75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19847ED-B076-BB0D-1047-1281D181F51B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1CDF424-E82E-67C0-90EF-77F09E1CDECA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04397F1-BE24-9594-0EAB-2D1D3D22CF69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BA73BB1-AA30-9FD8-6B40-AE3DE9B7F5CB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5EA7CB17-97FD-8D47-83CF-DAB97BC1676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527BC405-2735-DB93-D066-551B04D7A274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637DC6A-5442-96D4-B53E-DCCFAB045F7E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2024314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A61A-74C4-CAEA-BE68-65580D84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F469F63-7275-3369-6586-9BEC2AC18E39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2B2112E-6D26-82E6-41AB-87E3CC289FB8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07265B-B985-E8D3-378D-CE99F0384777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HISTÓRICO PREÇOS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B167067-7D32-795E-CCA8-8A6AE4C6BF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498210"/>
              </p:ext>
            </p:extLst>
          </p:nvPr>
        </p:nvGraphicFramePr>
        <p:xfrm>
          <a:off x="218080" y="1477995"/>
          <a:ext cx="8746494" cy="3136340"/>
        </p:xfrm>
        <a:graphic>
          <a:graphicData uri="http://schemas.openxmlformats.org/drawingml/2006/table">
            <a:tbl>
              <a:tblPr/>
              <a:tblGrid>
                <a:gridCol w="1457749">
                  <a:extLst>
                    <a:ext uri="{9D8B030D-6E8A-4147-A177-3AD203B41FA5}">
                      <a16:colId xmlns:a16="http://schemas.microsoft.com/office/drawing/2014/main" val="4212511218"/>
                    </a:ext>
                  </a:extLst>
                </a:gridCol>
                <a:gridCol w="1457749">
                  <a:extLst>
                    <a:ext uri="{9D8B030D-6E8A-4147-A177-3AD203B41FA5}">
                      <a16:colId xmlns:a16="http://schemas.microsoft.com/office/drawing/2014/main" val="96187780"/>
                    </a:ext>
                  </a:extLst>
                </a:gridCol>
                <a:gridCol w="1457749">
                  <a:extLst>
                    <a:ext uri="{9D8B030D-6E8A-4147-A177-3AD203B41FA5}">
                      <a16:colId xmlns:a16="http://schemas.microsoft.com/office/drawing/2014/main" val="3452662234"/>
                    </a:ext>
                  </a:extLst>
                </a:gridCol>
                <a:gridCol w="1457749">
                  <a:extLst>
                    <a:ext uri="{9D8B030D-6E8A-4147-A177-3AD203B41FA5}">
                      <a16:colId xmlns:a16="http://schemas.microsoft.com/office/drawing/2014/main" val="2069124603"/>
                    </a:ext>
                  </a:extLst>
                </a:gridCol>
                <a:gridCol w="1457749">
                  <a:extLst>
                    <a:ext uri="{9D8B030D-6E8A-4147-A177-3AD203B41FA5}">
                      <a16:colId xmlns:a16="http://schemas.microsoft.com/office/drawing/2014/main" val="2784467065"/>
                    </a:ext>
                  </a:extLst>
                </a:gridCol>
                <a:gridCol w="1457749">
                  <a:extLst>
                    <a:ext uri="{9D8B030D-6E8A-4147-A177-3AD203B41FA5}">
                      <a16:colId xmlns:a16="http://schemas.microsoft.com/office/drawing/2014/main" val="4024772987"/>
                    </a:ext>
                  </a:extLst>
                </a:gridCol>
              </a:tblGrid>
              <a:tr h="31363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FUNÇÃO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S22´23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S23´24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∆ (%)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S24´25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∆ (%)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9950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Caldeireiro (R$/HH)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27525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Soldador (R$/HH)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355755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Ajudante (R$/HH)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79153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Encarregado (R$/HH)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111602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Técnico Seg. (R$/HH)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063227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Guindaste (Diária)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923839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Guincho (Diária)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091094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PTA (Diária)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  <a:endParaRPr kumimoji="0" lang="pt-B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745206"/>
                  </a:ext>
                </a:extLst>
              </a:tr>
              <a:tr h="313634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Andaime (m³/mês)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XX,XX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+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839529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DD1122C7-9E51-773E-7C81-FA78271933DF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E5B427F-D86C-B45B-AC9E-05F725539CD2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0E1688B-2609-C9C3-61E7-014FE44401D1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0B67A33-5AB8-6C97-8F63-E82B095ABFAF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22717C5-747A-FCFD-BE0A-D678C10683E4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4B1BB1A-D906-AE73-CED9-ECD22509EAA6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0DFD0F2-723A-A04B-043E-72D80A5031DC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8ED1EE22-27E8-72FA-B616-EF17A1BFE02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7B7B90B-CB74-C89D-49CF-2227F3256F7E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4A349E2-984D-E104-EF50-C4D05E2F5D6B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84991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96948-51CC-694E-F7CA-F51DB4A4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C62E42A-FA59-6025-DC34-342778F7939E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6BAD3B2-4869-09A4-7E28-AF38E7458296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2F47207-76B0-5D80-E255-1C67C0CB7B90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FINANCEIRO PROJETO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9FCC163-56AC-507C-A62F-22C412FD0A51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DC08C33-F87C-2AEA-37EF-ABA16FE068FE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9B326A6-2C79-609C-C326-B1939E87C88C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813C886-DEC9-0C86-E57A-B4F0076D4324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FEA9918-2958-ECAD-9CA9-7ADB1B32E813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941464A1-37F1-5863-1A28-CD09B0A0291D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46D91EC-48FE-9A3B-170B-18D21756B53B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D5B6BD2A-6DBF-D511-ADA8-0511D5587D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5D531D97-C5BE-1353-069E-20C3FDE393D2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08BB9A8-FAD2-616F-3E58-B40B096AB2FF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5F0AECF-CFCC-192F-0A72-E582084E25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37"/>
          <a:stretch/>
        </p:blipFill>
        <p:spPr>
          <a:xfrm>
            <a:off x="209031" y="1164208"/>
            <a:ext cx="8725939" cy="386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188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74C4-FF3C-6E29-41FB-72F015DF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60802E6-A5B8-986D-FD6A-A8B28214901D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9E58B64-4EA2-4265-D8D7-BF24B7D95DFB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406BB4D-23EB-7DF3-FE01-D6F7CAE70C3C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SPEND POR FORNECEDOR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FD53BAF-B06C-EA5D-4EBC-4EA37F87B1D9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7790E65-D09A-20C3-4B09-0F75D6D52FCA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B6BEB12-6D13-2426-D225-09A6081A34E6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3F4313A-1CC3-DC9D-1D11-EDBF41CCF6C5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2B29C50-C992-25D6-DF41-DD3F8C69DC47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9A70B0D-9FD7-12EE-4221-4586BA40A708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7699F5A-97AF-4B51-D0B0-9116F654F8DA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6144DD28-04CA-D10A-CE61-BA0219C2BC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8763B150-E8DB-4BBC-6A8A-09C93C1C1650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1E1F2DE-38AB-05B0-3C03-5B22BD268E49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55A84C4D-FCA7-7991-B6D2-A9D7097F2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800727"/>
              </p:ext>
            </p:extLst>
          </p:nvPr>
        </p:nvGraphicFramePr>
        <p:xfrm>
          <a:off x="274642" y="1240512"/>
          <a:ext cx="8576728" cy="3694457"/>
        </p:xfrm>
        <a:graphic>
          <a:graphicData uri="http://schemas.openxmlformats.org/drawingml/2006/table">
            <a:tbl>
              <a:tblPr/>
              <a:tblGrid>
                <a:gridCol w="3800667">
                  <a:extLst>
                    <a:ext uri="{9D8B030D-6E8A-4147-A177-3AD203B41FA5}">
                      <a16:colId xmlns:a16="http://schemas.microsoft.com/office/drawing/2014/main" val="3240624078"/>
                    </a:ext>
                  </a:extLst>
                </a:gridCol>
                <a:gridCol w="2522568">
                  <a:extLst>
                    <a:ext uri="{9D8B030D-6E8A-4147-A177-3AD203B41FA5}">
                      <a16:colId xmlns:a16="http://schemas.microsoft.com/office/drawing/2014/main" val="2134446913"/>
                    </a:ext>
                  </a:extLst>
                </a:gridCol>
                <a:gridCol w="2253493">
                  <a:extLst>
                    <a:ext uri="{9D8B030D-6E8A-4147-A177-3AD203B41FA5}">
                      <a16:colId xmlns:a16="http://schemas.microsoft.com/office/drawing/2014/main" val="54086084"/>
                    </a:ext>
                  </a:extLst>
                </a:gridCol>
              </a:tblGrid>
              <a:tr h="41845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FORNECEDOR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Spend MR$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Representatividade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97053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APERAM INOX AMERICA DO SUL S.A.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R$ 4,52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37,37%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80677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INOX-TECH COMERCIO DE ACOS INOXIDAV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R$ 3,95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32,63%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64901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JATI SERVS COM E IMP DE ACOS LTDA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R$ 1,12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9,27%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69192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EXPAMETAL COMERCIO DE ACESSORIOS IN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R$ 0,97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8,02%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40545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PERMETAL S A METAIS PERFURADOS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R$ 0,73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6,04%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00635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ACO INOXIDAVEL ARTEX LTDA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R$ 0,48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4,00%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5828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METALCOM COMERCIAL LTDA</a:t>
                      </a:r>
                    </a:p>
                  </a:txBody>
                  <a:tcPr marL="360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R$ 0,32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2,65%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427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8039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B9430-3484-1AA8-61C1-75400504C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C0B16DA1-D153-E61B-A97F-F58EFF9E0E30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075DD28-3A76-0C08-53AB-DBAF87E167E8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741036D-A289-73CA-4A47-1C25DE8FDBB8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CRONOGRAMA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B8B0F6D-45F9-C743-4437-B93B4ABB749E}"/>
              </a:ext>
            </a:extLst>
          </p:cNvPr>
          <p:cNvCxnSpPr>
            <a:cxnSpLocks/>
          </p:cNvCxnSpPr>
          <p:nvPr/>
        </p:nvCxnSpPr>
        <p:spPr>
          <a:xfrm flipH="1">
            <a:off x="2723394" y="3375381"/>
            <a:ext cx="0" cy="396000"/>
          </a:xfrm>
          <a:prstGeom prst="line">
            <a:avLst/>
          </a:prstGeom>
          <a:ln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FD4FEDA-1556-61A3-6444-337CC0CD9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954721"/>
              </p:ext>
            </p:extLst>
          </p:nvPr>
        </p:nvGraphicFramePr>
        <p:xfrm>
          <a:off x="7332" y="1739758"/>
          <a:ext cx="9115407" cy="1582909"/>
        </p:xfrm>
        <a:graphic>
          <a:graphicData uri="http://schemas.openxmlformats.org/drawingml/2006/table">
            <a:tbl>
              <a:tblPr/>
              <a:tblGrid>
                <a:gridCol w="1012823">
                  <a:extLst>
                    <a:ext uri="{9D8B030D-6E8A-4147-A177-3AD203B41FA5}">
                      <a16:colId xmlns:a16="http://schemas.microsoft.com/office/drawing/2014/main" val="2521884426"/>
                    </a:ext>
                  </a:extLst>
                </a:gridCol>
                <a:gridCol w="1012823">
                  <a:extLst>
                    <a:ext uri="{9D8B030D-6E8A-4147-A177-3AD203B41FA5}">
                      <a16:colId xmlns:a16="http://schemas.microsoft.com/office/drawing/2014/main" val="3615028709"/>
                    </a:ext>
                  </a:extLst>
                </a:gridCol>
                <a:gridCol w="1012823">
                  <a:extLst>
                    <a:ext uri="{9D8B030D-6E8A-4147-A177-3AD203B41FA5}">
                      <a16:colId xmlns:a16="http://schemas.microsoft.com/office/drawing/2014/main" val="1541150110"/>
                    </a:ext>
                  </a:extLst>
                </a:gridCol>
                <a:gridCol w="1012823">
                  <a:extLst>
                    <a:ext uri="{9D8B030D-6E8A-4147-A177-3AD203B41FA5}">
                      <a16:colId xmlns:a16="http://schemas.microsoft.com/office/drawing/2014/main" val="1849059358"/>
                    </a:ext>
                  </a:extLst>
                </a:gridCol>
                <a:gridCol w="1012823">
                  <a:extLst>
                    <a:ext uri="{9D8B030D-6E8A-4147-A177-3AD203B41FA5}">
                      <a16:colId xmlns:a16="http://schemas.microsoft.com/office/drawing/2014/main" val="3878667184"/>
                    </a:ext>
                  </a:extLst>
                </a:gridCol>
                <a:gridCol w="1012823">
                  <a:extLst>
                    <a:ext uri="{9D8B030D-6E8A-4147-A177-3AD203B41FA5}">
                      <a16:colId xmlns:a16="http://schemas.microsoft.com/office/drawing/2014/main" val="2911071332"/>
                    </a:ext>
                  </a:extLst>
                </a:gridCol>
                <a:gridCol w="1012823">
                  <a:extLst>
                    <a:ext uri="{9D8B030D-6E8A-4147-A177-3AD203B41FA5}">
                      <a16:colId xmlns:a16="http://schemas.microsoft.com/office/drawing/2014/main" val="3924664123"/>
                    </a:ext>
                  </a:extLst>
                </a:gridCol>
                <a:gridCol w="1012823">
                  <a:extLst>
                    <a:ext uri="{9D8B030D-6E8A-4147-A177-3AD203B41FA5}">
                      <a16:colId xmlns:a16="http://schemas.microsoft.com/office/drawing/2014/main" val="3401235074"/>
                    </a:ext>
                  </a:extLst>
                </a:gridCol>
                <a:gridCol w="1012823">
                  <a:extLst>
                    <a:ext uri="{9D8B030D-6E8A-4147-A177-3AD203B41FA5}">
                      <a16:colId xmlns:a16="http://schemas.microsoft.com/office/drawing/2014/main" val="3025587120"/>
                    </a:ext>
                  </a:extLst>
                </a:gridCol>
              </a:tblGrid>
              <a:tr h="4221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CATEGORIA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MAI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JUN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JUL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AGO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SET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OUT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NOV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1100" b="0" kern="12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DEZ</a:t>
                      </a:r>
                    </a:p>
                  </a:txBody>
                  <a:tcPr marL="5095" marR="5095" marT="509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816765"/>
                  </a:ext>
                </a:extLst>
              </a:tr>
              <a:tr h="38693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kern="1200" dirty="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PLANEJADO 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371183"/>
                  </a:ext>
                </a:extLst>
              </a:tr>
              <a:tr h="386933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000" b="0" kern="1200" dirty="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REALIZADO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uzano Text" panose="020F0502020204030204" pitchFamily="34" charset="0"/>
                        </a:rPr>
                        <a:t> </a:t>
                      </a: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905183"/>
                  </a:ext>
                </a:extLst>
              </a:tr>
              <a:tr h="386933"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pt-BR" sz="1000" b="0" kern="1200" dirty="0">
                          <a:solidFill>
                            <a:srgbClr val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S24’25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Text" panose="020F0502020204030204" pitchFamily="34" charset="0"/>
                      </a:endParaRP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Text" panose="020F0502020204030204" pitchFamily="34" charset="0"/>
                      </a:endParaRP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Suzano Text" panose="020F0502020204030204" pitchFamily="34" charset="0"/>
                      </a:endParaRP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Text" panose="020F0502020204030204" pitchFamily="34" charset="0"/>
                      </a:endParaRP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Suzano Text" panose="020F0502020204030204" pitchFamily="34" charset="0"/>
                      </a:endParaRP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Text" panose="020F0502020204030204" pitchFamily="34" charset="0"/>
                      </a:endParaRP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Suzano Text" panose="020F0502020204030204" pitchFamily="34" charset="0"/>
                      </a:endParaRP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Suzano Text" panose="020F0502020204030204" pitchFamily="34" charset="0"/>
                      </a:endParaRPr>
                    </a:p>
                  </a:txBody>
                  <a:tcPr marL="5095" marR="5095" marT="5095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683739"/>
                  </a:ext>
                </a:extLst>
              </a:tr>
            </a:tbl>
          </a:graphicData>
        </a:graphic>
      </p:graphicFrame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5434143-9EDE-C995-8BAF-BA561528B7F5}"/>
              </a:ext>
            </a:extLst>
          </p:cNvPr>
          <p:cNvSpPr/>
          <p:nvPr/>
        </p:nvSpPr>
        <p:spPr>
          <a:xfrm flipV="1">
            <a:off x="1026099" y="2221210"/>
            <a:ext cx="129162" cy="158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F07936-2573-095D-E8A2-F628D65E1F1A}"/>
              </a:ext>
            </a:extLst>
          </p:cNvPr>
          <p:cNvSpPr txBox="1"/>
          <p:nvPr/>
        </p:nvSpPr>
        <p:spPr>
          <a:xfrm>
            <a:off x="841785" y="2351721"/>
            <a:ext cx="494327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01.05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097C82A-3D6D-F74D-526B-F36EA5D01E39}"/>
              </a:ext>
            </a:extLst>
          </p:cNvPr>
          <p:cNvSpPr/>
          <p:nvPr/>
        </p:nvSpPr>
        <p:spPr>
          <a:xfrm flipV="1">
            <a:off x="1194744" y="2602516"/>
            <a:ext cx="129600" cy="158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00A21BD-6839-1EC9-DBA7-BF1FCFF76F7E}"/>
              </a:ext>
            </a:extLst>
          </p:cNvPr>
          <p:cNvSpPr/>
          <p:nvPr/>
        </p:nvSpPr>
        <p:spPr>
          <a:xfrm flipV="1">
            <a:off x="1324345" y="2602516"/>
            <a:ext cx="254730" cy="158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852548A-9B26-A0B5-6C79-BCA67EFB6941}"/>
              </a:ext>
            </a:extLst>
          </p:cNvPr>
          <p:cNvSpPr txBox="1"/>
          <p:nvPr/>
        </p:nvSpPr>
        <p:spPr>
          <a:xfrm>
            <a:off x="1068014" y="2730962"/>
            <a:ext cx="494327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10.05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02063A6-E4AC-F113-B435-A36919E1CBFC}"/>
              </a:ext>
            </a:extLst>
          </p:cNvPr>
          <p:cNvSpPr txBox="1"/>
          <p:nvPr/>
        </p:nvSpPr>
        <p:spPr>
          <a:xfrm>
            <a:off x="1460321" y="2730962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15.05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728D7239-98A7-1B72-11DD-F5008C097021}"/>
              </a:ext>
            </a:extLst>
          </p:cNvPr>
          <p:cNvSpPr/>
          <p:nvPr/>
        </p:nvSpPr>
        <p:spPr>
          <a:xfrm flipV="1">
            <a:off x="1154539" y="2221210"/>
            <a:ext cx="435951" cy="1584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9423243B-5164-2871-EDC6-532A9FC7C18A}"/>
              </a:ext>
            </a:extLst>
          </p:cNvPr>
          <p:cNvSpPr txBox="1"/>
          <p:nvPr/>
        </p:nvSpPr>
        <p:spPr>
          <a:xfrm>
            <a:off x="1346607" y="2351721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15.05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7D855C7B-7F77-30AE-1BF6-E6AEEC20B2A2}"/>
              </a:ext>
            </a:extLst>
          </p:cNvPr>
          <p:cNvSpPr/>
          <p:nvPr/>
        </p:nvSpPr>
        <p:spPr>
          <a:xfrm flipV="1">
            <a:off x="1576786" y="2602516"/>
            <a:ext cx="547630" cy="1584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728EBDB-E770-F7A2-38C5-F3CEAB6EF6A4}"/>
              </a:ext>
            </a:extLst>
          </p:cNvPr>
          <p:cNvSpPr txBox="1"/>
          <p:nvPr/>
        </p:nvSpPr>
        <p:spPr>
          <a:xfrm>
            <a:off x="1892960" y="2730962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02.06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D484A9A-D50F-D871-073A-46BEF2C264AD}"/>
              </a:ext>
            </a:extLst>
          </p:cNvPr>
          <p:cNvSpPr/>
          <p:nvPr/>
        </p:nvSpPr>
        <p:spPr>
          <a:xfrm flipV="1">
            <a:off x="1589313" y="2221210"/>
            <a:ext cx="435951" cy="158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8C1F1885-2A7E-D5EA-96E2-B0E77851F0D9}"/>
              </a:ext>
            </a:extLst>
          </p:cNvPr>
          <p:cNvSpPr txBox="1"/>
          <p:nvPr/>
        </p:nvSpPr>
        <p:spPr>
          <a:xfrm>
            <a:off x="1784480" y="2351721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30.05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BF71F8C5-66D7-C537-4DAF-58C1B6F1516B}"/>
              </a:ext>
            </a:extLst>
          </p:cNvPr>
          <p:cNvSpPr/>
          <p:nvPr/>
        </p:nvSpPr>
        <p:spPr>
          <a:xfrm flipV="1">
            <a:off x="2123682" y="2602516"/>
            <a:ext cx="547200" cy="158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DB3B804-C0A5-7934-EB2B-C22DD3243F61}"/>
              </a:ext>
            </a:extLst>
          </p:cNvPr>
          <p:cNvSpPr txBox="1"/>
          <p:nvPr/>
        </p:nvSpPr>
        <p:spPr>
          <a:xfrm>
            <a:off x="2479197" y="2730962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17.06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B91D04C4-5B52-9519-4C9B-53E97DFBA9C1}"/>
              </a:ext>
            </a:extLst>
          </p:cNvPr>
          <p:cNvSpPr/>
          <p:nvPr/>
        </p:nvSpPr>
        <p:spPr>
          <a:xfrm flipV="1">
            <a:off x="2023177" y="2221210"/>
            <a:ext cx="435600" cy="1584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96C5BB7-CF5E-C5FC-FAF2-116CC7DD4145}"/>
              </a:ext>
            </a:extLst>
          </p:cNvPr>
          <p:cNvSpPr txBox="1"/>
          <p:nvPr/>
        </p:nvSpPr>
        <p:spPr>
          <a:xfrm>
            <a:off x="2178752" y="2351721"/>
            <a:ext cx="57866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15.06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6E5BA495-750A-B041-E8DB-2F26502D4C8B}"/>
              </a:ext>
            </a:extLst>
          </p:cNvPr>
          <p:cNvSpPr/>
          <p:nvPr/>
        </p:nvSpPr>
        <p:spPr>
          <a:xfrm flipV="1">
            <a:off x="2669666" y="2602516"/>
            <a:ext cx="423244" cy="1584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8E36A84-435A-0A4A-DEAD-0A1F936AA434}"/>
              </a:ext>
            </a:extLst>
          </p:cNvPr>
          <p:cNvSpPr txBox="1"/>
          <p:nvPr/>
        </p:nvSpPr>
        <p:spPr>
          <a:xfrm>
            <a:off x="3967098" y="2730962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02.08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9BF7FBC3-86AB-7A6E-99C9-5BAF4C3BF655}"/>
              </a:ext>
            </a:extLst>
          </p:cNvPr>
          <p:cNvSpPr/>
          <p:nvPr/>
        </p:nvSpPr>
        <p:spPr>
          <a:xfrm flipV="1">
            <a:off x="3494001" y="2221210"/>
            <a:ext cx="278267" cy="158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017C5900-55C6-07E8-871A-F7680071D252}"/>
              </a:ext>
            </a:extLst>
          </p:cNvPr>
          <p:cNvSpPr/>
          <p:nvPr/>
        </p:nvSpPr>
        <p:spPr>
          <a:xfrm flipV="1">
            <a:off x="4159089" y="2602516"/>
            <a:ext cx="377103" cy="158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41CA67B-27E7-CB21-6B2B-8013A40BC000}"/>
              </a:ext>
            </a:extLst>
          </p:cNvPr>
          <p:cNvSpPr txBox="1"/>
          <p:nvPr/>
        </p:nvSpPr>
        <p:spPr>
          <a:xfrm>
            <a:off x="2870606" y="2730962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03.07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CC9822EB-7ED1-D546-94DD-BB4CE2AED4D0}"/>
              </a:ext>
            </a:extLst>
          </p:cNvPr>
          <p:cNvSpPr/>
          <p:nvPr/>
        </p:nvSpPr>
        <p:spPr>
          <a:xfrm flipV="1">
            <a:off x="2458475" y="2221210"/>
            <a:ext cx="1035421" cy="158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C817D4D9-1FE7-711F-D2DF-EBF1CEB299DF}"/>
              </a:ext>
            </a:extLst>
          </p:cNvPr>
          <p:cNvSpPr/>
          <p:nvPr/>
        </p:nvSpPr>
        <p:spPr>
          <a:xfrm flipV="1">
            <a:off x="3091506" y="2602516"/>
            <a:ext cx="1067357" cy="158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A67A027C-E76F-C5D2-FBB3-EA6004E8F214}"/>
              </a:ext>
            </a:extLst>
          </p:cNvPr>
          <p:cNvSpPr txBox="1"/>
          <p:nvPr/>
        </p:nvSpPr>
        <p:spPr>
          <a:xfrm>
            <a:off x="4301262" y="2730962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09.08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3FB9DA0-429B-7E11-B73B-37E83E159B9D}"/>
              </a:ext>
            </a:extLst>
          </p:cNvPr>
          <p:cNvSpPr txBox="1"/>
          <p:nvPr/>
        </p:nvSpPr>
        <p:spPr>
          <a:xfrm>
            <a:off x="3240496" y="2351721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15.07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167431C1-BEB2-9FB2-3E69-204AD26B0F8A}"/>
              </a:ext>
            </a:extLst>
          </p:cNvPr>
          <p:cNvSpPr/>
          <p:nvPr/>
        </p:nvSpPr>
        <p:spPr>
          <a:xfrm flipV="1">
            <a:off x="3770444" y="2221210"/>
            <a:ext cx="299117" cy="1584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AF22E42-A6FB-D8A5-4439-E8FDD9E0728B}"/>
              </a:ext>
            </a:extLst>
          </p:cNvPr>
          <p:cNvSpPr txBox="1"/>
          <p:nvPr/>
        </p:nvSpPr>
        <p:spPr>
          <a:xfrm>
            <a:off x="3537789" y="2351721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22.07</a:t>
            </a:r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7EF8AB81-B7C8-FDFE-2A79-DAAB7F595224}"/>
              </a:ext>
            </a:extLst>
          </p:cNvPr>
          <p:cNvSpPr/>
          <p:nvPr/>
        </p:nvSpPr>
        <p:spPr>
          <a:xfrm flipV="1">
            <a:off x="4535680" y="2602516"/>
            <a:ext cx="185071" cy="1584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E8EB548-8CB3-8540-DA94-88B3D7EF1E45}"/>
              </a:ext>
            </a:extLst>
          </p:cNvPr>
          <p:cNvSpPr txBox="1"/>
          <p:nvPr/>
        </p:nvSpPr>
        <p:spPr>
          <a:xfrm>
            <a:off x="4613299" y="2730962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105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pt-BR" sz="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19.08</a:t>
            </a:r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62EA1027-A0F9-8E0B-031E-AAD48A202FAA}"/>
              </a:ext>
            </a:extLst>
          </p:cNvPr>
          <p:cNvCxnSpPr>
            <a:cxnSpLocks/>
          </p:cNvCxnSpPr>
          <p:nvPr/>
        </p:nvCxnSpPr>
        <p:spPr>
          <a:xfrm>
            <a:off x="1380097" y="3363749"/>
            <a:ext cx="0" cy="396000"/>
          </a:xfrm>
          <a:prstGeom prst="line">
            <a:avLst/>
          </a:prstGeom>
          <a:ln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tângulo 59">
            <a:extLst>
              <a:ext uri="{FF2B5EF4-FFF2-40B4-BE49-F238E27FC236}">
                <a16:creationId xmlns:a16="http://schemas.microsoft.com/office/drawing/2014/main" id="{616487F7-70DD-A495-1F2F-115934F5CFE7}"/>
              </a:ext>
            </a:extLst>
          </p:cNvPr>
          <p:cNvSpPr/>
          <p:nvPr/>
        </p:nvSpPr>
        <p:spPr>
          <a:xfrm>
            <a:off x="7331" y="3315530"/>
            <a:ext cx="9129066" cy="18279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D985D107-9BDD-9036-0E58-02AC4366FED0}"/>
              </a:ext>
            </a:extLst>
          </p:cNvPr>
          <p:cNvSpPr txBox="1"/>
          <p:nvPr/>
        </p:nvSpPr>
        <p:spPr>
          <a:xfrm>
            <a:off x="1885254" y="3782884"/>
            <a:ext cx="133984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Visitas técnicas: 02.06 </a:t>
            </a:r>
          </a:p>
          <a:p>
            <a:r>
              <a:rPr lang="pt-BR" sz="825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∆ = + 4 dias</a:t>
            </a:r>
            <a:r>
              <a:rPr lang="pt-BR" sz="788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pt-BR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1A1F620F-8C16-F231-5688-D8071BA01EEF}"/>
              </a:ext>
            </a:extLst>
          </p:cNvPr>
          <p:cNvSpPr txBox="1"/>
          <p:nvPr/>
        </p:nvSpPr>
        <p:spPr>
          <a:xfrm>
            <a:off x="718913" y="4352677"/>
            <a:ext cx="1988853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Lesson learned – necessidade de prazo mínimo para organização e envio dos convites das visitas técnicas;</a:t>
            </a:r>
          </a:p>
          <a:p>
            <a:r>
              <a:rPr lang="pt-BR" sz="825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∆ = + 5 dias</a:t>
            </a:r>
            <a:r>
              <a:rPr lang="pt-BR" sz="788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pt-BR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CEDBF28F-3711-03BE-B713-2E4A0AC8CFA8}"/>
              </a:ext>
            </a:extLst>
          </p:cNvPr>
          <p:cNvCxnSpPr>
            <a:cxnSpLocks/>
          </p:cNvCxnSpPr>
          <p:nvPr/>
        </p:nvCxnSpPr>
        <p:spPr>
          <a:xfrm>
            <a:off x="1713319" y="3484285"/>
            <a:ext cx="0" cy="783000"/>
          </a:xfrm>
          <a:prstGeom prst="line">
            <a:avLst/>
          </a:prstGeom>
          <a:ln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ipse 63">
            <a:extLst>
              <a:ext uri="{FF2B5EF4-FFF2-40B4-BE49-F238E27FC236}">
                <a16:creationId xmlns:a16="http://schemas.microsoft.com/office/drawing/2014/main" id="{5E0D4AFB-00B6-A4A6-BE94-6F30BE951E6F}"/>
              </a:ext>
            </a:extLst>
          </p:cNvPr>
          <p:cNvSpPr/>
          <p:nvPr/>
        </p:nvSpPr>
        <p:spPr>
          <a:xfrm>
            <a:off x="1657543" y="4280068"/>
            <a:ext cx="110672" cy="10973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E58158FD-538E-C1F0-6B14-8CA5EA332A5A}"/>
              </a:ext>
            </a:extLst>
          </p:cNvPr>
          <p:cNvCxnSpPr>
            <a:cxnSpLocks/>
          </p:cNvCxnSpPr>
          <p:nvPr/>
        </p:nvCxnSpPr>
        <p:spPr>
          <a:xfrm flipH="1">
            <a:off x="2125837" y="3484285"/>
            <a:ext cx="0" cy="245885"/>
          </a:xfrm>
          <a:prstGeom prst="line">
            <a:avLst/>
          </a:prstGeom>
          <a:ln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Elipse 65">
            <a:extLst>
              <a:ext uri="{FF2B5EF4-FFF2-40B4-BE49-F238E27FC236}">
                <a16:creationId xmlns:a16="http://schemas.microsoft.com/office/drawing/2014/main" id="{7FFA33BD-0201-B0D5-C71E-2DCA36827D11}"/>
              </a:ext>
            </a:extLst>
          </p:cNvPr>
          <p:cNvSpPr/>
          <p:nvPr/>
        </p:nvSpPr>
        <p:spPr>
          <a:xfrm>
            <a:off x="2070501" y="3705521"/>
            <a:ext cx="110672" cy="10973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2F68A481-F8E4-079A-254A-2427385C2CCC}"/>
              </a:ext>
            </a:extLst>
          </p:cNvPr>
          <p:cNvSpPr txBox="1"/>
          <p:nvPr/>
        </p:nvSpPr>
        <p:spPr>
          <a:xfrm>
            <a:off x="100924" y="3747029"/>
            <a:ext cx="177716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2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Recebimento escopos 10.05; </a:t>
            </a:r>
          </a:p>
          <a:p>
            <a:r>
              <a:rPr lang="pt-BR" sz="825" dirty="0">
                <a:solidFill>
                  <a:srgbClr val="FF0000"/>
                </a:solidFill>
                <a:highlight>
                  <a:srgbClr val="FFFF00"/>
                </a:highligh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∆ = + 9 dias</a:t>
            </a:r>
            <a:r>
              <a:rPr lang="pt-BR" sz="788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pt-BR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15392D3-464A-E992-900A-145254F11A08}"/>
              </a:ext>
            </a:extLst>
          </p:cNvPr>
          <p:cNvSpPr txBox="1"/>
          <p:nvPr/>
        </p:nvSpPr>
        <p:spPr>
          <a:xfrm>
            <a:off x="1068014" y="3298831"/>
            <a:ext cx="494327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2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10.05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2BB8A268-BB92-26EE-F747-11C5B1E82735}"/>
              </a:ext>
            </a:extLst>
          </p:cNvPr>
          <p:cNvSpPr txBox="1"/>
          <p:nvPr/>
        </p:nvSpPr>
        <p:spPr>
          <a:xfrm>
            <a:off x="1460321" y="3298831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2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15.05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6C22F5A9-8821-FD9B-7FFC-9FC267EB6F67}"/>
              </a:ext>
            </a:extLst>
          </p:cNvPr>
          <p:cNvSpPr txBox="1"/>
          <p:nvPr/>
        </p:nvSpPr>
        <p:spPr>
          <a:xfrm>
            <a:off x="1892960" y="3298831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3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02.06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CE459EDF-869F-2F27-9348-07714A5FD4AE}"/>
              </a:ext>
            </a:extLst>
          </p:cNvPr>
          <p:cNvCxnSpPr>
            <a:cxnSpLocks/>
          </p:cNvCxnSpPr>
          <p:nvPr/>
        </p:nvCxnSpPr>
        <p:spPr>
          <a:xfrm>
            <a:off x="1318725" y="3484285"/>
            <a:ext cx="0" cy="245885"/>
          </a:xfrm>
          <a:prstGeom prst="line">
            <a:avLst/>
          </a:prstGeom>
          <a:ln cmpd="sng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>
            <a:extLst>
              <a:ext uri="{FF2B5EF4-FFF2-40B4-BE49-F238E27FC236}">
                <a16:creationId xmlns:a16="http://schemas.microsoft.com/office/drawing/2014/main" id="{3CE99AE6-0649-B6A5-B0BD-A06EC5816EC1}"/>
              </a:ext>
            </a:extLst>
          </p:cNvPr>
          <p:cNvSpPr/>
          <p:nvPr/>
        </p:nvSpPr>
        <p:spPr>
          <a:xfrm>
            <a:off x="1263389" y="3630599"/>
            <a:ext cx="110672" cy="109734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A770DAD7-0DB9-26A9-E885-94D3305A4742}"/>
              </a:ext>
            </a:extLst>
          </p:cNvPr>
          <p:cNvSpPr txBox="1"/>
          <p:nvPr/>
        </p:nvSpPr>
        <p:spPr>
          <a:xfrm>
            <a:off x="380717" y="1397568"/>
            <a:ext cx="155160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ENVIO + AGENDAMENTO VISITAS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2A6A9D0B-A9CC-838A-D988-00D48B4511BC}"/>
              </a:ext>
            </a:extLst>
          </p:cNvPr>
          <p:cNvSpPr txBox="1"/>
          <p:nvPr/>
        </p:nvSpPr>
        <p:spPr>
          <a:xfrm>
            <a:off x="380717" y="1165044"/>
            <a:ext cx="155199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PRAZO PARA RECEBER ESCOPO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0F23304-3E76-F7A3-22F1-AC5BBB964CDA}"/>
              </a:ext>
            </a:extLst>
          </p:cNvPr>
          <p:cNvSpPr/>
          <p:nvPr/>
        </p:nvSpPr>
        <p:spPr>
          <a:xfrm flipV="1">
            <a:off x="184063" y="1213939"/>
            <a:ext cx="194400" cy="10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FF4C7908-E689-FE92-08F8-0FE90DEA6273}"/>
              </a:ext>
            </a:extLst>
          </p:cNvPr>
          <p:cNvSpPr/>
          <p:nvPr/>
        </p:nvSpPr>
        <p:spPr>
          <a:xfrm flipV="1">
            <a:off x="184063" y="1451225"/>
            <a:ext cx="194400" cy="108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B7318124-AA6F-520B-6B0D-15C328FB70CE}"/>
              </a:ext>
            </a:extLst>
          </p:cNvPr>
          <p:cNvSpPr txBox="1"/>
          <p:nvPr/>
        </p:nvSpPr>
        <p:spPr>
          <a:xfrm>
            <a:off x="2046116" y="1397568"/>
            <a:ext cx="155199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RECEBIMENTO PROPOSTAS 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1361572F-BBB0-27BF-3623-72985D9C6374}"/>
              </a:ext>
            </a:extLst>
          </p:cNvPr>
          <p:cNvSpPr/>
          <p:nvPr/>
        </p:nvSpPr>
        <p:spPr>
          <a:xfrm flipV="1">
            <a:off x="1857352" y="1213939"/>
            <a:ext cx="194400" cy="1080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90E119B-FCDF-F896-C57F-89C4F77B3DA9}"/>
              </a:ext>
            </a:extLst>
          </p:cNvPr>
          <p:cNvSpPr txBox="1"/>
          <p:nvPr/>
        </p:nvSpPr>
        <p:spPr>
          <a:xfrm>
            <a:off x="2046116" y="1165044"/>
            <a:ext cx="155199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VISTA</a:t>
            </a:r>
            <a:r>
              <a:rPr lang="pt-BR" sz="675" dirty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BR" sz="67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TECNICA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AB0169C8-9C39-FA32-CDE3-9053FE329467}"/>
              </a:ext>
            </a:extLst>
          </p:cNvPr>
          <p:cNvSpPr/>
          <p:nvPr/>
        </p:nvSpPr>
        <p:spPr>
          <a:xfrm flipV="1">
            <a:off x="1857352" y="1451225"/>
            <a:ext cx="194400" cy="1080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C6C4F904-54B1-FC13-0698-1FF7E559AD3D}"/>
              </a:ext>
            </a:extLst>
          </p:cNvPr>
          <p:cNvSpPr txBox="1"/>
          <p:nvPr/>
        </p:nvSpPr>
        <p:spPr>
          <a:xfrm>
            <a:off x="3733714" y="1165044"/>
            <a:ext cx="1551993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VALIDAÇÃO TECNICA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50CA36B2-78C6-B004-65C8-BF5B56381B1F}"/>
              </a:ext>
            </a:extLst>
          </p:cNvPr>
          <p:cNvSpPr/>
          <p:nvPr/>
        </p:nvSpPr>
        <p:spPr>
          <a:xfrm flipV="1">
            <a:off x="3530641" y="1213939"/>
            <a:ext cx="194400" cy="10800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E87D86B5-BFBA-4EAD-4213-4A96B2580F23}"/>
              </a:ext>
            </a:extLst>
          </p:cNvPr>
          <p:cNvSpPr txBox="1"/>
          <p:nvPr/>
        </p:nvSpPr>
        <p:spPr>
          <a:xfrm>
            <a:off x="5400125" y="1165044"/>
            <a:ext cx="155160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INFORMAÇÃO BUDGET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0A36A966-615C-C3B2-A1E9-EFD72AAF8C6A}"/>
              </a:ext>
            </a:extLst>
          </p:cNvPr>
          <p:cNvSpPr/>
          <p:nvPr/>
        </p:nvSpPr>
        <p:spPr>
          <a:xfrm flipV="1">
            <a:off x="5203931" y="1213939"/>
            <a:ext cx="194400" cy="1080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76EAC323-08FA-F4DC-8388-C9758439CF54}"/>
              </a:ext>
            </a:extLst>
          </p:cNvPr>
          <p:cNvSpPr txBox="1"/>
          <p:nvPr/>
        </p:nvSpPr>
        <p:spPr>
          <a:xfrm>
            <a:off x="3733714" y="1397568"/>
            <a:ext cx="1893351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700">
                <a:solidFill>
                  <a:srgbClr val="000000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pt-BR" sz="67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NEGOCIAÇÃO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A356A934-FC6A-FE8A-34CF-8DE9F47706C0}"/>
              </a:ext>
            </a:extLst>
          </p:cNvPr>
          <p:cNvSpPr txBox="1"/>
          <p:nvPr/>
        </p:nvSpPr>
        <p:spPr>
          <a:xfrm>
            <a:off x="5400125" y="1397568"/>
            <a:ext cx="1769814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75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APROVAÇÃO COMITE 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D9CA7CF1-2904-5A4C-1565-552BACF0BC81}"/>
              </a:ext>
            </a:extLst>
          </p:cNvPr>
          <p:cNvSpPr/>
          <p:nvPr/>
        </p:nvSpPr>
        <p:spPr>
          <a:xfrm flipV="1">
            <a:off x="3530641" y="1451225"/>
            <a:ext cx="194400" cy="1080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F95904CC-3CC3-5E03-C678-DC0763C2B935}"/>
              </a:ext>
            </a:extLst>
          </p:cNvPr>
          <p:cNvSpPr/>
          <p:nvPr/>
        </p:nvSpPr>
        <p:spPr>
          <a:xfrm flipV="1">
            <a:off x="5203931" y="1451225"/>
            <a:ext cx="194400" cy="1080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A701DB25-43DC-EC16-A214-EF946369EAA4}"/>
              </a:ext>
            </a:extLst>
          </p:cNvPr>
          <p:cNvSpPr txBox="1"/>
          <p:nvPr/>
        </p:nvSpPr>
        <p:spPr>
          <a:xfrm>
            <a:off x="3881944" y="2351721"/>
            <a:ext cx="493200" cy="219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01.08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357FBE98-EDAA-927E-32F8-82ED63F34CB9}"/>
              </a:ext>
            </a:extLst>
          </p:cNvPr>
          <p:cNvSpPr/>
          <p:nvPr/>
        </p:nvSpPr>
        <p:spPr>
          <a:xfrm flipV="1">
            <a:off x="1683540" y="2998241"/>
            <a:ext cx="258994" cy="158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61E56CC1-3251-4C11-57A4-35684A133B90}"/>
              </a:ext>
            </a:extLst>
          </p:cNvPr>
          <p:cNvSpPr/>
          <p:nvPr/>
        </p:nvSpPr>
        <p:spPr>
          <a:xfrm flipV="1">
            <a:off x="1919320" y="2998241"/>
            <a:ext cx="504000" cy="158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F08FD1DD-F490-463D-7DA6-8CB3523E7CB9}"/>
              </a:ext>
            </a:extLst>
          </p:cNvPr>
          <p:cNvSpPr txBox="1"/>
          <p:nvPr/>
        </p:nvSpPr>
        <p:spPr>
          <a:xfrm>
            <a:off x="1559984" y="3117405"/>
            <a:ext cx="494327" cy="22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20.05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84183DEE-6FAA-5404-6863-509264795A1E}"/>
              </a:ext>
            </a:extLst>
          </p:cNvPr>
          <p:cNvSpPr txBox="1"/>
          <p:nvPr/>
        </p:nvSpPr>
        <p:spPr>
          <a:xfrm>
            <a:off x="2126417" y="3117405"/>
            <a:ext cx="493200" cy="22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10.06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2B4A5232-0F97-8454-2FD2-2BC6FF1230B2}"/>
              </a:ext>
            </a:extLst>
          </p:cNvPr>
          <p:cNvSpPr/>
          <p:nvPr/>
        </p:nvSpPr>
        <p:spPr>
          <a:xfrm flipV="1">
            <a:off x="2423417" y="2998241"/>
            <a:ext cx="493200" cy="1584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8CB3242-80F7-DA38-0059-145C1142B167}"/>
              </a:ext>
            </a:extLst>
          </p:cNvPr>
          <p:cNvSpPr txBox="1"/>
          <p:nvPr/>
        </p:nvSpPr>
        <p:spPr>
          <a:xfrm>
            <a:off x="2676367" y="3117405"/>
            <a:ext cx="493200" cy="22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24.06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96FA0D23-CC5E-73E4-AC4F-E0B2DBEFDE7F}"/>
              </a:ext>
            </a:extLst>
          </p:cNvPr>
          <p:cNvSpPr/>
          <p:nvPr/>
        </p:nvSpPr>
        <p:spPr>
          <a:xfrm flipV="1">
            <a:off x="2916605" y="2998241"/>
            <a:ext cx="603112" cy="158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6EE0D1A5-553D-5D6A-43C5-EFE2DCAEC2C1}"/>
              </a:ext>
            </a:extLst>
          </p:cNvPr>
          <p:cNvSpPr txBox="1"/>
          <p:nvPr/>
        </p:nvSpPr>
        <p:spPr>
          <a:xfrm>
            <a:off x="3272121" y="3117405"/>
            <a:ext cx="493200" cy="22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15.07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E41CBACF-F9F3-9821-9470-AD587687CFC9}"/>
              </a:ext>
            </a:extLst>
          </p:cNvPr>
          <p:cNvSpPr/>
          <p:nvPr/>
        </p:nvSpPr>
        <p:spPr>
          <a:xfrm flipV="1">
            <a:off x="3521319" y="2998241"/>
            <a:ext cx="720482" cy="158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D99B3233-ABF4-CC93-2714-8B180459DC40}"/>
              </a:ext>
            </a:extLst>
          </p:cNvPr>
          <p:cNvSpPr txBox="1"/>
          <p:nvPr/>
        </p:nvSpPr>
        <p:spPr>
          <a:xfrm>
            <a:off x="4374787" y="3117405"/>
            <a:ext cx="493200" cy="22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17.08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E5603206-3F68-16E6-A828-24F3867268AF}"/>
              </a:ext>
            </a:extLst>
          </p:cNvPr>
          <p:cNvSpPr/>
          <p:nvPr/>
        </p:nvSpPr>
        <p:spPr>
          <a:xfrm flipV="1">
            <a:off x="4241264" y="2998241"/>
            <a:ext cx="377103" cy="158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1BEE4F86-F896-9157-D1A3-0DD722DB6A8E}"/>
              </a:ext>
            </a:extLst>
          </p:cNvPr>
          <p:cNvSpPr txBox="1"/>
          <p:nvPr/>
        </p:nvSpPr>
        <p:spPr>
          <a:xfrm>
            <a:off x="3996383" y="3117405"/>
            <a:ext cx="493200" cy="22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04.08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75F469C0-1A2A-16D7-0C62-CC778A510B75}"/>
              </a:ext>
            </a:extLst>
          </p:cNvPr>
          <p:cNvSpPr txBox="1"/>
          <p:nvPr/>
        </p:nvSpPr>
        <p:spPr>
          <a:xfrm>
            <a:off x="4772189" y="3117405"/>
            <a:ext cx="493200" cy="22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0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25.08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61CF5001-8954-3D54-99B6-BD4422E014E2}"/>
              </a:ext>
            </a:extLst>
          </p:cNvPr>
          <p:cNvSpPr/>
          <p:nvPr/>
        </p:nvSpPr>
        <p:spPr>
          <a:xfrm flipV="1">
            <a:off x="4621742" y="2998241"/>
            <a:ext cx="384175" cy="15840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3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FC07C79-D6BE-3503-8F46-1AFDF96D49F7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F5F011D-0539-6E35-0E32-E28E7E4D7089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59A9320-2C57-33D4-C70B-FB1CEFEAA54B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E46458A-3CE3-1CE9-1FA8-464C676268A6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72F6C73-2F67-AA65-A79A-F9E1EBCD11D8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CE9546F-AFDF-CA68-59C0-03FE34595367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6135BB6-FFAA-CA18-1B82-980C83038998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7" name="object 5">
            <a:extLst>
              <a:ext uri="{FF2B5EF4-FFF2-40B4-BE49-F238E27FC236}">
                <a16:creationId xmlns:a16="http://schemas.microsoft.com/office/drawing/2014/main" id="{B61C873F-D8D1-02BD-9F34-89A83A01A3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D79309E8-1804-BA21-DF5F-F2ADAA625E22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A834AEA-BEB4-361E-E0F1-BB17759CDC56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382379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ECBCA-222B-1DE7-D6A0-BDE60289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39FAA1E-0765-85D2-FBC9-CF63019FA681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CB7A0AA-09D4-9D53-E4D0-AB4C97D68DEA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2E688D2-C174-7B23-AD28-94DDA4D2FEAA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CRONOGRAMA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26F4FD84-0FF6-2299-AC33-B23FC037F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807662"/>
              </p:ext>
            </p:extLst>
          </p:nvPr>
        </p:nvGraphicFramePr>
        <p:xfrm>
          <a:off x="83654" y="4015526"/>
          <a:ext cx="900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000">
                  <a:extLst>
                    <a:ext uri="{9D8B030D-6E8A-4147-A177-3AD203B41FA5}">
                      <a16:colId xmlns:a16="http://schemas.microsoft.com/office/drawing/2014/main" val="1226638335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2691979077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3981807787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158251519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3174522523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3964086993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4251976051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2496682960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COMITÊ S24´25</a:t>
                      </a:r>
                      <a:endParaRPr lang="pt-BR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19/JUL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477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 ESCOPOS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312482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4FCDE67B-A398-7518-89B9-C21B589FB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630269"/>
              </p:ext>
            </p:extLst>
          </p:nvPr>
        </p:nvGraphicFramePr>
        <p:xfrm>
          <a:off x="83654" y="4515675"/>
          <a:ext cx="9000000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000">
                  <a:extLst>
                    <a:ext uri="{9D8B030D-6E8A-4147-A177-3AD203B41FA5}">
                      <a16:colId xmlns:a16="http://schemas.microsoft.com/office/drawing/2014/main" val="1226638335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2691979077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3981807787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4225591719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158251519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3174522523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3964086993"/>
                    </a:ext>
                  </a:extLst>
                </a:gridCol>
                <a:gridCol w="1125000">
                  <a:extLst>
                    <a:ext uri="{9D8B030D-6E8A-4147-A177-3AD203B41FA5}">
                      <a16:colId xmlns:a16="http://schemas.microsoft.com/office/drawing/2014/main" val="4251976051"/>
                    </a:ext>
                  </a:extLst>
                </a:gridCol>
              </a:tblGrid>
              <a:tr h="11960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RISCO/GARGALO</a:t>
                      </a:r>
                      <a:endParaRPr lang="pt-BR" sz="900" b="0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VENDOR LIST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ESCOPO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PUC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COMPLIANCE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LEAD TIME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CAPACIDADE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GESTÃO CONTRATO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447701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50" b="0"/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ALTO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ALTO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ALTO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ALTO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ALTO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ALTO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BAIXO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284527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1E6EE446-B39D-A8ED-7BBC-7E0BB87E683D}"/>
              </a:ext>
            </a:extLst>
          </p:cNvPr>
          <p:cNvSpPr/>
          <p:nvPr/>
        </p:nvSpPr>
        <p:spPr>
          <a:xfrm>
            <a:off x="292309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GMAI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14C30A9-C874-5C93-ADA0-1D931042B649}"/>
              </a:ext>
            </a:extLst>
          </p:cNvPr>
          <p:cNvSpPr/>
          <p:nvPr/>
        </p:nvSpPr>
        <p:spPr>
          <a:xfrm>
            <a:off x="1179637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SUPRI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8563D78-8EF5-0553-C5FA-26740B4B92EB}"/>
              </a:ext>
            </a:extLst>
          </p:cNvPr>
          <p:cNvSpPr/>
          <p:nvPr/>
        </p:nvSpPr>
        <p:spPr>
          <a:xfrm>
            <a:off x="2021995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FORN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366A3C6-1355-370C-5AEF-F08DF503B22D}"/>
              </a:ext>
            </a:extLst>
          </p:cNvPr>
          <p:cNvSpPr/>
          <p:nvPr/>
        </p:nvSpPr>
        <p:spPr>
          <a:xfrm>
            <a:off x="2804393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FORN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D972F59-8CA6-075C-10A4-2BEDD5D09917}"/>
              </a:ext>
            </a:extLst>
          </p:cNvPr>
          <p:cNvSpPr/>
          <p:nvPr/>
        </p:nvSpPr>
        <p:spPr>
          <a:xfrm>
            <a:off x="3661741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BIOP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D560E97-CCFA-0AE0-7E00-0E762FCE8A84}"/>
              </a:ext>
            </a:extLst>
          </p:cNvPr>
          <p:cNvSpPr/>
          <p:nvPr/>
        </p:nvSpPr>
        <p:spPr>
          <a:xfrm>
            <a:off x="4511594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SUPRI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02CD467-2AE4-96B6-753D-257955E5D0F6}"/>
              </a:ext>
            </a:extLst>
          </p:cNvPr>
          <p:cNvSpPr/>
          <p:nvPr/>
        </p:nvSpPr>
        <p:spPr>
          <a:xfrm>
            <a:off x="5398922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BIOP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F0FEB67-EDB4-5A77-EA6C-6AAD62DAEC1F}"/>
              </a:ext>
            </a:extLst>
          </p:cNvPr>
          <p:cNvSpPr/>
          <p:nvPr/>
        </p:nvSpPr>
        <p:spPr>
          <a:xfrm>
            <a:off x="6301240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SUPRI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A8A6118-44A4-8FAB-626E-E0F1B88CB7B6}"/>
              </a:ext>
            </a:extLst>
          </p:cNvPr>
          <p:cNvSpPr/>
          <p:nvPr/>
        </p:nvSpPr>
        <p:spPr>
          <a:xfrm>
            <a:off x="7271013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BIOP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9D7D8B9-11AA-FD7E-E50F-4D2A7396A208}"/>
              </a:ext>
            </a:extLst>
          </p:cNvPr>
          <p:cNvSpPr/>
          <p:nvPr/>
        </p:nvSpPr>
        <p:spPr>
          <a:xfrm>
            <a:off x="8165832" y="3402222"/>
            <a:ext cx="884419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00">
                <a:solidFill>
                  <a:srgbClr val="808080"/>
                </a:solidFill>
              </a:rPr>
              <a:t>SUPRI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E5A80449-16C8-4995-80F5-E04167DF4F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5595258"/>
              </p:ext>
            </p:extLst>
          </p:nvPr>
        </p:nvGraphicFramePr>
        <p:xfrm>
          <a:off x="72000" y="1078265"/>
          <a:ext cx="9000000" cy="2856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Retângulo 11">
            <a:extLst>
              <a:ext uri="{FF2B5EF4-FFF2-40B4-BE49-F238E27FC236}">
                <a16:creationId xmlns:a16="http://schemas.microsoft.com/office/drawing/2014/main" id="{FA8AC87D-F647-3D06-8738-CA0B0DFB72D7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04381BC3-AE79-544B-9A82-A1E32B6629DD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AAB4924-B536-9920-00C9-10039B4D679D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828665D-A842-9F1B-B6E0-70098DBE5F1A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C65E82A-D54E-3A7C-ADD6-1474A3311FD7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B5ED25C-2B1E-2D13-96CA-9A9BFAC1E108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96D5AE2A-F7B1-B021-BEF6-CC6BA545935D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36" name="object 5">
            <a:extLst>
              <a:ext uri="{FF2B5EF4-FFF2-40B4-BE49-F238E27FC236}">
                <a16:creationId xmlns:a16="http://schemas.microsoft.com/office/drawing/2014/main" id="{DAEBD1B3-4CF0-2793-9C71-16B28EB738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649301F6-2365-7A0A-1DD8-8F7400065EEB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69BD073D-0F71-3F1D-DAFA-C692A7F42208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4343581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FEE03-5867-602C-9C3D-1DDB5B46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F0D9933-98A0-0A21-8AA5-EAF33AD7298D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3A89EBE-1E61-FE8C-1B3B-712F5E8E29B1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48C4B4E-BCA8-D3CE-B4F1-3CAA9BDE73C4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CRONOGRAMA</a:t>
            </a: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B27D1468-5D4A-7135-5CBA-BBACFFB16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015651"/>
              </p:ext>
            </p:extLst>
          </p:nvPr>
        </p:nvGraphicFramePr>
        <p:xfrm>
          <a:off x="72001" y="1396766"/>
          <a:ext cx="9000971" cy="3030799"/>
        </p:xfrm>
        <a:graphic>
          <a:graphicData uri="http://schemas.openxmlformats.org/drawingml/2006/table">
            <a:tbl>
              <a:tblPr/>
              <a:tblGrid>
                <a:gridCol w="184364">
                  <a:extLst>
                    <a:ext uri="{9D8B030D-6E8A-4147-A177-3AD203B41FA5}">
                      <a16:colId xmlns:a16="http://schemas.microsoft.com/office/drawing/2014/main" val="3706694403"/>
                    </a:ext>
                  </a:extLst>
                </a:gridCol>
                <a:gridCol w="765287">
                  <a:extLst>
                    <a:ext uri="{9D8B030D-6E8A-4147-A177-3AD203B41FA5}">
                      <a16:colId xmlns:a16="http://schemas.microsoft.com/office/drawing/2014/main" val="3073356269"/>
                    </a:ext>
                  </a:extLst>
                </a:gridCol>
                <a:gridCol w="422892">
                  <a:extLst>
                    <a:ext uri="{9D8B030D-6E8A-4147-A177-3AD203B41FA5}">
                      <a16:colId xmlns:a16="http://schemas.microsoft.com/office/drawing/2014/main" val="1616116744"/>
                    </a:ext>
                  </a:extLst>
                </a:gridCol>
                <a:gridCol w="486000">
                  <a:extLst>
                    <a:ext uri="{9D8B030D-6E8A-4147-A177-3AD203B41FA5}">
                      <a16:colId xmlns:a16="http://schemas.microsoft.com/office/drawing/2014/main" val="2671615951"/>
                    </a:ext>
                  </a:extLst>
                </a:gridCol>
                <a:gridCol w="422892">
                  <a:extLst>
                    <a:ext uri="{9D8B030D-6E8A-4147-A177-3AD203B41FA5}">
                      <a16:colId xmlns:a16="http://schemas.microsoft.com/office/drawing/2014/main" val="2776507349"/>
                    </a:ext>
                  </a:extLst>
                </a:gridCol>
                <a:gridCol w="422892">
                  <a:extLst>
                    <a:ext uri="{9D8B030D-6E8A-4147-A177-3AD203B41FA5}">
                      <a16:colId xmlns:a16="http://schemas.microsoft.com/office/drawing/2014/main" val="1247249190"/>
                    </a:ext>
                  </a:extLst>
                </a:gridCol>
                <a:gridCol w="422892">
                  <a:extLst>
                    <a:ext uri="{9D8B030D-6E8A-4147-A177-3AD203B41FA5}">
                      <a16:colId xmlns:a16="http://schemas.microsoft.com/office/drawing/2014/main" val="4162842973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538729374"/>
                    </a:ext>
                  </a:extLst>
                </a:gridCol>
                <a:gridCol w="422892">
                  <a:extLst>
                    <a:ext uri="{9D8B030D-6E8A-4147-A177-3AD203B41FA5}">
                      <a16:colId xmlns:a16="http://schemas.microsoft.com/office/drawing/2014/main" val="3425940787"/>
                    </a:ext>
                  </a:extLst>
                </a:gridCol>
                <a:gridCol w="422892">
                  <a:extLst>
                    <a:ext uri="{9D8B030D-6E8A-4147-A177-3AD203B41FA5}">
                      <a16:colId xmlns:a16="http://schemas.microsoft.com/office/drawing/2014/main" val="1637247667"/>
                    </a:ext>
                  </a:extLst>
                </a:gridCol>
                <a:gridCol w="422892">
                  <a:extLst>
                    <a:ext uri="{9D8B030D-6E8A-4147-A177-3AD203B41FA5}">
                      <a16:colId xmlns:a16="http://schemas.microsoft.com/office/drawing/2014/main" val="1302578699"/>
                    </a:ext>
                  </a:extLst>
                </a:gridCol>
                <a:gridCol w="139144">
                  <a:extLst>
                    <a:ext uri="{9D8B030D-6E8A-4147-A177-3AD203B41FA5}">
                      <a16:colId xmlns:a16="http://schemas.microsoft.com/office/drawing/2014/main" val="459728002"/>
                    </a:ext>
                  </a:extLst>
                </a:gridCol>
                <a:gridCol w="139144">
                  <a:extLst>
                    <a:ext uri="{9D8B030D-6E8A-4147-A177-3AD203B41FA5}">
                      <a16:colId xmlns:a16="http://schemas.microsoft.com/office/drawing/2014/main" val="1595111987"/>
                    </a:ext>
                  </a:extLst>
                </a:gridCol>
                <a:gridCol w="139144">
                  <a:extLst>
                    <a:ext uri="{9D8B030D-6E8A-4147-A177-3AD203B41FA5}">
                      <a16:colId xmlns:a16="http://schemas.microsoft.com/office/drawing/2014/main" val="3640100674"/>
                    </a:ext>
                  </a:extLst>
                </a:gridCol>
                <a:gridCol w="139144">
                  <a:extLst>
                    <a:ext uri="{9D8B030D-6E8A-4147-A177-3AD203B41FA5}">
                      <a16:colId xmlns:a16="http://schemas.microsoft.com/office/drawing/2014/main" val="3790965364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300725441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3722565191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72202846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959902421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21911206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566822468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3269511542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768333863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1952317971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559423263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4104805019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561647846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516158008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849964412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72601530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1524929065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1417721030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174020204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1442477311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290628307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148717624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430866310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441323181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363267867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3865392797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09053249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1145307221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4168771965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2214228367"/>
                    </a:ext>
                  </a:extLst>
                </a:gridCol>
                <a:gridCol w="121750">
                  <a:extLst>
                    <a:ext uri="{9D8B030D-6E8A-4147-A177-3AD203B41FA5}">
                      <a16:colId xmlns:a16="http://schemas.microsoft.com/office/drawing/2014/main" val="617258481"/>
                    </a:ext>
                  </a:extLst>
                </a:gridCol>
              </a:tblGrid>
              <a:tr h="148527"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S24'25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1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S25'26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164329"/>
                  </a:ext>
                </a:extLst>
              </a:tr>
              <a:tr h="158429"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ABR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65595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ID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Categoria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Spend </a:t>
                      </a:r>
                    </a:p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S24'25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Aprovação </a:t>
                      </a:r>
                    </a:p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Comitê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Contrato Vigente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Vigência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Início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Término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pt-BR" sz="6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Término Revisado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400" b="0" i="0" u="none" strike="noStrike" dirty="0">
                          <a:solidFill>
                            <a:srgbClr val="595959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7008186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Tubo Pré Ar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R$ 11,69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19/02/2024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Iniciado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23-jan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31-mar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6401480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Chapa Carbono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R$ 33,79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05/02/2024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Iniciado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14-fev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31-mar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145932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Longos Carbono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R$ 15,46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16/02/2024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Parcial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1-set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Iniciado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14-fev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31-mar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745378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Chapa Inox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R$ 18,81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16/05/2024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Não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Iniciado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14-fev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31-mar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3-jun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933816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Tubos Inox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R$ 21,91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04/09/2024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Parcial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1-set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Iniciado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14-fev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23-jun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636306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Barras Alta Dureza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R$ 4,45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06/05/2024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Iniciado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21-fev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685065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Chapas Alta Dureza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R$ 1,93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06/05/2024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Iniciado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21-fev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74251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Tubos Carbono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R$ 24,46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01/07/2024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Parcial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Iniciado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21-fev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23-jun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600025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Conexões Inox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R$ 4,62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16/08/2024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14-abr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550306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Longos Inox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R$ 2,35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13/08/2024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14-abr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775216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Conexões Carbono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R$ 5,58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10/07/2024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14-abr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6846007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Flanges Carbono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R$ 3,29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10/07/2024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14-abr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21-jul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758157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Bucha de Bronze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R$ 0,99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13/08/2024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2880139"/>
                  </a:ext>
                </a:extLst>
              </a:tr>
              <a:tr h="14852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Diversos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R$ 0,69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06/09/2024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Sim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6-set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619368"/>
                  </a:ext>
                </a:extLst>
              </a:tr>
              <a:tr h="15842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Arames metálicos</a:t>
                      </a:r>
                    </a:p>
                  </a:txBody>
                  <a:tcPr marL="3600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R$ 0,43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12/11/2024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30-jun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iniciar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5-mai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18-ago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BEBEB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10825"/>
                  </a:ext>
                </a:extLst>
              </a:tr>
              <a:tr h="198036">
                <a:tc>
                  <a:txBody>
                    <a:bodyPr/>
                    <a:lstStyle/>
                    <a:p>
                      <a:pPr algn="l" fontAlgn="ctr"/>
                      <a:endParaRPr lang="pt-BR" sz="5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R$ 150,44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6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81513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376BD302-4F31-732F-9B39-3F908FAA6805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42D7794-43C0-EB32-8480-605017601AB0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26B2D05-AABC-B9EC-D8A2-CAA96CEC0356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17C68BC-D7A2-C574-5383-B681465F6DA5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C8702A0-610B-46EA-9664-E98B972418D8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1D29AA6-67A4-18EB-A82D-E39F3452B018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AB07016-9D0A-4D5D-B0B4-C38EBB1AE0D0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9" name="object 5">
            <a:extLst>
              <a:ext uri="{FF2B5EF4-FFF2-40B4-BE49-F238E27FC236}">
                <a16:creationId xmlns:a16="http://schemas.microsoft.com/office/drawing/2014/main" id="{7E8DBE30-8A9C-2AFB-0738-E3D7307F52C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5FB4BA4-A2E0-4B07-CE87-F15E96EA1D61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E48A00B4-622F-3A88-58DF-A617CFED74F5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260925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F6379-2195-1284-E34F-C08514B29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8D9F9D32-DD5B-5485-CDBF-E76E15AF26E5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64A8E5D-1FB8-AD8B-8979-7ABFB3BD7AE7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CF1F7A3-F696-9E4F-C7DB-8B69CA008C6E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RISCO E OPERAÇÃO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A74114-1306-9152-0397-DE509A93A0D8}"/>
              </a:ext>
            </a:extLst>
          </p:cNvPr>
          <p:cNvSpPr txBox="1"/>
          <p:nvPr/>
        </p:nvSpPr>
        <p:spPr>
          <a:xfrm rot="16200000">
            <a:off x="-419011" y="3335416"/>
            <a:ext cx="1636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 FINANCEIRO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5A0F399-A928-8BE4-C9DE-76FF0A644315}"/>
              </a:ext>
            </a:extLst>
          </p:cNvPr>
          <p:cNvSpPr txBox="1"/>
          <p:nvPr/>
        </p:nvSpPr>
        <p:spPr>
          <a:xfrm>
            <a:off x="2512116" y="4735613"/>
            <a:ext cx="17524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DESEMPENHO (INDEX)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9BEA22E6-DE16-A01B-8875-3750ECEEF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658607"/>
              </p:ext>
            </p:extLst>
          </p:nvPr>
        </p:nvGraphicFramePr>
        <p:xfrm>
          <a:off x="4666813" y="3338806"/>
          <a:ext cx="41940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389">
                  <a:extLst>
                    <a:ext uri="{9D8B030D-6E8A-4147-A177-3AD203B41FA5}">
                      <a16:colId xmlns:a16="http://schemas.microsoft.com/office/drawing/2014/main" val="2368499405"/>
                    </a:ext>
                  </a:extLst>
                </a:gridCol>
                <a:gridCol w="534217">
                  <a:extLst>
                    <a:ext uri="{9D8B030D-6E8A-4147-A177-3AD203B41FA5}">
                      <a16:colId xmlns:a16="http://schemas.microsoft.com/office/drawing/2014/main" val="1691002510"/>
                    </a:ext>
                  </a:extLst>
                </a:gridCol>
                <a:gridCol w="714792">
                  <a:extLst>
                    <a:ext uri="{9D8B030D-6E8A-4147-A177-3AD203B41FA5}">
                      <a16:colId xmlns:a16="http://schemas.microsoft.com/office/drawing/2014/main" val="2623967182"/>
                    </a:ext>
                  </a:extLst>
                </a:gridCol>
                <a:gridCol w="592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788">
                <a:tc>
                  <a:txBody>
                    <a:bodyPr/>
                    <a:lstStyle/>
                    <a:p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Status de Homologação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B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C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D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05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TCG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05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Homologação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Pendência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5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Risco Financeiro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Baixo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05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Porte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Micro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Grande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Pequeno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Médio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05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Faturamento Anual (R$MM)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0,5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900,0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1,0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100,0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05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Fornecedor local?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573691"/>
                  </a:ext>
                </a:extLst>
              </a:tr>
              <a:tr h="17305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Xxxxxxxxxxxxxxxxxxxxxx</a:t>
                      </a:r>
                      <a:endParaRPr lang="pt-BR" sz="800" b="0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Xxxxxx</a:t>
                      </a:r>
                      <a:endParaRPr lang="pt-BR" sz="800" dirty="0">
                        <a:solidFill>
                          <a:sysClr val="windowText" lastClr="000000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30778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652E2F9D-97F7-FCDD-96AC-33649DC5EB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850781"/>
              </p:ext>
            </p:extLst>
          </p:nvPr>
        </p:nvGraphicFramePr>
        <p:xfrm>
          <a:off x="344514" y="1739678"/>
          <a:ext cx="3860736" cy="650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881">
                  <a:extLst>
                    <a:ext uri="{9D8B030D-6E8A-4147-A177-3AD203B41FA5}">
                      <a16:colId xmlns:a16="http://schemas.microsoft.com/office/drawing/2014/main" val="3270511582"/>
                    </a:ext>
                  </a:extLst>
                </a:gridCol>
                <a:gridCol w="748337">
                  <a:extLst>
                    <a:ext uri="{9D8B030D-6E8A-4147-A177-3AD203B41FA5}">
                      <a16:colId xmlns:a16="http://schemas.microsoft.com/office/drawing/2014/main" val="3677027780"/>
                    </a:ext>
                  </a:extLst>
                </a:gridCol>
                <a:gridCol w="791099">
                  <a:extLst>
                    <a:ext uri="{9D8B030D-6E8A-4147-A177-3AD203B41FA5}">
                      <a16:colId xmlns:a16="http://schemas.microsoft.com/office/drawing/2014/main" val="1642306748"/>
                    </a:ext>
                  </a:extLst>
                </a:gridCol>
                <a:gridCol w="698447">
                  <a:extLst>
                    <a:ext uri="{9D8B030D-6E8A-4147-A177-3AD203B41FA5}">
                      <a16:colId xmlns:a16="http://schemas.microsoft.com/office/drawing/2014/main" val="933789322"/>
                    </a:ext>
                  </a:extLst>
                </a:gridCol>
                <a:gridCol w="771972">
                  <a:extLst>
                    <a:ext uri="{9D8B030D-6E8A-4147-A177-3AD203B41FA5}">
                      <a16:colId xmlns:a16="http://schemas.microsoft.com/office/drawing/2014/main" val="2274455206"/>
                    </a:ext>
                  </a:extLst>
                </a:gridCol>
              </a:tblGrid>
              <a:tr h="239150">
                <a:tc>
                  <a:txBody>
                    <a:bodyPr/>
                    <a:lstStyle/>
                    <a:p>
                      <a:endParaRPr lang="pt-BR" sz="800" dirty="0">
                        <a:solidFill>
                          <a:schemeClr val="bg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B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C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 D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68589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Index (%)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72%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90%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100%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56751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Custo (R$)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R$ 100 k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R$ 200 k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R$ 300 k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R$ 400 k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557894"/>
                  </a:ext>
                </a:extLst>
              </a:tr>
            </a:tbl>
          </a:graphicData>
        </a:graphic>
      </p:graphicFrame>
      <p:sp>
        <p:nvSpPr>
          <p:cNvPr id="10" name="Retângulo 9">
            <a:extLst>
              <a:ext uri="{FF2B5EF4-FFF2-40B4-BE49-F238E27FC236}">
                <a16:creationId xmlns:a16="http://schemas.microsoft.com/office/drawing/2014/main" id="{AD678045-A52D-0366-85B0-D4E62E72C6E8}"/>
              </a:ext>
            </a:extLst>
          </p:cNvPr>
          <p:cNvSpPr/>
          <p:nvPr/>
        </p:nvSpPr>
        <p:spPr>
          <a:xfrm>
            <a:off x="152559" y="1119623"/>
            <a:ext cx="4332629" cy="388792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9B6522D-2024-0F57-2557-A989A0147D92}"/>
              </a:ext>
            </a:extLst>
          </p:cNvPr>
          <p:cNvSpPr txBox="1"/>
          <p:nvPr/>
        </p:nvSpPr>
        <p:spPr>
          <a:xfrm>
            <a:off x="141260" y="1167193"/>
            <a:ext cx="3033087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1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GANHO FINANCEIRO X DESEMPENHO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761E1AC-E800-923D-102D-DEC3FF92E275}"/>
              </a:ext>
            </a:extLst>
          </p:cNvPr>
          <p:cNvSpPr txBox="1"/>
          <p:nvPr/>
        </p:nvSpPr>
        <p:spPr>
          <a:xfrm>
            <a:off x="4613838" y="1167193"/>
            <a:ext cx="3548306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1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MENOR CENÁRIO X CENÁRIO PROPOSTO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5D42A0F-21DD-57C8-3B5F-865908021250}"/>
              </a:ext>
            </a:extLst>
          </p:cNvPr>
          <p:cNvSpPr/>
          <p:nvPr/>
        </p:nvSpPr>
        <p:spPr>
          <a:xfrm>
            <a:off x="4573370" y="1119623"/>
            <a:ext cx="4380916" cy="388792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pt-BR" sz="1350" dirty="0">
              <a:solidFill>
                <a:prstClr val="white"/>
              </a:solidFill>
              <a:latin typeface="Suzano Text" panose="020F0502020204030204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BD6A5543-CBDE-4540-9690-8DDAB5EC7A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1499075"/>
              </p:ext>
            </p:extLst>
          </p:nvPr>
        </p:nvGraphicFramePr>
        <p:xfrm>
          <a:off x="394406" y="2395397"/>
          <a:ext cx="4194030" cy="2350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8E5E13B1-A624-53CD-3864-BFAEBFF6A128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6CBD23B-4D78-B695-50E1-6938400D2004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34D910-9BBF-CBAD-34C6-4C87C940FA39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B8D17E3-8409-48C7-C1C1-2BF01540CBEF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3C1B903-ABA3-3FB1-0BBC-D517A72151A1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7CFC000-CAC7-8400-EF88-19DB82857813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33566BD-2CC1-982E-B544-937AA31B3C41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7" name="object 5">
            <a:extLst>
              <a:ext uri="{FF2B5EF4-FFF2-40B4-BE49-F238E27FC236}">
                <a16:creationId xmlns:a16="http://schemas.microsoft.com/office/drawing/2014/main" id="{014F6625-780A-8C7B-319C-FC64FAC0B72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4D8508CB-472A-D45F-8D57-B2F7C245C047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83028D1-FB12-A942-9880-F14555D10319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F868A43F-1265-7742-0B32-A348896237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457034"/>
              </p:ext>
            </p:extLst>
          </p:nvPr>
        </p:nvGraphicFramePr>
        <p:xfrm>
          <a:off x="4496487" y="1430633"/>
          <a:ext cx="2203451" cy="1920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6014D1DA-BEA4-42BD-65D6-DEAE565BC4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0624530"/>
              </p:ext>
            </p:extLst>
          </p:nvPr>
        </p:nvGraphicFramePr>
        <p:xfrm>
          <a:off x="6880954" y="1430633"/>
          <a:ext cx="2203200" cy="192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7495184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FBA54-0729-22D7-82EF-4DFB5878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D15B0DB-276A-FC08-7791-1FDB2B003582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1A649D2-4C56-475C-80AE-4EA201892887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1D41518-6C41-880B-BF08-EEB357CC83C8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GESTÃO ALOJAMENTOS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81AB1E41-0D0D-251C-F846-448502555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774342"/>
              </p:ext>
            </p:extLst>
          </p:nvPr>
        </p:nvGraphicFramePr>
        <p:xfrm>
          <a:off x="169337" y="1111952"/>
          <a:ext cx="8778720" cy="3837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144">
                  <a:extLst>
                    <a:ext uri="{9D8B030D-6E8A-4147-A177-3AD203B41FA5}">
                      <a16:colId xmlns:a16="http://schemas.microsoft.com/office/drawing/2014/main" val="3103653564"/>
                    </a:ext>
                  </a:extLst>
                </a:gridCol>
                <a:gridCol w="1196644">
                  <a:extLst>
                    <a:ext uri="{9D8B030D-6E8A-4147-A177-3AD203B41FA5}">
                      <a16:colId xmlns:a16="http://schemas.microsoft.com/office/drawing/2014/main" val="3121959324"/>
                    </a:ext>
                  </a:extLst>
                </a:gridCol>
                <a:gridCol w="1196644">
                  <a:extLst>
                    <a:ext uri="{9D8B030D-6E8A-4147-A177-3AD203B41FA5}">
                      <a16:colId xmlns:a16="http://schemas.microsoft.com/office/drawing/2014/main" val="2950820783"/>
                    </a:ext>
                  </a:extLst>
                </a:gridCol>
                <a:gridCol w="1196644">
                  <a:extLst>
                    <a:ext uri="{9D8B030D-6E8A-4147-A177-3AD203B41FA5}">
                      <a16:colId xmlns:a16="http://schemas.microsoft.com/office/drawing/2014/main" val="300083244"/>
                    </a:ext>
                  </a:extLst>
                </a:gridCol>
                <a:gridCol w="1196644">
                  <a:extLst>
                    <a:ext uri="{9D8B030D-6E8A-4147-A177-3AD203B41FA5}">
                      <a16:colId xmlns:a16="http://schemas.microsoft.com/office/drawing/2014/main" val="1013662026"/>
                    </a:ext>
                  </a:extLst>
                </a:gridCol>
              </a:tblGrid>
              <a:tr h="296115">
                <a:tc>
                  <a:txBody>
                    <a:bodyPr/>
                    <a:lstStyle/>
                    <a:p>
                      <a:pPr algn="ctr"/>
                      <a:endParaRPr lang="pt-BR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</a:t>
                      </a:r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</a:t>
                      </a:r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</a:t>
                      </a:r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</a:t>
                      </a:r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721793"/>
                  </a:ext>
                </a:extLst>
              </a:tr>
              <a:tr h="603399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1) Fornecedor utilizará de alojamentos para hospedagem da equipe no momento da prestação do serviço? (hotéis, pousadas ou residências)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067073"/>
                  </a:ext>
                </a:extLst>
              </a:tr>
              <a:tr h="58402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2) Informar a data em que o documento de Diretrizes para Alojamentos foi disponibilizado ao fornecedor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XX_XX_XX</a:t>
                      </a:r>
                    </a:p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XX_XX_XX</a:t>
                      </a:r>
                    </a:p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XX_XX_XX</a:t>
                      </a:r>
                    </a:p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XX_XX_XX</a:t>
                      </a:r>
                    </a:p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766383"/>
                  </a:ext>
                </a:extLst>
              </a:tr>
              <a:tr h="58402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3) Qual o valor por colaborador/mês que será destinado para a hospedagem/alojamento?  SHOULD COST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XXXX,XX /mês por colaborador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XXXX,XX /mês por colaborador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XXXX,XX /mês por colaborador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R$ XXXX,XX /mês por colaborador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726336"/>
                  </a:ext>
                </a:extLst>
              </a:tr>
              <a:tr h="58402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4) Qual o número de colaboradores atuarão na prestação do serviço?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 COLABORADORES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 COLABORADORES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 COLABORADORES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 COLABORADORES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249506"/>
                  </a:ext>
                </a:extLst>
              </a:tr>
              <a:tr h="584027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5) Fornecedor já possui TCG 10 assinado? Se não, o contrato específico contempla a cláusula específica de alojamentos?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231888"/>
                  </a:ext>
                </a:extLst>
              </a:tr>
              <a:tr h="602083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6) Fornecedor já apresentou historicamente caso grave de alojamentos?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8230764"/>
                  </a:ext>
                </a:extLst>
              </a:tr>
            </a:tbl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4ED4C9B8-4077-87E6-6356-A6B5A4464D6C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9866D9-DCEE-2D9D-CC2D-D87961FE188D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38978EE2-B292-911D-EF02-ADCC47AEC01B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C896BB1-2EB4-93A0-A489-9FBAF4D88484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972FB4C-502B-B811-F4BA-74998910CF49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E4026279-3CBB-140E-036E-B342A6C90D7C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0E7F224-3BD1-7DAF-C702-0AC1BE86FE72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FFA590A4-3C87-8250-DA03-405DBEA227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31EF8AA4-7892-08B6-0761-F7C5D5C86093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DDAA701-437C-4D2C-3562-FC639656FBB8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03711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9EF94-0AEB-889C-D049-1B478E60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376A590-CA44-B545-6BE2-27001438597E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B62B52-FED3-E56D-1E99-A1A19CE03991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13580C3-3DE6-FFF6-7BFB-583E2EF47AED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GESTÃO ALOJAMENTOS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06DCA4A4-A369-CDE9-CE66-DC5586BCE7B7}"/>
              </a:ext>
            </a:extLst>
          </p:cNvPr>
          <p:cNvCxnSpPr/>
          <p:nvPr/>
        </p:nvCxnSpPr>
        <p:spPr>
          <a:xfrm>
            <a:off x="4567149" y="1221972"/>
            <a:ext cx="0" cy="3744313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F7D9DD3-4892-D3A1-8431-64DEFC98F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16481"/>
              </p:ext>
            </p:extLst>
          </p:nvPr>
        </p:nvGraphicFramePr>
        <p:xfrm>
          <a:off x="85569" y="2807111"/>
          <a:ext cx="4379590" cy="823940"/>
        </p:xfrm>
        <a:graphic>
          <a:graphicData uri="http://schemas.openxmlformats.org/drawingml/2006/table">
            <a:tbl>
              <a:tblPr/>
              <a:tblGrid>
                <a:gridCol w="854554">
                  <a:extLst>
                    <a:ext uri="{9D8B030D-6E8A-4147-A177-3AD203B41FA5}">
                      <a16:colId xmlns:a16="http://schemas.microsoft.com/office/drawing/2014/main" val="2012727502"/>
                    </a:ext>
                  </a:extLst>
                </a:gridCol>
                <a:gridCol w="961374">
                  <a:extLst>
                    <a:ext uri="{9D8B030D-6E8A-4147-A177-3AD203B41FA5}">
                      <a16:colId xmlns:a16="http://schemas.microsoft.com/office/drawing/2014/main" val="2877200485"/>
                    </a:ext>
                  </a:extLst>
                </a:gridCol>
                <a:gridCol w="854554">
                  <a:extLst>
                    <a:ext uri="{9D8B030D-6E8A-4147-A177-3AD203B41FA5}">
                      <a16:colId xmlns:a16="http://schemas.microsoft.com/office/drawing/2014/main" val="3665831960"/>
                    </a:ext>
                  </a:extLst>
                </a:gridCol>
                <a:gridCol w="854554">
                  <a:extLst>
                    <a:ext uri="{9D8B030D-6E8A-4147-A177-3AD203B41FA5}">
                      <a16:colId xmlns:a16="http://schemas.microsoft.com/office/drawing/2014/main" val="3227987010"/>
                    </a:ext>
                  </a:extLst>
                </a:gridCol>
                <a:gridCol w="854554">
                  <a:extLst>
                    <a:ext uri="{9D8B030D-6E8A-4147-A177-3AD203B41FA5}">
                      <a16:colId xmlns:a16="http://schemas.microsoft.com/office/drawing/2014/main" val="2921885263"/>
                    </a:ext>
                  </a:extLst>
                </a:gridCol>
              </a:tblGrid>
              <a:tr h="30355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Polo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Caldeireiro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Soldador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Ajudante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482626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CENTRO SUL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753598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LESTE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6498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OESTE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27309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BE57E3F2-37FA-EE77-DAC2-BBDE0B796F2C}"/>
              </a:ext>
            </a:extLst>
          </p:cNvPr>
          <p:cNvSpPr txBox="1"/>
          <p:nvPr/>
        </p:nvSpPr>
        <p:spPr>
          <a:xfrm>
            <a:off x="-1" y="1250455"/>
            <a:ext cx="1394085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pt-BR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ALOJAMENTOS</a:t>
            </a:r>
            <a:r>
              <a:rPr lang="pt-BR" sz="1200" dirty="0">
                <a:solidFill>
                  <a:schemeClr val="bg1"/>
                </a:solidFill>
                <a:highlight>
                  <a:srgbClr val="1932C8"/>
                </a:highlight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7880A85-60DD-66CB-A7B5-80FD2A6F8BDF}"/>
              </a:ext>
            </a:extLst>
          </p:cNvPr>
          <p:cNvSpPr txBox="1"/>
          <p:nvPr/>
        </p:nvSpPr>
        <p:spPr>
          <a:xfrm>
            <a:off x="0" y="2571902"/>
            <a:ext cx="1469036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pt-BR"/>
            </a:defPPr>
            <a:lvl1pPr>
              <a:defRPr sz="12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BR" dirty="0"/>
              <a:t>HC POR POLO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D87F0A4-CE38-A711-8E21-53BEC49FD3B9}"/>
              </a:ext>
            </a:extLst>
          </p:cNvPr>
          <p:cNvSpPr txBox="1"/>
          <p:nvPr/>
        </p:nvSpPr>
        <p:spPr>
          <a:xfrm>
            <a:off x="4571628" y="1250455"/>
            <a:ext cx="178420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pt-BR"/>
            </a:defPPr>
            <a:lvl1pPr>
              <a:defRPr sz="12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BR" dirty="0"/>
              <a:t>HC POR FORN</a:t>
            </a:r>
          </a:p>
        </p:txBody>
      </p:sp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38B61310-DA50-DE08-62B1-747567171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61532"/>
              </p:ext>
            </p:extLst>
          </p:nvPr>
        </p:nvGraphicFramePr>
        <p:xfrm>
          <a:off x="85569" y="1485664"/>
          <a:ext cx="4379589" cy="997401"/>
        </p:xfrm>
        <a:graphic>
          <a:graphicData uri="http://schemas.openxmlformats.org/drawingml/2006/table">
            <a:tbl>
              <a:tblPr/>
              <a:tblGrid>
                <a:gridCol w="614679">
                  <a:extLst>
                    <a:ext uri="{9D8B030D-6E8A-4147-A177-3AD203B41FA5}">
                      <a16:colId xmlns:a16="http://schemas.microsoft.com/office/drawing/2014/main" val="2012727502"/>
                    </a:ext>
                  </a:extLst>
                </a:gridCol>
                <a:gridCol w="691515">
                  <a:extLst>
                    <a:ext uri="{9D8B030D-6E8A-4147-A177-3AD203B41FA5}">
                      <a16:colId xmlns:a16="http://schemas.microsoft.com/office/drawing/2014/main" val="2877200485"/>
                    </a:ext>
                  </a:extLst>
                </a:gridCol>
                <a:gridCol w="614679">
                  <a:extLst>
                    <a:ext uri="{9D8B030D-6E8A-4147-A177-3AD203B41FA5}">
                      <a16:colId xmlns:a16="http://schemas.microsoft.com/office/drawing/2014/main" val="3665831960"/>
                    </a:ext>
                  </a:extLst>
                </a:gridCol>
                <a:gridCol w="614679">
                  <a:extLst>
                    <a:ext uri="{9D8B030D-6E8A-4147-A177-3AD203B41FA5}">
                      <a16:colId xmlns:a16="http://schemas.microsoft.com/office/drawing/2014/main" val="3227987010"/>
                    </a:ext>
                  </a:extLst>
                </a:gridCol>
                <a:gridCol w="614679">
                  <a:extLst>
                    <a:ext uri="{9D8B030D-6E8A-4147-A177-3AD203B41FA5}">
                      <a16:colId xmlns:a16="http://schemas.microsoft.com/office/drawing/2014/main" val="2921885263"/>
                    </a:ext>
                  </a:extLst>
                </a:gridCol>
                <a:gridCol w="614679">
                  <a:extLst>
                    <a:ext uri="{9D8B030D-6E8A-4147-A177-3AD203B41FA5}">
                      <a16:colId xmlns:a16="http://schemas.microsoft.com/office/drawing/2014/main" val="1671316412"/>
                    </a:ext>
                  </a:extLst>
                </a:gridCol>
                <a:gridCol w="614679">
                  <a:extLst>
                    <a:ext uri="{9D8B030D-6E8A-4147-A177-3AD203B41FA5}">
                      <a16:colId xmlns:a16="http://schemas.microsoft.com/office/drawing/2014/main" val="575042443"/>
                    </a:ext>
                  </a:extLst>
                </a:gridCol>
              </a:tblGrid>
              <a:tr h="30355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Polo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Caldeireiro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Soldador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Ajudante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Total 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(MM/R$)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Alojamentos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(Teóricos)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482626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Casa Aluguel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415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431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426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1272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R$ 1,37 MM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182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753598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Casa Própria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21,2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6498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Hotel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308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R$ 0,63 MM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-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27309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Pensão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R$ 0,03 MM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121,2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83590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15AD2EBC-3CED-37AA-6092-808E4A3FD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94719"/>
              </p:ext>
            </p:extLst>
          </p:nvPr>
        </p:nvGraphicFramePr>
        <p:xfrm>
          <a:off x="94233" y="4013152"/>
          <a:ext cx="4379590" cy="823940"/>
        </p:xfrm>
        <a:graphic>
          <a:graphicData uri="http://schemas.openxmlformats.org/drawingml/2006/table">
            <a:tbl>
              <a:tblPr/>
              <a:tblGrid>
                <a:gridCol w="854554">
                  <a:extLst>
                    <a:ext uri="{9D8B030D-6E8A-4147-A177-3AD203B41FA5}">
                      <a16:colId xmlns:a16="http://schemas.microsoft.com/office/drawing/2014/main" val="2012727502"/>
                    </a:ext>
                  </a:extLst>
                </a:gridCol>
                <a:gridCol w="961374">
                  <a:extLst>
                    <a:ext uri="{9D8B030D-6E8A-4147-A177-3AD203B41FA5}">
                      <a16:colId xmlns:a16="http://schemas.microsoft.com/office/drawing/2014/main" val="2877200485"/>
                    </a:ext>
                  </a:extLst>
                </a:gridCol>
                <a:gridCol w="854554">
                  <a:extLst>
                    <a:ext uri="{9D8B030D-6E8A-4147-A177-3AD203B41FA5}">
                      <a16:colId xmlns:a16="http://schemas.microsoft.com/office/drawing/2014/main" val="3665831960"/>
                    </a:ext>
                  </a:extLst>
                </a:gridCol>
                <a:gridCol w="854554">
                  <a:extLst>
                    <a:ext uri="{9D8B030D-6E8A-4147-A177-3AD203B41FA5}">
                      <a16:colId xmlns:a16="http://schemas.microsoft.com/office/drawing/2014/main" val="3227987010"/>
                    </a:ext>
                  </a:extLst>
                </a:gridCol>
                <a:gridCol w="854554">
                  <a:extLst>
                    <a:ext uri="{9D8B030D-6E8A-4147-A177-3AD203B41FA5}">
                      <a16:colId xmlns:a16="http://schemas.microsoft.com/office/drawing/2014/main" val="2921885263"/>
                    </a:ext>
                  </a:extLst>
                </a:gridCol>
              </a:tblGrid>
              <a:tr h="30355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Polo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Caldeireiro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Soldador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Ajudante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482626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CENTRO SUL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334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950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753598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LESTE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242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261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271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774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6498"/>
                  </a:ext>
                </a:extLst>
              </a:tr>
              <a:tr h="173461">
                <a:tc>
                  <a:txBody>
                    <a:bodyPr/>
                    <a:lstStyle/>
                    <a:p>
                      <a:pPr algn="l" fontAlgn="b"/>
                      <a:r>
                        <a:rPr lang="pt-B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OESTE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181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192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541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27309"/>
                  </a:ext>
                </a:extLst>
              </a:tr>
            </a:tbl>
          </a:graphicData>
        </a:graphic>
      </p:graphicFrame>
      <p:sp>
        <p:nvSpPr>
          <p:cNvPr id="22" name="CaixaDeTexto 21">
            <a:extLst>
              <a:ext uri="{FF2B5EF4-FFF2-40B4-BE49-F238E27FC236}">
                <a16:creationId xmlns:a16="http://schemas.microsoft.com/office/drawing/2014/main" id="{5A31C415-4CFA-BCF1-5263-7C896BBA3091}"/>
              </a:ext>
            </a:extLst>
          </p:cNvPr>
          <p:cNvSpPr txBox="1"/>
          <p:nvPr/>
        </p:nvSpPr>
        <p:spPr>
          <a:xfrm>
            <a:off x="7257" y="3770687"/>
            <a:ext cx="1927907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pt-BR"/>
            </a:defPPr>
            <a:lvl1pPr>
              <a:defRPr sz="12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pt-BR" dirty="0"/>
              <a:t>HC ZZZZZZZZZZZZ</a:t>
            </a:r>
          </a:p>
        </p:txBody>
      </p:sp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386BDE79-6017-7985-714E-AC8923F39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759162"/>
              </p:ext>
            </p:extLst>
          </p:nvPr>
        </p:nvGraphicFramePr>
        <p:xfrm>
          <a:off x="4656289" y="1485665"/>
          <a:ext cx="2159998" cy="3351436"/>
        </p:xfrm>
        <a:graphic>
          <a:graphicData uri="http://schemas.openxmlformats.org/drawingml/2006/table">
            <a:tbl>
              <a:tblPr/>
              <a:tblGrid>
                <a:gridCol w="421463">
                  <a:extLst>
                    <a:ext uri="{9D8B030D-6E8A-4147-A177-3AD203B41FA5}">
                      <a16:colId xmlns:a16="http://schemas.microsoft.com/office/drawing/2014/main" val="2012727502"/>
                    </a:ext>
                  </a:extLst>
                </a:gridCol>
                <a:gridCol w="474146">
                  <a:extLst>
                    <a:ext uri="{9D8B030D-6E8A-4147-A177-3AD203B41FA5}">
                      <a16:colId xmlns:a16="http://schemas.microsoft.com/office/drawing/2014/main" val="2877200485"/>
                    </a:ext>
                  </a:extLst>
                </a:gridCol>
                <a:gridCol w="421463">
                  <a:extLst>
                    <a:ext uri="{9D8B030D-6E8A-4147-A177-3AD203B41FA5}">
                      <a16:colId xmlns:a16="http://schemas.microsoft.com/office/drawing/2014/main" val="3665831960"/>
                    </a:ext>
                  </a:extLst>
                </a:gridCol>
                <a:gridCol w="421463">
                  <a:extLst>
                    <a:ext uri="{9D8B030D-6E8A-4147-A177-3AD203B41FA5}">
                      <a16:colId xmlns:a16="http://schemas.microsoft.com/office/drawing/2014/main" val="3227987010"/>
                    </a:ext>
                  </a:extLst>
                </a:gridCol>
                <a:gridCol w="421463">
                  <a:extLst>
                    <a:ext uri="{9D8B030D-6E8A-4147-A177-3AD203B41FA5}">
                      <a16:colId xmlns:a16="http://schemas.microsoft.com/office/drawing/2014/main" val="2921885263"/>
                    </a:ext>
                  </a:extLst>
                </a:gridCol>
              </a:tblGrid>
              <a:tr h="2969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Fornecedor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Caldeireiro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Soldador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Ajudante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482626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753598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6498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27309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553342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26249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039837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783164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347940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714021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4775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331199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628654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556091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226800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515666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65320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46573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162291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F3AE1FBD-F072-9AC2-919F-15DCC041C8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639448"/>
              </p:ext>
            </p:extLst>
          </p:nvPr>
        </p:nvGraphicFramePr>
        <p:xfrm>
          <a:off x="6904190" y="1485665"/>
          <a:ext cx="2159999" cy="3351436"/>
        </p:xfrm>
        <a:graphic>
          <a:graphicData uri="http://schemas.openxmlformats.org/drawingml/2006/table">
            <a:tbl>
              <a:tblPr/>
              <a:tblGrid>
                <a:gridCol w="421463">
                  <a:extLst>
                    <a:ext uri="{9D8B030D-6E8A-4147-A177-3AD203B41FA5}">
                      <a16:colId xmlns:a16="http://schemas.microsoft.com/office/drawing/2014/main" val="2012727502"/>
                    </a:ext>
                  </a:extLst>
                </a:gridCol>
                <a:gridCol w="474147">
                  <a:extLst>
                    <a:ext uri="{9D8B030D-6E8A-4147-A177-3AD203B41FA5}">
                      <a16:colId xmlns:a16="http://schemas.microsoft.com/office/drawing/2014/main" val="2877200485"/>
                    </a:ext>
                  </a:extLst>
                </a:gridCol>
                <a:gridCol w="421463">
                  <a:extLst>
                    <a:ext uri="{9D8B030D-6E8A-4147-A177-3AD203B41FA5}">
                      <a16:colId xmlns:a16="http://schemas.microsoft.com/office/drawing/2014/main" val="3665831960"/>
                    </a:ext>
                  </a:extLst>
                </a:gridCol>
                <a:gridCol w="421463">
                  <a:extLst>
                    <a:ext uri="{9D8B030D-6E8A-4147-A177-3AD203B41FA5}">
                      <a16:colId xmlns:a16="http://schemas.microsoft.com/office/drawing/2014/main" val="3227987010"/>
                    </a:ext>
                  </a:extLst>
                </a:gridCol>
                <a:gridCol w="421463">
                  <a:extLst>
                    <a:ext uri="{9D8B030D-6E8A-4147-A177-3AD203B41FA5}">
                      <a16:colId xmlns:a16="http://schemas.microsoft.com/office/drawing/2014/main" val="2921885263"/>
                    </a:ext>
                  </a:extLst>
                </a:gridCol>
              </a:tblGrid>
              <a:tr h="29696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Fornecedor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Caldeireiro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Soldador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 Ajudante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5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482626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5753598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26498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6327309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4553342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2026249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2039837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783164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347940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7714021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4775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4331199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628654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556091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226800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3515666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65320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46573"/>
                  </a:ext>
                </a:extLst>
              </a:tr>
              <a:tr h="169693">
                <a:tc>
                  <a:txBody>
                    <a:bodyPr/>
                    <a:lstStyle/>
                    <a:p>
                      <a:pPr algn="l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 AAAAAAAAAAA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4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XXX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162291"/>
                  </a:ext>
                </a:extLst>
              </a:tr>
            </a:tbl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B27FDF50-4830-C407-CB03-C2FF1C030FBA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99EE867-C954-1678-7CF1-612C1689BE69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F07BDC9F-B391-1762-6AEE-F20280FF92B5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A7F1D864-A92A-3D14-E08C-461C1F0A859C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8AD5C8A-8012-2F2F-DBA4-A80F7BB349EF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E670CBA-F7B4-67A8-ADC5-A03EF1E25353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DF75526-4A76-056A-9480-6C44BB2060A8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31" name="object 5">
            <a:extLst>
              <a:ext uri="{FF2B5EF4-FFF2-40B4-BE49-F238E27FC236}">
                <a16:creationId xmlns:a16="http://schemas.microsoft.com/office/drawing/2014/main" id="{0EE7FB9A-82E0-C06C-3F06-2808BC70F6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CE796C54-5A78-BF5A-FD6F-248DB2CEE881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88B24AE7-2D07-5CD7-2B12-32C9BD3B68DE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20324380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599A-FCF2-8C21-B36A-0DC9CF82D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18787EA-D6F2-81F8-9FC5-FA81FAF176A3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D784587-A9CD-D768-F50E-1F8855F69BA9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50DC953-8CB5-E4CE-DD9C-27B232041923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GESTÃO SUBCONTRATAÇÃO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151915C-B108-29F1-2CBE-6A19D8FD6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857792"/>
              </p:ext>
            </p:extLst>
          </p:nvPr>
        </p:nvGraphicFramePr>
        <p:xfrm>
          <a:off x="169337" y="1111952"/>
          <a:ext cx="8778720" cy="39168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144">
                  <a:extLst>
                    <a:ext uri="{9D8B030D-6E8A-4147-A177-3AD203B41FA5}">
                      <a16:colId xmlns:a16="http://schemas.microsoft.com/office/drawing/2014/main" val="3103653564"/>
                    </a:ext>
                  </a:extLst>
                </a:gridCol>
                <a:gridCol w="1196644">
                  <a:extLst>
                    <a:ext uri="{9D8B030D-6E8A-4147-A177-3AD203B41FA5}">
                      <a16:colId xmlns:a16="http://schemas.microsoft.com/office/drawing/2014/main" val="3121959324"/>
                    </a:ext>
                  </a:extLst>
                </a:gridCol>
                <a:gridCol w="1196644">
                  <a:extLst>
                    <a:ext uri="{9D8B030D-6E8A-4147-A177-3AD203B41FA5}">
                      <a16:colId xmlns:a16="http://schemas.microsoft.com/office/drawing/2014/main" val="2950820783"/>
                    </a:ext>
                  </a:extLst>
                </a:gridCol>
                <a:gridCol w="1196644">
                  <a:extLst>
                    <a:ext uri="{9D8B030D-6E8A-4147-A177-3AD203B41FA5}">
                      <a16:colId xmlns:a16="http://schemas.microsoft.com/office/drawing/2014/main" val="300083244"/>
                    </a:ext>
                  </a:extLst>
                </a:gridCol>
                <a:gridCol w="1196644">
                  <a:extLst>
                    <a:ext uri="{9D8B030D-6E8A-4147-A177-3AD203B41FA5}">
                      <a16:colId xmlns:a16="http://schemas.microsoft.com/office/drawing/2014/main" val="1013662026"/>
                    </a:ext>
                  </a:extLst>
                </a:gridCol>
              </a:tblGrid>
              <a:tr h="262304">
                <a:tc>
                  <a:txBody>
                    <a:bodyPr/>
                    <a:lstStyle/>
                    <a:p>
                      <a:pPr algn="ctr"/>
                      <a:endParaRPr lang="pt-BR" sz="800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</a:t>
                      </a:r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</a:t>
                      </a:r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B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</a:t>
                      </a:r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err="1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</a:t>
                      </a:r>
                      <a:r>
                        <a:rPr lang="pt-BR" sz="80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D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721793"/>
                  </a:ext>
                </a:extLst>
              </a:tr>
              <a:tr h="534502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1) Fornecedor utilizará de subcontratação na realização dos serviços?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067073"/>
                  </a:ext>
                </a:extLst>
              </a:tr>
              <a:tr h="517342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2) Qual a natureza da subcontratação? 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SERVIÇOS DE CALDEIRARIA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SERVIÇOS CONTRUÇÃO CIVIL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INSPEÇÃO E  </a:t>
                      </a:r>
                    </a:p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RAIO X IN LOCO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ENCARREGADO DE OBRA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766383"/>
                  </a:ext>
                </a:extLst>
              </a:tr>
              <a:tr h="517342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3) Qual o tipo da subcontratação?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CNPJ /  PJ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CNPJ /  PJ</a:t>
                      </a:r>
                      <a:endParaRPr kumimoji="0" lang="pt-B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CNPJ /  PJ</a:t>
                      </a:r>
                      <a:endParaRPr kumimoji="0" lang="pt-B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CNPJ /  PJ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932769"/>
                  </a:ext>
                </a:extLst>
              </a:tr>
              <a:tr h="517342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3) Qual o RATING do Screening da Empresa Subcontratada?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/ B / C / D / 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/ B / C / D / E</a:t>
                      </a:r>
                      <a:endParaRPr kumimoji="0" lang="pt-B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/ B / C / D / E</a:t>
                      </a:r>
                      <a:endParaRPr kumimoji="0" lang="pt-B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highlight>
                            <a:srgbClr val="FFFF00"/>
                          </a:highlight>
                          <a:uLnTx/>
                          <a:uFillTx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 / B / C / D / 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7726336"/>
                  </a:ext>
                </a:extLst>
              </a:tr>
              <a:tr h="517342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4) Bioparque está ciente da necessidade de subcontratação?</a:t>
                      </a:r>
                      <a:endParaRPr lang="pt-BR" sz="800" b="1" dirty="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249506"/>
                  </a:ext>
                </a:extLst>
              </a:tr>
              <a:tr h="517342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5) Fornecedor já possui TCG 10 assinado? Se não, o contrato específico contempla a cláusula específica de Subcontratação?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231888"/>
                  </a:ext>
                </a:extLst>
              </a:tr>
              <a:tr h="533336">
                <a:tc>
                  <a:txBody>
                    <a:bodyPr/>
                    <a:lstStyle/>
                    <a:p>
                      <a:pPr algn="l"/>
                      <a:r>
                        <a:rPr lang="pt-BR" sz="800" b="0" dirty="0">
                          <a:solidFill>
                            <a:schemeClr val="bg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6) Fornecedor já apresentou historicamente algum problema envolvendo operação de subcontratadas?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6E6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>
                          <a:solidFill>
                            <a:sysClr val="windowText" lastClr="000000"/>
                          </a:solidFill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SIM / NÃO / NÃO APLICÁVEL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230764"/>
                  </a:ext>
                </a:extLst>
              </a:tr>
            </a:tbl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83B45DB0-89C6-E59A-4BF1-E89146EAB429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5143CF4-6AB8-BFA6-D481-3FB597BE499A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B2FAF3B-09CD-7CE8-EFE8-04FD2A6DFAD1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8C13B93-6BE1-1DC7-14FA-074C6C63BF87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01B6F9B-748A-4582-FBAD-BC46A9895D9C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2912668-2D3C-AD3E-3A51-C419A5A2EB51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32AD07E-C05D-BD98-95A2-EADD272388E1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4743E3EE-019D-0D2E-1D89-A16BD1257D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571E7347-89BD-1C56-7857-375E955E660F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B98B0279-094F-31C8-287C-AF6C7D13D958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</p:spTree>
    <p:extLst>
      <p:ext uri="{BB962C8B-B14F-4D97-AF65-F5344CB8AC3E}">
        <p14:creationId xmlns:p14="http://schemas.microsoft.com/office/powerpoint/2010/main" val="11838290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C87B-F595-C16F-8CD2-0DD1BCEE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555CCF0-AF3B-A4F6-786F-487BF7A2C6EF}"/>
              </a:ext>
            </a:extLst>
          </p:cNvPr>
          <p:cNvSpPr/>
          <p:nvPr/>
        </p:nvSpPr>
        <p:spPr>
          <a:xfrm>
            <a:off x="0" y="0"/>
            <a:ext cx="9144000" cy="691497"/>
          </a:xfrm>
          <a:prstGeom prst="rect">
            <a:avLst/>
          </a:prstGeom>
          <a:solidFill>
            <a:schemeClr val="bg1">
              <a:lumMod val="8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2EA4838-5210-E0B3-E201-B99D27773B3A}"/>
              </a:ext>
            </a:extLst>
          </p:cNvPr>
          <p:cNvSpPr/>
          <p:nvPr/>
        </p:nvSpPr>
        <p:spPr>
          <a:xfrm>
            <a:off x="0" y="599184"/>
            <a:ext cx="9144000" cy="414194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uzano Text"/>
              <a:ea typeface="+mn-ea"/>
              <a:cs typeface="+mn-cs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54618FE-A39A-DA6C-3889-108C7C6EF0EF}"/>
              </a:ext>
            </a:extLst>
          </p:cNvPr>
          <p:cNvSpPr txBox="1"/>
          <p:nvPr/>
        </p:nvSpPr>
        <p:spPr>
          <a:xfrm>
            <a:off x="94668" y="667782"/>
            <a:ext cx="3471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BC FINANÇAS (ALUGUEL </a:t>
            </a:r>
            <a:r>
              <a:rPr lang="pt-BR" sz="1200" b="1" i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VS</a:t>
            </a:r>
            <a:r>
              <a:rPr lang="pt-BR" sz="12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COMPRA)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6915A9-2917-2380-4017-604EB09DE1B1}"/>
              </a:ext>
            </a:extLst>
          </p:cNvPr>
          <p:cNvSpPr/>
          <p:nvPr/>
        </p:nvSpPr>
        <p:spPr>
          <a:xfrm>
            <a:off x="4563006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CATEGORIA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D5F475F-9779-3B56-1D37-466790C3FF7A}"/>
              </a:ext>
            </a:extLst>
          </p:cNvPr>
          <p:cNvSpPr/>
          <p:nvPr/>
        </p:nvSpPr>
        <p:spPr>
          <a:xfrm>
            <a:off x="5310061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MERCADO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1C24E8B-31CC-39EF-3118-87C800166B49}"/>
              </a:ext>
            </a:extLst>
          </p:cNvPr>
          <p:cNvSpPr/>
          <p:nvPr/>
        </p:nvSpPr>
        <p:spPr>
          <a:xfrm>
            <a:off x="6057116" y="-2982"/>
            <a:ext cx="844608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NEGOCIAÇÃO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44CF838-E6B4-FE73-0287-7D189FFB3E29}"/>
              </a:ext>
            </a:extLst>
          </p:cNvPr>
          <p:cNvSpPr/>
          <p:nvPr/>
        </p:nvSpPr>
        <p:spPr>
          <a:xfrm>
            <a:off x="6880954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ALAVANCAS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9E0A111-62FD-19BA-EF54-4D024DCADD95}"/>
              </a:ext>
            </a:extLst>
          </p:cNvPr>
          <p:cNvSpPr/>
          <p:nvPr/>
        </p:nvSpPr>
        <p:spPr>
          <a:xfrm>
            <a:off x="7628009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GESTÃO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68847E3-F67E-92C6-532A-586A6033A5C8}"/>
              </a:ext>
            </a:extLst>
          </p:cNvPr>
          <p:cNvSpPr/>
          <p:nvPr/>
        </p:nvSpPr>
        <p:spPr>
          <a:xfrm>
            <a:off x="8375063" y="-2982"/>
            <a:ext cx="767825" cy="2603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Tahoma" panose="020B0604030504040204" pitchFamily="34" charset="0"/>
                <a:cs typeface="Segoe UI Light" panose="020B0502040204020203" pitchFamily="34" charset="0"/>
              </a:rPr>
              <a:t>RISCOS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B3BF5B3-7A29-1138-C8D0-FB8369691E60}"/>
              </a:ext>
            </a:extLst>
          </p:cNvPr>
          <p:cNvSpPr txBox="1"/>
          <p:nvPr/>
        </p:nvSpPr>
        <p:spPr>
          <a:xfrm>
            <a:off x="1120000" y="54431"/>
            <a:ext cx="3471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COMITÊ - </a:t>
            </a:r>
            <a:r>
              <a:rPr lang="pt-BR" sz="1400" b="1" dirty="0">
                <a:solidFill>
                  <a:prstClr val="black">
                    <a:lumMod val="65000"/>
                    <a:lumOff val="35000"/>
                  </a:prst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XXX</a:t>
            </a:r>
            <a:r>
              <a:rPr kumimoji="0" lang="pt-B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XXXXXXX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86008894-47A2-7BBC-F24C-02B51AB86E9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373" y="114695"/>
            <a:ext cx="854560" cy="348265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C7ED81DB-8EFB-0A2C-B07F-0874F9C22987}"/>
              </a:ext>
            </a:extLst>
          </p:cNvPr>
          <p:cNvSpPr txBox="1"/>
          <p:nvPr/>
        </p:nvSpPr>
        <p:spPr>
          <a:xfrm>
            <a:off x="1120000" y="269778"/>
            <a:ext cx="34713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marR="0" lvl="0" indent="0" defTabSz="131655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6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marR="0" lvl="0" indent="0" algn="l" defTabSz="6856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SUPRIMENTOS – COORDENAÇÃO – 01/04</a:t>
            </a:r>
            <a:endParaRPr kumimoji="0" lang="pt-BR" sz="9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ED7801C-08E0-AB45-87B9-77F2E6C6F05D}"/>
              </a:ext>
            </a:extLst>
          </p:cNvPr>
          <p:cNvSpPr/>
          <p:nvPr/>
        </p:nvSpPr>
        <p:spPr>
          <a:xfrm>
            <a:off x="3815951" y="-2982"/>
            <a:ext cx="767825" cy="260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83"/>
            <a:r>
              <a:rPr lang="pt-BR" sz="800" dirty="0">
                <a:solidFill>
                  <a:prstClr val="white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ONE PAGE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D27EFB5-BF2B-4B6C-FF01-3C50314CD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625886"/>
              </p:ext>
            </p:extLst>
          </p:nvPr>
        </p:nvGraphicFramePr>
        <p:xfrm>
          <a:off x="289140" y="1290681"/>
          <a:ext cx="5842800" cy="800300"/>
        </p:xfrm>
        <a:graphic>
          <a:graphicData uri="http://schemas.openxmlformats.org/drawingml/2006/table">
            <a:tbl>
              <a:tblPr/>
              <a:tblGrid>
                <a:gridCol w="1728000">
                  <a:extLst>
                    <a:ext uri="{9D8B030D-6E8A-4147-A177-3AD203B41FA5}">
                      <a16:colId xmlns:a16="http://schemas.microsoft.com/office/drawing/2014/main" val="84605212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08552241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4359518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14719009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093810735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Fornecedor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Valor </a:t>
                      </a:r>
                      <a:b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Aquisição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Valor</a:t>
                      </a:r>
                      <a:b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Locação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Operação </a:t>
                      </a:r>
                      <a:b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</a:br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(Anos)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Custo Anual Manuntenção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9571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Thermic</a:t>
                      </a:r>
                    </a:p>
                  </a:txBody>
                  <a:tcPr marL="952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   400.000,00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       9.500,00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       3.600,00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492276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Sirius</a:t>
                      </a:r>
                    </a:p>
                  </a:txBody>
                  <a:tcPr marL="952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   390.000,00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     10.000,00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246181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72C270C4-D574-8D6B-980F-AAC409898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542403"/>
              </p:ext>
            </p:extLst>
          </p:nvPr>
        </p:nvGraphicFramePr>
        <p:xfrm>
          <a:off x="289140" y="2280488"/>
          <a:ext cx="3785400" cy="2340000"/>
        </p:xfrm>
        <a:graphic>
          <a:graphicData uri="http://schemas.openxmlformats.org/drawingml/2006/table">
            <a:tbl>
              <a:tblPr/>
              <a:tblGrid>
                <a:gridCol w="1728000">
                  <a:extLst>
                    <a:ext uri="{9D8B030D-6E8A-4147-A177-3AD203B41FA5}">
                      <a16:colId xmlns:a16="http://schemas.microsoft.com/office/drawing/2014/main" val="2383195048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79104652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13080924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Fornecedor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Sirius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Thermic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2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1652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Tempo Fluxo</a:t>
                      </a:r>
                    </a:p>
                  </a:txBody>
                  <a:tcPr marL="952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47487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 algn="l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57797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Economics</a:t>
                      </a:r>
                    </a:p>
                  </a:txBody>
                  <a:tcPr marL="9525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Compra - Locação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79986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Quantidade Robôs</a:t>
                      </a:r>
                    </a:p>
                  </a:txBody>
                  <a:tcPr marL="9525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7630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Capex (R$)</a:t>
                      </a:r>
                    </a:p>
                  </a:txBody>
                  <a:tcPr marL="9525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   780.000,00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R$    800.000,00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4602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VPL @8,66% (R$)</a:t>
                      </a:r>
                    </a:p>
                  </a:txBody>
                  <a:tcPr marL="9525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-R$    196.415,00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-R$    232.313,00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07412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TIR</a:t>
                      </a:r>
                    </a:p>
                  </a:txBody>
                  <a:tcPr marL="9525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NA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77726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VIR</a:t>
                      </a:r>
                    </a:p>
                  </a:txBody>
                  <a:tcPr marL="9525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-0,25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-0,29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982055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Payback Descontado (Anos)</a:t>
                      </a:r>
                    </a:p>
                  </a:txBody>
                  <a:tcPr marL="9525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5,00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06253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Média EBITDA (R$/ano)</a:t>
                      </a:r>
                    </a:p>
                  </a:txBody>
                  <a:tcPr marL="9525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145.000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136.800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284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89887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>
          <a:extLst>
            <a:ext uri="{FF2B5EF4-FFF2-40B4-BE49-F238E27FC236}">
              <a16:creationId xmlns:a16="http://schemas.microsoft.com/office/drawing/2014/main" id="{268BD15D-28E4-1382-CA73-2C5457ED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67">
            <a:extLst>
              <a:ext uri="{FF2B5EF4-FFF2-40B4-BE49-F238E27FC236}">
                <a16:creationId xmlns:a16="http://schemas.microsoft.com/office/drawing/2014/main" id="{10F8B7AD-8877-0E6F-750E-91B2CAEAE2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83470" y="2023862"/>
            <a:ext cx="2177060" cy="109577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1163D8F-2EC6-D235-4AA3-4D406E02E8D2}"/>
              </a:ext>
            </a:extLst>
          </p:cNvPr>
          <p:cNvSpPr/>
          <p:nvPr/>
        </p:nvSpPr>
        <p:spPr>
          <a:xfrm>
            <a:off x="0" y="4921857"/>
            <a:ext cx="564935" cy="221643"/>
          </a:xfrm>
          <a:prstGeom prst="rect">
            <a:avLst/>
          </a:prstGeom>
          <a:solidFill>
            <a:srgbClr val="1932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BEFC75-672A-16EA-B6FE-7C507CE5E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71633" y="-75203"/>
            <a:ext cx="9492522" cy="529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067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Suzano Novo">
      <a:dk1>
        <a:sysClr val="windowText" lastClr="000000"/>
      </a:dk1>
      <a:lt1>
        <a:sysClr val="window" lastClr="FFFFFF"/>
      </a:lt1>
      <a:dk2>
        <a:srgbClr val="1932C8"/>
      </a:dk2>
      <a:lt2>
        <a:srgbClr val="EBEBEB"/>
      </a:lt2>
      <a:accent1>
        <a:srgbClr val="1932C8"/>
      </a:accent1>
      <a:accent2>
        <a:srgbClr val="00C85A"/>
      </a:accent2>
      <a:accent3>
        <a:srgbClr val="EBEBEB"/>
      </a:accent3>
      <a:accent4>
        <a:srgbClr val="EAEAEA"/>
      </a:accent4>
      <a:accent5>
        <a:srgbClr val="00C85A"/>
      </a:accent5>
      <a:accent6>
        <a:srgbClr val="1932C8"/>
      </a:accent6>
      <a:hlink>
        <a:srgbClr val="1932C8"/>
      </a:hlink>
      <a:folHlink>
        <a:srgbClr val="1932C8"/>
      </a:folHlink>
    </a:clrScheme>
    <a:fontScheme name="Escritório">
      <a:majorFont>
        <a:latin typeface="Suzano T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uzano T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uzano Text"/>
        <a:font script="Hebr" typeface="Suzano Tex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uzano Text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Suzano T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uzano T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uzano Text"/>
        <a:font script="Hebr" typeface="Suzano Tex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uzano Text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Suzano">
    <a:dk1>
      <a:srgbClr val="000000"/>
    </a:dk1>
    <a:lt1>
      <a:sysClr val="window" lastClr="FFFFFF"/>
    </a:lt1>
    <a:dk2>
      <a:srgbClr val="7F7F7F"/>
    </a:dk2>
    <a:lt2>
      <a:srgbClr val="F2F2F2"/>
    </a:lt2>
    <a:accent1>
      <a:srgbClr val="1932C8"/>
    </a:accent1>
    <a:accent2>
      <a:srgbClr val="05C3DE"/>
    </a:accent2>
    <a:accent3>
      <a:srgbClr val="EA368E"/>
    </a:accent3>
    <a:accent4>
      <a:srgbClr val="6E6E6E"/>
    </a:accent4>
    <a:accent5>
      <a:srgbClr val="F47920"/>
    </a:accent5>
    <a:accent6>
      <a:srgbClr val="FDB515"/>
    </a:accent6>
    <a:hlink>
      <a:srgbClr val="F47920"/>
    </a:hlink>
    <a:folHlink>
      <a:srgbClr val="800080"/>
    </a:folHlink>
  </a:clrScheme>
  <a:fontScheme name="Escritório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Suzano Text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7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Suzano Novo">
    <a:dk1>
      <a:sysClr val="windowText" lastClr="000000"/>
    </a:dk1>
    <a:lt1>
      <a:sysClr val="window" lastClr="FFFFFF"/>
    </a:lt1>
    <a:dk2>
      <a:srgbClr val="1932C8"/>
    </a:dk2>
    <a:lt2>
      <a:srgbClr val="EBEBEB"/>
    </a:lt2>
    <a:accent1>
      <a:srgbClr val="1932C8"/>
    </a:accent1>
    <a:accent2>
      <a:srgbClr val="00C85A"/>
    </a:accent2>
    <a:accent3>
      <a:srgbClr val="EBEBEB"/>
    </a:accent3>
    <a:accent4>
      <a:srgbClr val="EAEAEA"/>
    </a:accent4>
    <a:accent5>
      <a:srgbClr val="00C85A"/>
    </a:accent5>
    <a:accent6>
      <a:srgbClr val="1932C8"/>
    </a:accent6>
    <a:hlink>
      <a:srgbClr val="1932C8"/>
    </a:hlink>
    <a:folHlink>
      <a:srgbClr val="1932C8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Suzano Text"/>
      <a:font script="Hebr" typeface="Suzano Text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Suzano Text"/>
      <a:font script="Uigh" typeface="Microsoft Uighur"/>
      <a:font script="Geor" typeface="Sylfaen"/>
      <a:font script="Armn" typeface="Suzano Text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Metadata/LabelInfo.xml><?xml version="1.0" encoding="utf-8"?>
<clbl:labelList xmlns:clbl="http://schemas.microsoft.com/office/2020/mipLabelMetadata">
  <clbl:label id="{0c6b9222-ff7d-4c6e-80fc-d2dead453d3c}" enabled="1" method="Privileged" siteId="{e7c411a6-9013-4967-a5b1-3d08f9edc13e}" removed="0"/>
  <clbl:label id="{a7109315-9727-4adf-97ad-4849bb63edcb}" enabled="0" method="" siteId="{a7109315-9727-4adf-97ad-4849bb63edc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3496</TotalTime>
  <Words>7449</Words>
  <Application>Microsoft Office PowerPoint</Application>
  <PresentationFormat>Apresentação na tela (16:9)</PresentationFormat>
  <Paragraphs>2873</Paragraphs>
  <Slides>39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8" baseType="lpstr">
      <vt:lpstr>ＭＳ Ｐゴシック</vt:lpstr>
      <vt:lpstr>Courier New</vt:lpstr>
      <vt:lpstr>Segoe UI Light</vt:lpstr>
      <vt:lpstr>Segoe UI Semibold</vt:lpstr>
      <vt:lpstr>Selawik Semibold</vt:lpstr>
      <vt:lpstr>Suzano Text</vt:lpstr>
      <vt:lpstr>Tahoma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Hugo Henrique Katsumata</dc:creator>
  <cp:lastModifiedBy>WAGNER DIAS JUNIOR</cp:lastModifiedBy>
  <cp:revision>3</cp:revision>
  <dcterms:created xsi:type="dcterms:W3CDTF">2019-05-11T00:22:45Z</dcterms:created>
  <dcterms:modified xsi:type="dcterms:W3CDTF">2026-08-12T01:26:14Z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6b9222-ff7d-4c6e-80fc-d2dead453d3c_Enabled">
    <vt:lpwstr>true</vt:lpwstr>
  </property>
  <property fmtid="{D5CDD505-2E9C-101B-9397-08002B2CF9AE}" pid="3" name="MSIP_Label_0c6b9222-ff7d-4c6e-80fc-d2dead453d3c_SetDate">
    <vt:lpwstr>2022-08-26T13:01:47Z</vt:lpwstr>
  </property>
  <property fmtid="{D5CDD505-2E9C-101B-9397-08002B2CF9AE}" pid="4" name="MSIP_Label_0c6b9222-ff7d-4c6e-80fc-d2dead453d3c_Method">
    <vt:lpwstr>Privileged</vt:lpwstr>
  </property>
  <property fmtid="{D5CDD505-2E9C-101B-9397-08002B2CF9AE}" pid="5" name="MSIP_Label_0c6b9222-ff7d-4c6e-80fc-d2dead453d3c_Name">
    <vt:lpwstr>Interno</vt:lpwstr>
  </property>
  <property fmtid="{D5CDD505-2E9C-101B-9397-08002B2CF9AE}" pid="6" name="MSIP_Label_0c6b9222-ff7d-4c6e-80fc-d2dead453d3c_SiteId">
    <vt:lpwstr>e7c411a6-9013-4967-a5b1-3d08f9edc13e</vt:lpwstr>
  </property>
  <property fmtid="{D5CDD505-2E9C-101B-9397-08002B2CF9AE}" pid="7" name="MSIP_Label_0c6b9222-ff7d-4c6e-80fc-d2dead453d3c_ActionId">
    <vt:lpwstr>13cd034f-cd6e-4f07-bfc2-a05003c6eea6</vt:lpwstr>
  </property>
  <property fmtid="{D5CDD505-2E9C-101B-9397-08002B2CF9AE}" pid="8" name="MSIP_Label_0c6b9222-ff7d-4c6e-80fc-d2dead453d3c_ContentBits">
    <vt:lpwstr>2</vt:lpwstr>
  </property>
</Properties>
</file>
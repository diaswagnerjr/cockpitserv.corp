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2.xml" ContentType="application/vnd.openxmlformats-officedocument.them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heme/theme3.xml" ContentType="application/vnd.openxmlformats-officedocument.theme+xml"/>
  <Override PartName="/ppt/tags/tag152.xml" ContentType="application/vnd.openxmlformats-officedocument.presentationml.tags+xml"/>
  <Override PartName="/ppt/notesSlides/notesSlide1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2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3.xml" ContentType="application/vnd.openxmlformats-officedocument.presentationml.notesSlide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notesSlides/notesSlide4.xml" ContentType="application/vnd.openxmlformats-officedocument.presentationml.notesSlid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293.xml" ContentType="application/vnd.openxmlformats-officedocument.presentationml.tags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31" r:id="rId5"/>
  </p:sldMasterIdLst>
  <p:notesMasterIdLst>
    <p:notesMasterId r:id="rId14"/>
  </p:notesMasterIdLst>
  <p:sldIdLst>
    <p:sldId id="257" r:id="rId6"/>
    <p:sldId id="264" r:id="rId7"/>
    <p:sldId id="268" r:id="rId8"/>
    <p:sldId id="270" r:id="rId9"/>
    <p:sldId id="2147483647" r:id="rId10"/>
    <p:sldId id="2147483646" r:id="rId11"/>
    <p:sldId id="271" r:id="rId12"/>
    <p:sldId id="259" r:id="rId13"/>
  </p:sldIdLst>
  <p:sldSz cx="12192000" cy="6858000"/>
  <p:notesSz cx="6858000" cy="9144000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FAC6"/>
    <a:srgbClr val="7BFDB3"/>
    <a:srgbClr val="1834C5"/>
    <a:srgbClr val="F2F2F2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992CA-1629-4C11-83AE-B98E876F4755}" v="102" dt="2026-08-12T14:13:28.522"/>
    <p1510:client id="{AB7B2827-88B5-4B3C-AA49-CFDB027F0E10}" v="33796" dt="2026-08-12T18:13:38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61" autoAdjust="0"/>
    <p:restoredTop sz="94660"/>
  </p:normalViewPr>
  <p:slideViewPr>
    <p:cSldViewPr snapToGrid="0">
      <p:cViewPr>
        <p:scale>
          <a:sx n="110" d="100"/>
          <a:sy n="110" d="100"/>
        </p:scale>
        <p:origin x="-1157" y="-1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03684879288437E-2"/>
          <c:y val="0.21587301587301588"/>
          <c:w val="0.93392630241423125"/>
          <c:h val="0.633862433862433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4747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297-4021-BFAE-DAC69A4296AE}"/>
              </c:ext>
            </c:extLst>
          </c:dPt>
          <c:dPt>
            <c:idx val="2"/>
            <c:invertIfNegative val="0"/>
            <c:bubble3D val="0"/>
            <c:spPr>
              <a:solidFill>
                <a:srgbClr val="2D4CE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97-4021-BFAE-DAC69A4296AE}"/>
              </c:ext>
            </c:extLst>
          </c:dPt>
          <c:dLbls>
            <c:dLbl>
              <c:idx val="0"/>
              <c:layout>
                <c:manualLayout>
                  <c:x val="0"/>
                  <c:y val="-0.3830687830687830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297-4021-BFAE-DAC69A4296AE}"/>
                </c:ext>
              </c:extLst>
            </c:dLbl>
            <c:dLbl>
              <c:idx val="2"/>
              <c:layout>
                <c:manualLayout>
                  <c:x val="0"/>
                  <c:y val="-0.3417989417989418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297-4021-BFAE-DAC69A4296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49.7</c:v>
                </c:pt>
                <c:pt idx="1">
                  <c:v>43.300000000000004</c:v>
                </c:pt>
                <c:pt idx="2">
                  <c:v>43.300000000000004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97-4021-BFAE-DAC69A4296AE}"/>
            </c:ext>
          </c:extLst>
        </c:ser>
        <c:ser>
          <c:idx val="1"/>
          <c:order val="1"/>
          <c:spPr>
            <a:solidFill>
              <a:srgbClr val="00B944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4.2328042328042331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297-4021-BFAE-DAC69A4296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6.3999999999999986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97-4021-BFAE-DAC69A429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55669872"/>
        <c:axId val="1"/>
      </c:barChart>
      <c:catAx>
        <c:axId val="1755669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9.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556698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9367088607594938"/>
          <c:y val="0.14365256124721604"/>
          <c:w val="0.41181434599156119"/>
          <c:h val="0.7126948775055679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6.4167585446527022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4-4CAD-A6CF-995F49F545C0}"/>
            </c:ext>
          </c:extLst>
        </c:ser>
        <c:ser>
          <c:idx val="1"/>
          <c:order val="1"/>
          <c:spPr>
            <a:solidFill>
              <a:srgbClr val="0C1A6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5.7383966244725741E-2"/>
                  <c:y val="-3.34075723830734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D84-4CAD-A6CF-995F49F545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9.4377067254685798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84-4CAD-A6CF-995F49F545C0}"/>
            </c:ext>
          </c:extLst>
        </c:ser>
        <c:ser>
          <c:idx val="2"/>
          <c:order val="2"/>
          <c:spPr>
            <a:solidFill>
              <a:srgbClr val="12279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34075723830734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D84-4CAD-A6CF-995F49F545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32.436604189636171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84-4CAD-A6CF-995F49F545C0}"/>
            </c:ext>
          </c:extLst>
        </c:ser>
        <c:ser>
          <c:idx val="3"/>
          <c:order val="3"/>
          <c:spPr>
            <a:solidFill>
              <a:srgbClr val="647AE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22717149220489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9D84-4CAD-A6CF-995F49F545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51.708930540242548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84-4CAD-A6CF-995F49F54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6104656"/>
        <c:axId val="1"/>
      </c:barChart>
      <c:catAx>
        <c:axId val="561046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61046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5146627565982405"/>
          <c:y val="0.18181818181818182"/>
          <c:w val="0.49780058651026393"/>
          <c:h val="0.63636363636363635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BD3F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735-4DFF-BD63-04955EF5DE14}"/>
              </c:ext>
            </c:extLst>
          </c:dPt>
          <c:dPt>
            <c:idx val="1"/>
            <c:bubble3D val="0"/>
            <c:spPr>
              <a:solidFill>
                <a:srgbClr val="647AE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735-4DFF-BD63-04955EF5DE14}"/>
              </c:ext>
            </c:extLst>
          </c:dPt>
          <c:dPt>
            <c:idx val="2"/>
            <c:bubble3D val="0"/>
            <c:spPr>
              <a:solidFill>
                <a:srgbClr val="12279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B735-4DFF-BD63-04955EF5DE14}"/>
              </c:ext>
            </c:extLst>
          </c:dPt>
          <c:dPt>
            <c:idx val="3"/>
            <c:bubble3D val="0"/>
            <c:spPr>
              <a:solidFill>
                <a:srgbClr val="0C1A6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735-4DFF-BD63-04955EF5DE14}"/>
              </c:ext>
            </c:extLst>
          </c:dPt>
          <c:dPt>
            <c:idx val="4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B735-4DFF-BD63-04955EF5DE14}"/>
              </c:ext>
            </c:extLst>
          </c:dPt>
          <c:dLbls>
            <c:dLbl>
              <c:idx val="0"/>
              <c:layout>
                <c:manualLayout>
                  <c:x val="1.4662756598240469E-3"/>
                  <c:y val="-3.7488284910965324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735-4DFF-BD63-04955EF5DE14}"/>
                </c:ext>
              </c:extLst>
            </c:dLbl>
            <c:dLbl>
              <c:idx val="1"/>
              <c:layout>
                <c:manualLayout>
                  <c:x val="5.131964809384164E-3"/>
                  <c:y val="1.2183692596063731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735-4DFF-BD63-04955EF5DE14}"/>
                </c:ext>
              </c:extLst>
            </c:dLbl>
            <c:dLbl>
              <c:idx val="3"/>
              <c:layout>
                <c:manualLayout>
                  <c:x val="-2.1994134897360706E-3"/>
                  <c:y val="-9.372071227741331E-4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735-4DFF-BD63-04955EF5DE14}"/>
                </c:ext>
              </c:extLst>
            </c:dLbl>
            <c:dLbl>
              <c:idx val="4"/>
              <c:layout>
                <c:manualLayout>
                  <c:x val="-3.6656891495601175E-3"/>
                  <c:y val="-7.497656982193064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  <a:sym typeface="Suzano Display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B735-4DFF-BD63-04955EF5DE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Sheet1!$A$1:$A$5</c:f>
              <c:numCache>
                <c:formatCode>General</c:formatCode>
                <c:ptCount val="5"/>
                <c:pt idx="0">
                  <c:v>37.5</c:v>
                </c:pt>
                <c:pt idx="1">
                  <c:v>12.5</c:v>
                </c:pt>
                <c:pt idx="2">
                  <c:v>10</c:v>
                </c:pt>
                <c:pt idx="3">
                  <c:v>17.5</c:v>
                </c:pt>
                <c:pt idx="4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35-4DFF-BD63-04955EF5D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1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038251366120214E-2"/>
          <c:y val="7.1135430916552667E-2"/>
          <c:w val="0.85792349726775952"/>
          <c:h val="0.8577291381668946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041-4F71-A090-10478E828B65}"/>
              </c:ext>
            </c:extLst>
          </c:dPt>
          <c:dPt>
            <c:idx val="1"/>
            <c:bubble3D val="0"/>
            <c:spPr>
              <a:solidFill>
                <a:srgbClr val="0C1A6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041-4F71-A090-10478E828B65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64.713541666666657</c:v>
                </c:pt>
                <c:pt idx="1">
                  <c:v>35.286458333333329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41-4F71-A090-10478E828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414355628058731E-2"/>
          <c:y val="0.2784184514003295"/>
          <c:w val="0.91517128874388254"/>
          <c:h val="0.5288303130148269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84E-4BB1-AF53-D48A581DEF17}"/>
              </c:ext>
            </c:extLst>
          </c:dPt>
          <c:dPt>
            <c:idx val="2"/>
            <c:invertIfNegative val="0"/>
            <c:bubble3D val="0"/>
            <c:spPr>
              <a:solidFill>
                <a:srgbClr val="E71C5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84E-4BB1-AF53-D48A581DEF17}"/>
              </c:ext>
            </c:extLst>
          </c:dPt>
          <c:dLbls>
            <c:dLbl>
              <c:idx val="0"/>
              <c:layout>
                <c:manualLayout>
                  <c:x val="0"/>
                  <c:y val="-0.3196046128500823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84E-4BB1-AF53-D48A581DEF17}"/>
                </c:ext>
              </c:extLst>
            </c:dLbl>
            <c:dLbl>
              <c:idx val="2"/>
              <c:layout>
                <c:manualLayout>
                  <c:x val="0"/>
                  <c:y val="-0.35255354200988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 kern="1200">
                      <a:solidFill>
                        <a:srgbClr val="404040"/>
                      </a:solidFill>
                      <a:latin typeface="+mn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84E-4BB1-AF53-D48A581DEF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43.3</c:v>
                </c:pt>
                <c:pt idx="1">
                  <c:v>43.3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4E-4BB1-AF53-D48A581DEF17}"/>
            </c:ext>
          </c:extLst>
        </c:ser>
        <c:ser>
          <c:idx val="1"/>
          <c:order val="1"/>
          <c:spPr>
            <a:solidFill>
              <a:srgbClr val="E71C57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4E-4BB1-AF53-D48A581DE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42166448"/>
        <c:axId val="1"/>
      </c:barChart>
      <c:catAx>
        <c:axId val="17421664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9.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421664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72801972062449E-2"/>
          <c:y val="0.2784184514003295"/>
          <c:w val="0.91454396055875098"/>
          <c:h val="0.5288303130148269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1E9-4138-B796-EC86E6BE66BA}"/>
              </c:ext>
            </c:extLst>
          </c:dPt>
          <c:dPt>
            <c:idx val="2"/>
            <c:invertIfNegative val="0"/>
            <c:bubble3D val="0"/>
            <c:spPr>
              <a:solidFill>
                <a:srgbClr val="F4B0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1E9-4138-B796-EC86E6BE66BA}"/>
              </c:ext>
            </c:extLst>
          </c:dPt>
          <c:dLbls>
            <c:dLbl>
              <c:idx val="0"/>
              <c:layout>
                <c:manualLayout>
                  <c:x val="0"/>
                  <c:y val="-0.324546952224052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1E9-4138-B796-EC86E6BE66BA}"/>
                </c:ext>
              </c:extLst>
            </c:dLbl>
            <c:dLbl>
              <c:idx val="2"/>
              <c:layout>
                <c:manualLayout>
                  <c:x val="0"/>
                  <c:y val="-0.35255354200988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 kern="1200">
                      <a:solidFill>
                        <a:srgbClr val="404040"/>
                      </a:solidFill>
                      <a:latin typeface="+mn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1E9-4138-B796-EC86E6BE66B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43.3</c:v>
                </c:pt>
                <c:pt idx="1">
                  <c:v>43.3</c:v>
                </c:pt>
                <c:pt idx="2">
                  <c:v>48.209999999999994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E9-4138-B796-EC86E6BE66BA}"/>
            </c:ext>
          </c:extLst>
        </c:ser>
        <c:ser>
          <c:idx val="1"/>
          <c:order val="1"/>
          <c:spPr>
            <a:solidFill>
              <a:srgbClr val="E71C57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4.9099999999999966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E9-4138-B796-EC86E6BE66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51399856"/>
        <c:axId val="1"/>
      </c:barChart>
      <c:catAx>
        <c:axId val="20513998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8.20999999999999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0513998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7322404371584702"/>
          <c:y val="0.17727272727272728"/>
          <c:w val="0.45355191256830601"/>
          <c:h val="0.64545454545454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030303030303030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748-4C28-A29F-65886A07AC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48-4C28-A29F-65886A07ACAF}"/>
            </c:ext>
          </c:extLst>
        </c:ser>
        <c:ser>
          <c:idx val="1"/>
          <c:order val="1"/>
          <c:spPr>
            <a:solidFill>
              <a:srgbClr val="00B745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030303030303030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748-4C28-A29F-65886A07AC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2.9499999999999997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48-4C28-A29F-65886A07AC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52054512"/>
        <c:axId val="1"/>
      </c:barChart>
      <c:catAx>
        <c:axId val="18520545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520545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344129554655874E-2"/>
          <c:y val="0.31578947368421051"/>
          <c:w val="0.90850202429149796"/>
          <c:h val="0.4643962848297213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EF5-4C9D-8C6F-961291703D02}"/>
              </c:ext>
            </c:extLst>
          </c:dPt>
          <c:dPt>
            <c:idx val="2"/>
            <c:invertIfNegative val="0"/>
            <c:bubble3D val="0"/>
            <c:spPr>
              <a:solidFill>
                <a:srgbClr val="00B9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EF5-4C9D-8C6F-961291703D02}"/>
              </c:ext>
            </c:extLst>
          </c:dPt>
          <c:dLbls>
            <c:dLbl>
              <c:idx val="0"/>
              <c:layout>
                <c:manualLayout>
                  <c:x val="0"/>
                  <c:y val="-0.3281733746130031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EF5-4C9D-8C6F-961291703D02}"/>
                </c:ext>
              </c:extLst>
            </c:dLbl>
            <c:dLbl>
              <c:idx val="2"/>
              <c:layout>
                <c:manualLayout>
                  <c:x val="0"/>
                  <c:y val="-0.325077399380804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b="1" kern="1200">
                      <a:solidFill>
                        <a:srgbClr val="404040"/>
                      </a:solidFill>
                      <a:latin typeface="+mn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EF5-4C9D-8C6F-961291703D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43.3</c:v>
                </c:pt>
                <c:pt idx="1">
                  <c:v>42.787999999999997</c:v>
                </c:pt>
                <c:pt idx="2">
                  <c:v>42.787999999999997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F5-4C9D-8C6F-961291703D02}"/>
            </c:ext>
          </c:extLst>
        </c:ser>
        <c:ser>
          <c:idx val="1"/>
          <c:order val="1"/>
          <c:spPr>
            <a:solidFill>
              <a:srgbClr val="00B745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0.51200000000000045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F5-4C9D-8C6F-961291703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46862576"/>
        <c:axId val="1"/>
      </c:barChart>
      <c:catAx>
        <c:axId val="18468625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3.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468625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921182266009853E-2"/>
          <c:y val="0.23706176961602671"/>
          <c:w val="0.85517241379310349"/>
          <c:h val="0.525876460767946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5.00834724540901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b="1" kern="1200">
                      <a:solidFill>
                        <a:schemeClr val="bg1"/>
                      </a:solidFill>
                      <a:latin typeface="+mn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F0F-4D75-A152-4E8CB9BF117A}"/>
                </c:ext>
              </c:extLst>
            </c:dLbl>
            <c:dLbl>
              <c:idx val="1"/>
              <c:layout>
                <c:manualLayout>
                  <c:x val="0"/>
                  <c:y val="-5.00834724540901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F0F-4D75-A152-4E8CB9BF117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5.17</c:v>
                </c:pt>
                <c:pt idx="1">
                  <c:v>3.02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0F-4D75-A152-4E8CB9BF117A}"/>
            </c:ext>
          </c:extLst>
        </c:ser>
        <c:ser>
          <c:idx val="1"/>
          <c:order val="1"/>
          <c:spPr>
            <a:solidFill>
              <a:srgbClr val="0C1A62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0.71999999999999975</c:v>
                </c:pt>
                <c:pt idx="1">
                  <c:v>0.7200000000000002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0F-4D75-A152-4E8CB9BF117A}"/>
            </c:ext>
          </c:extLst>
        </c:ser>
        <c:ser>
          <c:idx val="2"/>
          <c:order val="2"/>
          <c:spPr>
            <a:solidFill>
              <a:srgbClr val="12279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9408866995073892"/>
                  <c:y val="5.8430717863105178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b="1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F0F-4D75-A152-4E8CB9BF117A}"/>
                </c:ext>
              </c:extLst>
            </c:dLbl>
            <c:dLbl>
              <c:idx val="1"/>
              <c:layout>
                <c:manualLayout>
                  <c:x val="0.19408866995073892"/>
                  <c:y val="-5.008347245409015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b="1" kern="1200">
                      <a:solidFill>
                        <a:srgbClr val="404040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CF0F-4D75-A152-4E8CB9BF117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0.20000000000000018</c:v>
                </c:pt>
                <c:pt idx="1">
                  <c:v>0.20000000000000018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0F-4D75-A152-4E8CB9BF11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23654944"/>
        <c:axId val="1"/>
      </c:barChart>
      <c:catAx>
        <c:axId val="223654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0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23654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604552555233207E-2"/>
          <c:y val="0.24259055982436883"/>
          <c:w val="0.97679089488953363"/>
          <c:h val="0.5872667398463227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hlink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93B-4403-BE31-11DDD88AE211}"/>
              </c:ext>
            </c:extLst>
          </c:dPt>
          <c:dPt>
            <c:idx val="6"/>
            <c:invertIfNegative val="0"/>
            <c:bubble3D val="0"/>
            <c:spPr>
              <a:solidFill>
                <a:schemeClr val="hlink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93B-4403-BE31-11DDD88AE211}"/>
              </c:ext>
            </c:extLst>
          </c:dPt>
          <c:dLbls>
            <c:dLbl>
              <c:idx val="0"/>
              <c:layout>
                <c:manualLayout>
                  <c:x val="0"/>
                  <c:y val="-0.3666300768386388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100" b="1" kern="1200">
                      <a:solidFill>
                        <a:srgbClr val="40404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93B-4403-BE31-11DDD88AE211}"/>
                </c:ext>
              </c:extLst>
            </c:dLbl>
            <c:dLbl>
              <c:idx val="6"/>
              <c:layout>
                <c:manualLayout>
                  <c:x val="0"/>
                  <c:y val="-0.2338090010976948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100" b="1" kern="1200">
                      <a:solidFill>
                        <a:srgbClr val="40404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93B-4403-BE31-11DDD88AE2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51.7</c:v>
                </c:pt>
                <c:pt idx="1">
                  <c:v>42.900000000000006</c:v>
                </c:pt>
                <c:pt idx="2">
                  <c:v>35.900000000000006</c:v>
                </c:pt>
                <c:pt idx="3">
                  <c:v>30.700000000000006</c:v>
                </c:pt>
                <c:pt idx="4">
                  <c:v>29.400000000000002</c:v>
                </c:pt>
                <c:pt idx="5">
                  <c:v>28.400000000000006</c:v>
                </c:pt>
                <c:pt idx="6">
                  <c:v>28.400000000000006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3B-4403-BE31-11DDD88AE211}"/>
            </c:ext>
          </c:extLst>
        </c:ser>
        <c:ser>
          <c:idx val="1"/>
          <c:order val="1"/>
          <c:spPr>
            <a:solidFill>
              <a:srgbClr val="D49F12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74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93B-4403-BE31-11DDD88AE211}"/>
              </c:ext>
            </c:extLst>
          </c:dPt>
          <c:dLbls>
            <c:dLbl>
              <c:idx val="1"/>
              <c:layout>
                <c:manualLayout>
                  <c:x val="0"/>
                  <c:y val="-3.2930845225027441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1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93B-4403-BE31-11DDD88AE211}"/>
                </c:ext>
              </c:extLst>
            </c:dLbl>
            <c:dLbl>
              <c:idx val="2"/>
              <c:layout>
                <c:manualLayout>
                  <c:x val="0"/>
                  <c:y val="-2.1953896816684962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1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93B-4403-BE31-11DDD88AE2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1">
                  <c:v>8.7999999999999972</c:v>
                </c:pt>
                <c:pt idx="2">
                  <c:v>7</c:v>
                </c:pt>
                <c:pt idx="3">
                  <c:v>5.1999999999999993</c:v>
                </c:pt>
                <c:pt idx="4">
                  <c:v>1.3000000000000007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93B-4403-BE31-11DDD88AE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23726400"/>
        <c:axId val="1"/>
      </c:barChart>
      <c:catAx>
        <c:axId val="2237264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.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237264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0784313725490198E-2"/>
          <c:y val="0.25375375375375375"/>
          <c:w val="0.91843137254901963"/>
          <c:h val="0.5705705705705705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FEB-40A8-96D2-991025F42D51}"/>
              </c:ext>
            </c:extLst>
          </c:dPt>
          <c:dPt>
            <c:idx val="3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FEB-40A8-96D2-991025F42D51}"/>
              </c:ext>
            </c:extLst>
          </c:dPt>
          <c:dLbls>
            <c:dLbl>
              <c:idx val="0"/>
              <c:layout>
                <c:manualLayout>
                  <c:x val="0"/>
                  <c:y val="-0.364864864864864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 kern="1200">
                      <a:solidFill>
                        <a:srgbClr val="40404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FEB-40A8-96D2-991025F42D51}"/>
                </c:ext>
              </c:extLst>
            </c:dLbl>
            <c:dLbl>
              <c:idx val="3"/>
              <c:layout>
                <c:manualLayout>
                  <c:x val="0"/>
                  <c:y val="-0.310810810810810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 kern="1200">
                      <a:solidFill>
                        <a:srgbClr val="40404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FEB-40A8-96D2-991025F42D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9152</c:v>
                </c:pt>
                <c:pt idx="1">
                  <c:v>8164</c:v>
                </c:pt>
                <c:pt idx="2">
                  <c:v>7443</c:v>
                </c:pt>
                <c:pt idx="3">
                  <c:v>7443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EB-40A8-96D2-991025F42D51}"/>
            </c:ext>
          </c:extLst>
        </c:ser>
        <c:ser>
          <c:idx val="1"/>
          <c:order val="1"/>
          <c:spPr>
            <a:solidFill>
              <a:srgbClr val="D49F12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2B94D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FEB-40A8-96D2-991025F42D51}"/>
              </c:ext>
            </c:extLst>
          </c:dPt>
          <c:val>
            <c:numRef>
              <c:f>Sheet1!$A$2:$D$2</c:f>
              <c:numCache>
                <c:formatCode>General</c:formatCode>
                <c:ptCount val="4"/>
                <c:pt idx="1">
                  <c:v>988</c:v>
                </c:pt>
                <c:pt idx="2">
                  <c:v>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EB-40A8-96D2-991025F42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23818736"/>
        <c:axId val="1"/>
      </c:barChart>
      <c:catAx>
        <c:axId val="2238187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accent5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15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2381873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A26DC-2A60-4E07-99C2-6DB7CD592E8E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53E3F-D343-40C7-AECE-2BE4DC7C87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8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596900"/>
            <a:ext cx="6883400" cy="3871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Notes view: </a:t>
            </a:r>
            <a:fld id="{128CEAFE-FA94-43E5-B0FF-D47E1CCDD1B4}" type="slidenum">
              <a:rPr kumimoji="0" 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Trebuchet MS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33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Notes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view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: </a:t>
            </a:r>
            <a:fld id="{128CEAFE-FA94-43E5-B0FF-D47E1CCDD1B4}" type="slidenum">
              <a:rPr kumimoji="0" lang="pt-BR" sz="14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Trebuchet MS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753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C5C4-BADC-A910-73FA-755695CA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6921A-2A7F-A3A8-64BE-52B6FDB17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EDBCA-2010-8720-7347-FDA41FA9B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114D5-0A53-F9D6-898F-3C796310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Notes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view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: </a:t>
            </a:r>
            <a:fld id="{128CEAFE-FA94-43E5-B0FF-D47E1CCDD1B4}" type="slidenum">
              <a:rPr kumimoji="0" lang="pt-BR" sz="14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Trebuchet MS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86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Notes view: </a:t>
            </a:r>
            <a:fld id="{128CEAFE-FA94-43E5-B0FF-D47E1CCDD1B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28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Notes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view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t>: </a:t>
            </a:r>
            <a:fld id="{128CEAFE-FA94-43E5-B0FF-D47E1CCDD1B4}" type="slidenum">
              <a:rPr kumimoji="0" lang="pt-BR" sz="14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Trebuchet MS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0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4.xml"/><Relationship Id="rId16" Type="http://schemas.openxmlformats.org/officeDocument/2006/relationships/image" Target="../media/image13.png"/><Relationship Id="rId1" Type="http://schemas.openxmlformats.org/officeDocument/2006/relationships/tags" Target="../tags/tag3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7.emf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17.emf"/><Relationship Id="rId5" Type="http://schemas.openxmlformats.org/officeDocument/2006/relationships/image" Target="../media/image28.png"/><Relationship Id="rId4" Type="http://schemas.openxmlformats.org/officeDocument/2006/relationships/image" Target="../media/image2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35.xml"/><Relationship Id="rId16" Type="http://schemas.openxmlformats.org/officeDocument/2006/relationships/image" Target="../media/image13.png"/><Relationship Id="rId1" Type="http://schemas.openxmlformats.org/officeDocument/2006/relationships/tags" Target="../tags/tag34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26.emf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6" Type="http://schemas.openxmlformats.org/officeDocument/2006/relationships/image" Target="../media/image17.emf"/><Relationship Id="rId5" Type="http://schemas.openxmlformats.org/officeDocument/2006/relationships/image" Target="../media/image27.png"/><Relationship Id="rId4" Type="http://schemas.openxmlformats.org/officeDocument/2006/relationships/image" Target="../media/image14.emf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6" Type="http://schemas.openxmlformats.org/officeDocument/2006/relationships/image" Target="../media/image17.emf"/><Relationship Id="rId5" Type="http://schemas.openxmlformats.org/officeDocument/2006/relationships/image" Target="../media/image28.png"/><Relationship Id="rId4" Type="http://schemas.openxmlformats.org/officeDocument/2006/relationships/image" Target="../media/image2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7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5" Type="http://schemas.openxmlformats.org/officeDocument/2006/relationships/image" Target="../media/image17.emf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5" Type="http://schemas.openxmlformats.org/officeDocument/2006/relationships/image" Target="../media/image17.emf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.emf"/><Relationship Id="rId9" Type="http://schemas.openxmlformats.org/officeDocument/2006/relationships/image" Target="../media/image21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9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1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22.pn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22.pn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.emf"/><Relationship Id="rId9" Type="http://schemas.openxmlformats.org/officeDocument/2006/relationships/image" Target="../media/image21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78.xml"/><Relationship Id="rId16" Type="http://schemas.openxmlformats.org/officeDocument/2006/relationships/image" Target="../media/image13.png"/><Relationship Id="rId1" Type="http://schemas.openxmlformats.org/officeDocument/2006/relationships/tags" Target="../tags/tag77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9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0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4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5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6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7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8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9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0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1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4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2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3.xml"/><Relationship Id="rId6" Type="http://schemas.openxmlformats.org/officeDocument/2006/relationships/image" Target="../media/image17.emf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6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4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5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38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6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7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4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8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9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6" Type="http://schemas.openxmlformats.org/officeDocument/2006/relationships/image" Target="../media/image17.emf"/><Relationship Id="rId5" Type="http://schemas.openxmlformats.org/officeDocument/2006/relationships/image" Target="../media/image28.png"/><Relationship Id="rId4" Type="http://schemas.openxmlformats.org/officeDocument/2006/relationships/image" Target="../media/image26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7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48.bin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49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109.xml"/><Relationship Id="rId16" Type="http://schemas.openxmlformats.org/officeDocument/2006/relationships/image" Target="../media/image13.png"/><Relationship Id="rId1" Type="http://schemas.openxmlformats.org/officeDocument/2006/relationships/tags" Target="../tags/tag108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oleObject" Target="../embeddings/oleObject50.bin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1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2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3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4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5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6" Type="http://schemas.openxmlformats.org/officeDocument/2006/relationships/image" Target="../media/image17.emf"/><Relationship Id="rId5" Type="http://schemas.openxmlformats.org/officeDocument/2006/relationships/image" Target="../media/image23.png"/><Relationship Id="rId4" Type="http://schemas.openxmlformats.org/officeDocument/2006/relationships/image" Target="../media/image14.emf"/></Relationships>
</file>

<file path=ppt/slideLayouts/_rels/slideLayout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59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60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61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1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26.emf"/></Relationships>
</file>

<file path=ppt/slideLayouts/_rels/slideLayout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6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6" Type="http://schemas.openxmlformats.org/officeDocument/2006/relationships/image" Target="../media/image17.emf"/><Relationship Id="rId5" Type="http://schemas.openxmlformats.org/officeDocument/2006/relationships/image" Target="../media/image27.png"/><Relationship Id="rId4" Type="http://schemas.openxmlformats.org/officeDocument/2006/relationships/image" Target="../media/image14.emf"/></Relationships>
</file>

<file path=ppt/slideLayouts/_rels/slideLayout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65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6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69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4.emf"/><Relationship Id="rId9" Type="http://schemas.openxmlformats.org/officeDocument/2006/relationships/image" Target="../media/image21.png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71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6" Type="http://schemas.openxmlformats.org/officeDocument/2006/relationships/image" Target="../media/image17.emf"/><Relationship Id="rId5" Type="http://schemas.openxmlformats.org/officeDocument/2006/relationships/image" Target="../media/image28.png"/><Relationship Id="rId4" Type="http://schemas.openxmlformats.org/officeDocument/2006/relationships/image" Target="../media/image2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4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5" Type="http://schemas.openxmlformats.org/officeDocument/2006/relationships/image" Target="../media/image17.emf"/><Relationship Id="rId4" Type="http://schemas.openxmlformats.org/officeDocument/2006/relationships/image" Target="../media/image14.emf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76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77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78.bin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79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emf"/><Relationship Id="rId9" Type="http://schemas.openxmlformats.org/officeDocument/2006/relationships/image" Target="../media/image22.pn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17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80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5" Type="http://schemas.openxmlformats.org/officeDocument/2006/relationships/image" Target="../media/image17.emf"/><Relationship Id="rId4" Type="http://schemas.openxmlformats.org/officeDocument/2006/relationships/image" Target="../media/image1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2.xml"/><Relationship Id="rId5" Type="http://schemas.openxmlformats.org/officeDocument/2006/relationships/image" Target="../media/image17.emf"/><Relationship Id="rId4" Type="http://schemas.openxmlformats.org/officeDocument/2006/relationships/image" Target="../media/image1.emf"/></Relationships>
</file>

<file path=ppt/slideLayouts/_rels/slideLayout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83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3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.emf"/><Relationship Id="rId9" Type="http://schemas.openxmlformats.org/officeDocument/2006/relationships/image" Target="../media/image21.png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9.pn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84.bin"/><Relationship Id="rId9" Type="http://schemas.openxmlformats.org/officeDocument/2006/relationships/image" Target="../media/image21.png"/></Relationships>
</file>

<file path=ppt/slideLayouts/_rels/slideLayout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85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22.png"/></Relationships>
</file>

<file path=ppt/slideLayouts/_rels/slideLayout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oleObject" Target="../embeddings/oleObject86.bin"/><Relationship Id="rId7" Type="http://schemas.openxmlformats.org/officeDocument/2006/relationships/image" Target="../media/image2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22.png"/></Relationships>
</file>

<file path=ppt/slideLayouts/_rels/slideLayout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87.bin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8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.emf"/><Relationship Id="rId9" Type="http://schemas.openxmlformats.org/officeDocument/2006/relationships/image" Target="../media/image21.png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9.xml"/><Relationship Id="rId6" Type="http://schemas.openxmlformats.org/officeDocument/2006/relationships/image" Target="../media/image17.emf"/><Relationship Id="rId5" Type="http://schemas.openxmlformats.org/officeDocument/2006/relationships/image" Target="../media/image24.png"/><Relationship Id="rId4" Type="http://schemas.openxmlformats.org/officeDocument/2006/relationships/image" Target="../media/image1.emf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0.xml"/><Relationship Id="rId4" Type="http://schemas.openxmlformats.org/officeDocument/2006/relationships/image" Target="../media/image29.emf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1.xml"/><Relationship Id="rId4" Type="http://schemas.openxmlformats.org/officeDocument/2006/relationships/image" Target="../media/image2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7051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4" imgH="384" progId="TCLayout.ActiveDocument.1">
                  <p:embed/>
                </p:oleObj>
              </mc:Choice>
              <mc:Fallback>
                <p:oleObj name="Slide do think-cell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" name="bg object 17">
            <a:extLst>
              <a:ext uri="{FF2B5EF4-FFF2-40B4-BE49-F238E27FC236}">
                <a16:creationId xmlns:a16="http://schemas.microsoft.com/office/drawing/2014/main" id="{2B828339-790E-438C-BFA5-D29172CBB00B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4A1CB0-AC3E-41BC-9DA9-6177372B53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41" name="object 4">
            <a:extLst>
              <a:ext uri="{FF2B5EF4-FFF2-40B4-BE49-F238E27FC236}">
                <a16:creationId xmlns:a16="http://schemas.microsoft.com/office/drawing/2014/main" id="{75DE2856-7E60-4DF7-B080-B243A254EBDA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817750" y="5871590"/>
            <a:ext cx="389902" cy="48280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088A6D2-09EA-418B-9CFA-BC7ABE02EDBD}"/>
              </a:ext>
            </a:extLst>
          </p:cNvPr>
          <p:cNvGrpSpPr/>
          <p:nvPr userDrawn="1"/>
        </p:nvGrpSpPr>
        <p:grpSpPr>
          <a:xfrm>
            <a:off x="647199" y="5975016"/>
            <a:ext cx="977900" cy="375875"/>
            <a:chOff x="647199" y="5975016"/>
            <a:chExt cx="977900" cy="375875"/>
          </a:xfrm>
        </p:grpSpPr>
        <p:pic>
          <p:nvPicPr>
            <p:cNvPr id="42" name="object 5">
              <a:extLst>
                <a:ext uri="{FF2B5EF4-FFF2-40B4-BE49-F238E27FC236}">
                  <a16:creationId xmlns:a16="http://schemas.microsoft.com/office/drawing/2014/main" id="{83BFF7D4-F4E7-4396-9282-B9BE36D600D2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814693" y="5975016"/>
              <a:ext cx="138362" cy="174813"/>
            </a:xfrm>
            <a:prstGeom prst="rect">
              <a:avLst/>
            </a:prstGeom>
          </p:spPr>
        </p:pic>
        <p:pic>
          <p:nvPicPr>
            <p:cNvPr id="43" name="object 6">
              <a:extLst>
                <a:ext uri="{FF2B5EF4-FFF2-40B4-BE49-F238E27FC236}">
                  <a16:creationId xmlns:a16="http://schemas.microsoft.com/office/drawing/2014/main" id="{F1B644A8-B013-45DC-B1E6-738EC68DB1D6}"/>
                </a:ext>
              </a:extLst>
            </p:cNvPr>
            <p:cNvPicPr/>
            <p:nvPr userDrawn="1"/>
          </p:nvPicPr>
          <p:blipFill>
            <a:blip r:embed="rId9" cstate="print"/>
            <a:stretch>
              <a:fillRect/>
            </a:stretch>
          </p:blipFill>
          <p:spPr>
            <a:xfrm>
              <a:off x="981927" y="5978726"/>
              <a:ext cx="147702" cy="171102"/>
            </a:xfrm>
            <a:prstGeom prst="rect">
              <a:avLst/>
            </a:prstGeom>
          </p:spPr>
        </p:pic>
        <p:pic>
          <p:nvPicPr>
            <p:cNvPr id="44" name="object 7">
              <a:extLst>
                <a:ext uri="{FF2B5EF4-FFF2-40B4-BE49-F238E27FC236}">
                  <a16:creationId xmlns:a16="http://schemas.microsoft.com/office/drawing/2014/main" id="{F109D621-9823-4F9F-B9FD-0985CE01F77C}"/>
                </a:ext>
              </a:extLst>
            </p:cNvPr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155249" y="5978726"/>
              <a:ext cx="135960" cy="167385"/>
            </a:xfrm>
            <a:prstGeom prst="rect">
              <a:avLst/>
            </a:prstGeom>
          </p:spPr>
        </p:pic>
        <p:pic>
          <p:nvPicPr>
            <p:cNvPr id="45" name="object 8">
              <a:extLst>
                <a:ext uri="{FF2B5EF4-FFF2-40B4-BE49-F238E27FC236}">
                  <a16:creationId xmlns:a16="http://schemas.microsoft.com/office/drawing/2014/main" id="{AE9D098D-4F21-4DDD-A95C-00DA37CAC7DB}"/>
                </a:ext>
              </a:extLst>
            </p:cNvPr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319574" y="5978726"/>
              <a:ext cx="138597" cy="167385"/>
            </a:xfrm>
            <a:prstGeom prst="rect">
              <a:avLst/>
            </a:prstGeom>
          </p:spPr>
        </p:pic>
        <p:pic>
          <p:nvPicPr>
            <p:cNvPr id="46" name="object 9">
              <a:extLst>
                <a:ext uri="{FF2B5EF4-FFF2-40B4-BE49-F238E27FC236}">
                  <a16:creationId xmlns:a16="http://schemas.microsoft.com/office/drawing/2014/main" id="{96488A6F-8108-4D68-875A-6BB52981666E}"/>
                </a:ext>
              </a:extLst>
            </p:cNvPr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651568" y="6251121"/>
              <a:ext cx="161495" cy="99770"/>
            </a:xfrm>
            <a:prstGeom prst="rect">
              <a:avLst/>
            </a:prstGeom>
          </p:spPr>
        </p:pic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DBE0A1BD-EC73-4C2B-8442-43CD07A0960B}"/>
                </a:ext>
              </a:extLst>
            </p:cNvPr>
            <p:cNvSpPr/>
            <p:nvPr userDrawn="1"/>
          </p:nvSpPr>
          <p:spPr>
            <a:xfrm>
              <a:off x="867460" y="6253149"/>
              <a:ext cx="96520" cy="95885"/>
            </a:xfrm>
            <a:custGeom>
              <a:avLst/>
              <a:gdLst/>
              <a:ahLst/>
              <a:cxnLst/>
              <a:rect l="l" t="t" r="r" b="b"/>
              <a:pathLst>
                <a:path w="96519" h="95885">
                  <a:moveTo>
                    <a:pt x="67081" y="85344"/>
                  </a:moveTo>
                  <a:lnTo>
                    <a:pt x="11480" y="85344"/>
                  </a:lnTo>
                  <a:lnTo>
                    <a:pt x="11480" y="0"/>
                  </a:lnTo>
                  <a:lnTo>
                    <a:pt x="0" y="0"/>
                  </a:lnTo>
                  <a:lnTo>
                    <a:pt x="0" y="95554"/>
                  </a:lnTo>
                  <a:lnTo>
                    <a:pt x="67081" y="95554"/>
                  </a:lnTo>
                  <a:lnTo>
                    <a:pt x="67081" y="85344"/>
                  </a:lnTo>
                  <a:close/>
                </a:path>
                <a:path w="96519" h="95885">
                  <a:moveTo>
                    <a:pt x="96380" y="0"/>
                  </a:moveTo>
                  <a:lnTo>
                    <a:pt x="84899" y="0"/>
                  </a:lnTo>
                  <a:lnTo>
                    <a:pt x="84899" y="95554"/>
                  </a:lnTo>
                  <a:lnTo>
                    <a:pt x="96380" y="95554"/>
                  </a:lnTo>
                  <a:lnTo>
                    <a:pt x="96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48" name="object 11">
              <a:extLst>
                <a:ext uri="{FF2B5EF4-FFF2-40B4-BE49-F238E27FC236}">
                  <a16:creationId xmlns:a16="http://schemas.microsoft.com/office/drawing/2014/main" id="{248D628A-8CD8-490F-8B40-9A372218BBA7}"/>
                </a:ext>
              </a:extLst>
            </p:cNvPr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983985" y="6251206"/>
              <a:ext cx="254713" cy="99348"/>
            </a:xfrm>
            <a:prstGeom prst="rect">
              <a:avLst/>
            </a:prstGeom>
          </p:spPr>
        </p:pic>
        <p:pic>
          <p:nvPicPr>
            <p:cNvPr id="49" name="object 12">
              <a:extLst>
                <a:ext uri="{FF2B5EF4-FFF2-40B4-BE49-F238E27FC236}">
                  <a16:creationId xmlns:a16="http://schemas.microsoft.com/office/drawing/2014/main" id="{1D79C609-42CD-4190-A709-6E3FBD1EBB95}"/>
                </a:ext>
              </a:extLst>
            </p:cNvPr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260202" y="6253141"/>
              <a:ext cx="85842" cy="95555"/>
            </a:xfrm>
            <a:prstGeom prst="rect">
              <a:avLst/>
            </a:prstGeom>
          </p:spPr>
        </p:pic>
        <p:pic>
          <p:nvPicPr>
            <p:cNvPr id="50" name="object 13">
              <a:extLst>
                <a:ext uri="{FF2B5EF4-FFF2-40B4-BE49-F238E27FC236}">
                  <a16:creationId xmlns:a16="http://schemas.microsoft.com/office/drawing/2014/main" id="{66A417CA-AF88-439F-A3A5-7791A63D2B0E}"/>
                </a:ext>
              </a:extLst>
            </p:cNvPr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403216" y="6253141"/>
              <a:ext cx="84685" cy="95555"/>
            </a:xfrm>
            <a:prstGeom prst="rect">
              <a:avLst/>
            </a:prstGeom>
          </p:spPr>
        </p:pic>
        <p:pic>
          <p:nvPicPr>
            <p:cNvPr id="51" name="object 14">
              <a:extLst>
                <a:ext uri="{FF2B5EF4-FFF2-40B4-BE49-F238E27FC236}">
                  <a16:creationId xmlns:a16="http://schemas.microsoft.com/office/drawing/2014/main" id="{234D7A8E-E086-4A95-B138-B138645C3F87}"/>
                </a:ext>
              </a:extLst>
            </p:cNvPr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513485" y="6253141"/>
              <a:ext cx="104695" cy="95555"/>
            </a:xfrm>
            <a:prstGeom prst="rect">
              <a:avLst/>
            </a:prstGeom>
          </p:spPr>
        </p:pic>
        <p:sp>
          <p:nvSpPr>
            <p:cNvPr id="52" name="object 15">
              <a:extLst>
                <a:ext uri="{FF2B5EF4-FFF2-40B4-BE49-F238E27FC236}">
                  <a16:creationId xmlns:a16="http://schemas.microsoft.com/office/drawing/2014/main" id="{3CEF5F17-3983-420A-813D-D760D4765815}"/>
                </a:ext>
              </a:extLst>
            </p:cNvPr>
            <p:cNvSpPr/>
            <p:nvPr userDrawn="1"/>
          </p:nvSpPr>
          <p:spPr>
            <a:xfrm>
              <a:off x="647199" y="6199630"/>
              <a:ext cx="977900" cy="0"/>
            </a:xfrm>
            <a:custGeom>
              <a:avLst/>
              <a:gdLst/>
              <a:ahLst/>
              <a:cxnLst/>
              <a:rect l="l" t="t" r="r" b="b"/>
              <a:pathLst>
                <a:path w="977900">
                  <a:moveTo>
                    <a:pt x="0" y="0"/>
                  </a:moveTo>
                  <a:lnTo>
                    <a:pt x="977628" y="0"/>
                  </a:lnTo>
                </a:path>
              </a:pathLst>
            </a:custGeom>
            <a:ln w="126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53" name="object 16">
            <a:extLst>
              <a:ext uri="{FF2B5EF4-FFF2-40B4-BE49-F238E27FC236}">
                <a16:creationId xmlns:a16="http://schemas.microsoft.com/office/drawing/2014/main" id="{A8118737-AA8C-4CC6-B0BD-31FA8949CAFF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839878-9E40-4C56-8427-77087C84C3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478" y="3415918"/>
            <a:ext cx="11322508" cy="513715"/>
          </a:xfrm>
          <a:prstGeom prst="rect">
            <a:avLst/>
          </a:prstGeom>
        </p:spPr>
        <p:txBody>
          <a:bodyPr tIns="13335">
            <a:spAutoFit/>
          </a:bodyPr>
          <a:lstStyle>
            <a:lvl1pPr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defRPr sz="3200" kern="0" spc="-1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089C75-BFF7-4210-977E-F60E69D9A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478" y="3929633"/>
            <a:ext cx="11322508" cy="820738"/>
          </a:xfrm>
          <a:prstGeom prst="rect">
            <a:avLst/>
          </a:prstGeom>
        </p:spPr>
        <p:txBody>
          <a:bodyPr vert="horz" tIns="12700">
            <a:spAutoFit/>
          </a:bodyPr>
          <a:lstStyle>
            <a:lvl1pPr marL="12700">
              <a:lnSpc>
                <a:spcPts val="6290"/>
              </a:lnSpc>
              <a:spcBef>
                <a:spcPts val="100"/>
              </a:spcBef>
              <a:defRPr sz="5400" b="1" spc="-10">
                <a:solidFill>
                  <a:srgbClr val="04C3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01191139-DB89-48AA-B547-7EED06C14F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478" y="4750371"/>
            <a:ext cx="11322508" cy="538609"/>
          </a:xfrm>
          <a:prstGeom prst="rect">
            <a:avLst/>
          </a:prstGeom>
        </p:spPr>
        <p:txBody>
          <a:bodyPr tIns="12700">
            <a:spAutoFit/>
          </a:bodyPr>
          <a:lstStyle>
            <a:lvl1pPr>
              <a:lnSpc>
                <a:spcPts val="4130"/>
              </a:lnSpc>
              <a:spcBef>
                <a:spcPts val="0"/>
              </a:spcBef>
              <a:spcAft>
                <a:spcPts val="0"/>
              </a:spcAft>
              <a:defRPr sz="3600" kern="0" spc="40">
                <a:solidFill>
                  <a:srgbClr val="EAEAEA"/>
                </a:solidFill>
                <a:latin typeface="+mn-lt"/>
                <a:ea typeface="+mn-ea"/>
                <a:cs typeface="+mn-cs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3589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2D5EDAC-790D-4679-A80E-820197A842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5769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5EDAC-790D-4679-A80E-820197A842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object 2">
            <a:extLst>
              <a:ext uri="{FF2B5EF4-FFF2-40B4-BE49-F238E27FC236}">
                <a16:creationId xmlns:a16="http://schemas.microsoft.com/office/drawing/2014/main" id="{D507D3C5-ABCE-4E29-8EF6-1BFA515A7C5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471025" y="0"/>
            <a:ext cx="2720975" cy="6857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0AA176-F282-4A34-B54C-C6DF1D9F7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275031"/>
            <a:ext cx="7631070" cy="627736"/>
          </a:xfrm>
          <a:prstGeom prst="rect">
            <a:avLst/>
          </a:prstGeom>
        </p:spPr>
        <p:txBody>
          <a:bodyPr vert="horz" tIns="12065">
            <a:spAutoFit/>
          </a:bodyPr>
          <a:lstStyle>
            <a:lvl1pPr>
              <a:lnSpc>
                <a:spcPct val="100000"/>
              </a:lnSpc>
              <a:spcBef>
                <a:spcPts val="95"/>
              </a:spcBef>
              <a:defRPr sz="4000" b="1" spc="0">
                <a:solidFill>
                  <a:srgbClr val="04C3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22AC230-382B-4428-8BF7-32CF760B816A}"/>
              </a:ext>
            </a:extLst>
          </p:cNvPr>
          <p:cNvSpPr txBox="1"/>
          <p:nvPr userDrawn="1"/>
        </p:nvSpPr>
        <p:spPr>
          <a:xfrm>
            <a:off x="11956542" y="6599021"/>
            <a:ext cx="996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kern="0" spc="-50">
                <a:solidFill>
                  <a:srgbClr val="04C358"/>
                </a:solidFill>
                <a:latin typeface="+mn-lt"/>
                <a:ea typeface="+mn-ea"/>
                <a:cs typeface="+mn-cs"/>
              </a:rPr>
              <a:t>2</a:t>
            </a:r>
            <a:endParaRPr sz="1000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AE920EF5-7590-4237-A5C3-0F031C53C232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8411909" y="241900"/>
            <a:ext cx="785701" cy="449959"/>
          </a:xfrm>
          <a:prstGeom prst="rect">
            <a:avLst/>
          </a:prstGeom>
        </p:spPr>
      </p:pic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C06E7032-354F-4F26-852C-EE4823F9FDCE}"/>
              </a:ext>
            </a:extLst>
          </p:cNvPr>
          <p:cNvSpPr txBox="1">
            <a:spLocks/>
          </p:cNvSpPr>
          <p:nvPr userDrawn="1"/>
        </p:nvSpPr>
        <p:spPr>
          <a:xfrm>
            <a:off x="409752" y="1782317"/>
            <a:ext cx="8777605" cy="454228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1300" b="0" i="0">
                <a:solidFill>
                  <a:srgbClr val="404040"/>
                </a:solidFill>
                <a:latin typeface="Microsoft Sans Serif"/>
                <a:ea typeface="+mn-ea"/>
                <a:cs typeface="Microsoft Sans Seri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4A39CF-6D3C-416B-8D0A-455D1525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7424" y="1905000"/>
            <a:ext cx="8832333" cy="4079874"/>
          </a:xfrm>
        </p:spPr>
        <p:txBody>
          <a:bodyPr>
            <a:noAutofit/>
          </a:bodyPr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58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2D5EDAC-790D-4679-A80E-820197A842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7095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5EDAC-790D-4679-A80E-820197A842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bject 2">
            <a:extLst>
              <a:ext uri="{FF2B5EF4-FFF2-40B4-BE49-F238E27FC236}">
                <a16:creationId xmlns:a16="http://schemas.microsoft.com/office/drawing/2014/main" id="{090C6B65-AD81-48DE-8DFE-0CDDA4001EEF}"/>
              </a:ext>
            </a:extLst>
          </p:cNvPr>
          <p:cNvSpPr/>
          <p:nvPr userDrawn="1"/>
        </p:nvSpPr>
        <p:spPr>
          <a:xfrm>
            <a:off x="0" y="1413391"/>
            <a:ext cx="12192000" cy="5445125"/>
          </a:xfrm>
          <a:custGeom>
            <a:avLst/>
            <a:gdLst/>
            <a:ahLst/>
            <a:cxnLst/>
            <a:rect l="l" t="t" r="r" b="b"/>
            <a:pathLst>
              <a:path w="12192000" h="5445125">
                <a:moveTo>
                  <a:pt x="12192000" y="0"/>
                </a:moveTo>
                <a:lnTo>
                  <a:pt x="0" y="0"/>
                </a:lnTo>
                <a:lnTo>
                  <a:pt x="0" y="5444608"/>
                </a:lnTo>
                <a:lnTo>
                  <a:pt x="12192000" y="544460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76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133D6-4D32-40B5-846C-DF30A9ADE7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424" y="2079447"/>
            <a:ext cx="11177144" cy="360680"/>
          </a:xfrm>
          <a:prstGeom prst="rect">
            <a:avLst/>
          </a:prstGeom>
        </p:spPr>
        <p:txBody>
          <a:bodyPr tIns="12065">
            <a:spAutoFit/>
          </a:bodyPr>
          <a:lstStyle>
            <a:lvl1pPr marL="355600" indent="-34290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Font typeface="Courier New" panose="02070309020205020404" pitchFamily="49" charset="0"/>
              <a:buChar char="o"/>
              <a:defRPr sz="2200" kern="0" spc="-1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ACF66E5C-ED0C-4A66-A3EA-57E3B0B905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E90118-6BA7-43F4-B418-9D6C25E11190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47F6D00A-68BD-40DA-93A5-F821160FABCA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6CF3B25-6BF3-45B0-B4AB-C1B80CB292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858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02EFA5-6E8B-4079-9A40-9CF11BC5A9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853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02EFA5-6E8B-4079-9A40-9CF11BC5A9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8E687262-7683-436A-9EA4-B70055C3F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874B98-E7C7-49FF-9123-9F8311F473E7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2BF76118-2FB6-4D94-A4D8-00A4585C67F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086546-8862-4780-89A8-86DB36B487DD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31" name="bg object 18">
                <a:extLst>
                  <a:ext uri="{FF2B5EF4-FFF2-40B4-BE49-F238E27FC236}">
                    <a16:creationId xmlns:a16="http://schemas.microsoft.com/office/drawing/2014/main" id="{BAA9B5B4-1DC2-4F9F-9EE4-77B8FB5DD999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32" name="bg object 19">
                <a:extLst>
                  <a:ext uri="{FF2B5EF4-FFF2-40B4-BE49-F238E27FC236}">
                    <a16:creationId xmlns:a16="http://schemas.microsoft.com/office/drawing/2014/main" id="{B2B8A9CE-8BDF-40E0-9184-EE1203EE6306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33" name="bg object 20">
                <a:extLst>
                  <a:ext uri="{FF2B5EF4-FFF2-40B4-BE49-F238E27FC236}">
                    <a16:creationId xmlns:a16="http://schemas.microsoft.com/office/drawing/2014/main" id="{C7B9413E-E2F3-4A1C-90BA-9A52CB922F2C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34" name="bg object 21">
                <a:extLst>
                  <a:ext uri="{FF2B5EF4-FFF2-40B4-BE49-F238E27FC236}">
                    <a16:creationId xmlns:a16="http://schemas.microsoft.com/office/drawing/2014/main" id="{F398296B-6431-46B4-8B2E-5F724B67E55B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5" name="bg object 22">
                <a:extLst>
                  <a:ext uri="{FF2B5EF4-FFF2-40B4-BE49-F238E27FC236}">
                    <a16:creationId xmlns:a16="http://schemas.microsoft.com/office/drawing/2014/main" id="{12BFA0B7-A5F7-499F-9269-86147EDFECA6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6409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C14EAC8-C47A-4944-8704-CE1DC7EF3B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0554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4EAC8-C47A-4944-8704-CE1DC7EF3B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424" y="1905000"/>
            <a:ext cx="11177144" cy="4079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DF9EFD34-47AE-4C3E-91FC-672B5C23C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CD3449-DA1C-42CA-8CB7-82CCD9CA851D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30" name="bg object 17">
              <a:extLst>
                <a:ext uri="{FF2B5EF4-FFF2-40B4-BE49-F238E27FC236}">
                  <a16:creationId xmlns:a16="http://schemas.microsoft.com/office/drawing/2014/main" id="{E4988787-D1CC-44FA-9269-8E62C702D42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7D191AF-7CA0-4428-A433-BDD2BCF0D78B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32" name="bg object 18">
                <a:extLst>
                  <a:ext uri="{FF2B5EF4-FFF2-40B4-BE49-F238E27FC236}">
                    <a16:creationId xmlns:a16="http://schemas.microsoft.com/office/drawing/2014/main" id="{2DBA94E4-6A7C-47BF-A2E4-54E7EE40F5A7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33" name="bg object 19">
                <a:extLst>
                  <a:ext uri="{FF2B5EF4-FFF2-40B4-BE49-F238E27FC236}">
                    <a16:creationId xmlns:a16="http://schemas.microsoft.com/office/drawing/2014/main" id="{093C30AB-7FA7-4EEE-BC75-7708FB204287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34" name="bg object 20">
                <a:extLst>
                  <a:ext uri="{FF2B5EF4-FFF2-40B4-BE49-F238E27FC236}">
                    <a16:creationId xmlns:a16="http://schemas.microsoft.com/office/drawing/2014/main" id="{C745DD78-18F3-4892-B94C-9A66D1AD35B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35" name="bg object 21">
                <a:extLst>
                  <a:ext uri="{FF2B5EF4-FFF2-40B4-BE49-F238E27FC236}">
                    <a16:creationId xmlns:a16="http://schemas.microsoft.com/office/drawing/2014/main" id="{9BA92938-1831-4B1C-962F-87570F64DDCF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6" name="bg object 22">
                <a:extLst>
                  <a:ext uri="{FF2B5EF4-FFF2-40B4-BE49-F238E27FC236}">
                    <a16:creationId xmlns:a16="http://schemas.microsoft.com/office/drawing/2014/main" id="{3ABF2E99-DE81-430A-94D7-2C1C43E78773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781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8BF39D-3171-4AB7-94EB-D9C1E72F64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449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8BF39D-3171-4AB7-94EB-D9C1E72F6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507424" y="1544274"/>
            <a:ext cx="3789386" cy="1495794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28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E19B12-0D08-4177-B08C-74C04519B1A0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2CE74001-56AC-4F9D-8F26-B4F705392E7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7ADB00E-593D-4C81-88D2-D8EE6C43A47F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6" name="bg object 18">
                <a:extLst>
                  <a:ext uri="{FF2B5EF4-FFF2-40B4-BE49-F238E27FC236}">
                    <a16:creationId xmlns:a16="http://schemas.microsoft.com/office/drawing/2014/main" id="{1EED81B1-2567-4CD9-860D-92031E9F8728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7" name="bg object 19">
                <a:extLst>
                  <a:ext uri="{FF2B5EF4-FFF2-40B4-BE49-F238E27FC236}">
                    <a16:creationId xmlns:a16="http://schemas.microsoft.com/office/drawing/2014/main" id="{DD7F5D4F-76B0-4F72-80D2-A9DE4FB4B890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8" name="bg object 20">
                <a:extLst>
                  <a:ext uri="{FF2B5EF4-FFF2-40B4-BE49-F238E27FC236}">
                    <a16:creationId xmlns:a16="http://schemas.microsoft.com/office/drawing/2014/main" id="{C39A9028-F6A1-436F-BABF-AA1B83A1DD44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19" name="bg object 21">
                <a:extLst>
                  <a:ext uri="{FF2B5EF4-FFF2-40B4-BE49-F238E27FC236}">
                    <a16:creationId xmlns:a16="http://schemas.microsoft.com/office/drawing/2014/main" id="{9F0D50BF-064A-4EFD-86C7-D8EEC4839E9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1DDED934-91A3-43B6-B53D-E8A62C9EC0BA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2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5C8520B-20D1-43B7-9795-49A7F8A44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22065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C8520B-20D1-43B7-9795-49A7F8A44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2668041"/>
            <a:ext cx="11177146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507424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B59C8-7692-4ECB-A070-FF96A7C39A5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3B69FC-AD7F-424B-BF8B-7131B7FA161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77AF55E7-2052-4C96-A155-D47CC98C7378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7BEEB19-5730-4F1A-B3DB-8CA2929093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090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EA45409-0600-4E65-91BD-AE4F1B5146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7085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A45409-0600-4E65-91BD-AE4F1B514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3826800"/>
            <a:ext cx="11177146" cy="2041200"/>
          </a:xfrm>
        </p:spPr>
        <p:txBody>
          <a:bodyPr vert="horz" anchor="t">
            <a:no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507424" y="3680016"/>
            <a:ext cx="11687778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AF76495-BCC4-4E10-92E2-5759218D5C3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0D71B4-248D-4E2B-8ECC-F80A7ED9260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9" name="bg object 17">
              <a:extLst>
                <a:ext uri="{FF2B5EF4-FFF2-40B4-BE49-F238E27FC236}">
                  <a16:creationId xmlns:a16="http://schemas.microsoft.com/office/drawing/2014/main" id="{14D3E1EA-F402-49AF-A890-AF00ADA5C78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98A7E2-0873-450C-8A92-EB342D9F9D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214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A39324A-BDBA-4E58-AEE4-97B9F695D4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5597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9324A-BDBA-4E58-AEE4-97B9F695D4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8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14887-82D1-44B9-88BF-4CDA7C810AA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4D07CBC-31A6-481F-978E-AFAE1ACED391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3019808B-1F7D-489F-84F1-30C25054518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2969F9-2CCA-4D7C-B24D-40DBD712F0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40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ED93FF3-76A0-4C19-81EC-DCB97521A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4893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93FF3-76A0-4C19-81EC-DCB97521A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129DC-0D76-4FB6-9A8D-8DACA6FE7862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5E8997C3-840C-4006-9AD8-448F41FD1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6532B6-2778-4842-A00B-F2FA064BD56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0F366248-6CFA-4D1E-9DD0-7AACC7B2B8D8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DE4633E-19BB-431C-B2F4-4918E2970E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209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DEF55F9-77D9-47D2-91C7-431C0E59EB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501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EF55F9-77D9-47D2-91C7-431C0E59EB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0D52B-13FB-4B9C-8D03-F5ABC4BE3353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4FCA6-05F7-40FD-8BA9-248F86891FA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675F3C51-18C8-4665-93F8-3DB9E7D8E8A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D8CCAAD-31EE-4743-B971-52A2BC922DE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A61EB016-E55E-4730-A28A-3F3B6A855285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468A33C9-66D2-440C-9B4C-7995D11257D7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AF8DE27D-4BD2-43A1-82F6-7E41528AD0DC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884F66D8-DB83-4EA9-88D1-66B09FDC56A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DBC74B2A-CE0D-4969-BA3B-1F52E9FF8A9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0188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313A2D7-6DD2-4822-B4BD-03ACF883EB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1278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13A2D7-6DD2-4822-B4BD-03ACF883EB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07424" y="1785600"/>
            <a:ext cx="4725386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D921E3-6619-46D9-AB24-72ED6DCCF79A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B1D891-45AE-4F10-BA85-EF74961EBCA1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2" name="bg object 17">
              <a:extLst>
                <a:ext uri="{FF2B5EF4-FFF2-40B4-BE49-F238E27FC236}">
                  <a16:creationId xmlns:a16="http://schemas.microsoft.com/office/drawing/2014/main" id="{D47B3641-BCB3-45C5-9FCC-78D742F9AA8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C35A2D-B0B6-4F98-9ED6-DD679C69FFA0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4" name="bg object 18">
                <a:extLst>
                  <a:ext uri="{FF2B5EF4-FFF2-40B4-BE49-F238E27FC236}">
                    <a16:creationId xmlns:a16="http://schemas.microsoft.com/office/drawing/2014/main" id="{5B71851F-069A-4D01-998D-BC2F065F8DFF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5" name="bg object 19">
                <a:extLst>
                  <a:ext uri="{FF2B5EF4-FFF2-40B4-BE49-F238E27FC236}">
                    <a16:creationId xmlns:a16="http://schemas.microsoft.com/office/drawing/2014/main" id="{A75D069D-3454-493D-B3F6-A3235C37E4F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6" name="bg object 20">
                <a:extLst>
                  <a:ext uri="{FF2B5EF4-FFF2-40B4-BE49-F238E27FC236}">
                    <a16:creationId xmlns:a16="http://schemas.microsoft.com/office/drawing/2014/main" id="{AC0109BC-D09B-459B-B419-355293E0FCF5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3E327F37-19EB-4428-A4D1-8A987B4BB2D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8" name="bg object 22">
                <a:extLst>
                  <a:ext uri="{FF2B5EF4-FFF2-40B4-BE49-F238E27FC236}">
                    <a16:creationId xmlns:a16="http://schemas.microsoft.com/office/drawing/2014/main" id="{84AD7879-9732-4D2D-93DF-057A4AC1E4AB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0269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94C68D7-E616-422D-A42D-5471AA7507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55326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4C68D7-E616-422D-A42D-5471AA7507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1785600"/>
            <a:ext cx="6584538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9F454-EA07-4D95-8BFC-13FB4EB6EE63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EC0F09-9496-4CB0-925B-647ECEE80C7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24FB76FF-362D-4F4B-9159-8E9EA6E2C23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CD4B0C3-76CB-4CA8-8A30-6135A602E5B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AF7933F8-2112-4B9E-B28C-02EAE9C16093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AB49F495-088C-4FA8-A451-D22850787E5F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39B98B86-BFF1-4A4D-BA32-0D676DA8BD3E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0C95F8A2-2F1F-42B2-92DB-3B10D6923EB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721EDA24-B9B3-4B5B-8933-B907E233CD2D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5304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1C8CF9A-4519-40E3-A0CA-DCA976058E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224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C8CF9A-4519-40E3-A0CA-DCA976058E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800" baseline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F58971-CB61-4D88-A3AC-16CC9F0922F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294430-3C23-4895-98BD-FA8E171FBF00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62641EA9-91D1-4A4E-B233-E6A2C46621F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5DB7DE-FFE8-49A6-B54A-8C9C3A28A7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7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BB9517E-22B2-4BA2-8B7F-CBCC8B4CC7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8353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B9517E-22B2-4BA2-8B7F-CBCC8B4CC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</p:spPr>
        <p:txBody>
          <a:bodyPr vert="horz" anchor="ctr" anchorCtr="0">
            <a:noAutofit/>
          </a:bodyPr>
          <a:lstStyle>
            <a:lvl1pPr>
              <a:defRPr sz="28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73A1D7-0AFC-4649-A9CC-81AFA6E51AF2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5C8B2C-1D8D-4E20-9168-9587AAACE261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1" name="bg object 17">
              <a:extLst>
                <a:ext uri="{FF2B5EF4-FFF2-40B4-BE49-F238E27FC236}">
                  <a16:creationId xmlns:a16="http://schemas.microsoft.com/office/drawing/2014/main" id="{35730196-594A-44AB-A4FF-5005657A492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97D8CB2-6DAF-43AE-9D35-3057B110682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A5A9776F-5113-4A41-B42A-2A023629720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F485193D-C3EC-4981-A7B4-C356B1ECEE4D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74974F10-81F1-48CF-9A85-9A4A5F040828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45F36BAF-1518-4A1F-8C67-A9CFFCB390B5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2" name="bg object 22">
                <a:extLst>
                  <a:ext uri="{FF2B5EF4-FFF2-40B4-BE49-F238E27FC236}">
                    <a16:creationId xmlns:a16="http://schemas.microsoft.com/office/drawing/2014/main" id="{C592EECF-9F57-43FA-A87C-EFE1A816FC60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8670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5728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24" imgH="324" progId="TCLayout.ActiveDocument.1">
                  <p:embed/>
                </p:oleObj>
              </mc:Choice>
              <mc:Fallback>
                <p:oleObj name="Slide do think-cell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8C60CB-F93A-4715-98D0-12A4E03747E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D23244-AEA4-4760-B03B-DF5CE59F73A7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66FF302D-EACC-44C1-8D19-AC239CB586D7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D7656A3-DABD-493F-A60A-70C68D833B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535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9EA5DF5-7275-40EF-9218-69CBEF1D26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750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EA5DF5-7275-40EF-9218-69CBEF1D26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779620-E5F8-41AE-9F1B-D0195E281D08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A1DFC0-715D-4AD8-B37B-ECB687D228B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B9FCB42F-41C7-438E-BF14-F026E728A63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9EFFA6D-41AD-416D-A21D-C570B92580FA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FC439453-B0DF-4782-A7FE-9BD746F889FD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14CF3FF7-4594-4CC2-9470-8A22CD919C7D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2CCD8F02-0474-483C-9140-3ED2ECE3902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BCAB042B-E677-43B0-9478-5F26D7C736B3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EB34F91C-0CA9-47B4-BBB4-67DB09A750B9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3970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CE17C6A-37DA-46F7-ACB4-E4C8565C17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0923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E17C6A-37DA-46F7-ACB4-E4C8565C17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F75F78-D940-4720-A50D-43A05A536139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53577AB-BC5B-49D5-A72A-A5818A701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6725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F7CEF-06DB-4BE1-8C28-8DC8D51E21B4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4B6DAE36-EEBD-4503-A7D7-3DFB6C20935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5684233-BF57-410E-9DB6-317DE7E84A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848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982EF48-D000-416D-AE4A-BF9E604768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025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82EF48-D000-416D-AE4A-BF9E604768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E04BF3-206C-43BA-9C4B-58B1F2DCD540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449BB9A5-045E-4FEE-B05E-EE7273781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6725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87260E-3850-4665-BAFF-2717F924B39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14842CE4-D3BF-4C43-8CBD-7480465569C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0D209BF-9AAC-4312-8788-D2FD2DE19692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CE8B19F6-8267-495B-B1A2-095E5DFE1176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D0B86590-DD3F-4CD8-8AEC-D535F90080BC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9A2605FD-1530-402E-B54E-0ABEBE1F25B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EC13E822-5CC9-4F09-9E09-46108CFB35F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80E04E66-6BB9-4695-97DA-5E4F7E9A9EB9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277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E367384-F2FE-49CB-AF1B-842CE6ADF6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9404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367384-F2FE-49CB-AF1B-842CE6ADF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067A7B-719B-4B44-B41F-4A1339D0039C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9AFCB3B-5D61-4FA6-812E-5688332C7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A4A91-070D-465E-8E32-CA55810B864E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48F38FF0-56E6-4D38-90A8-6FE9F332148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E3B1A2C-2130-466B-BBA1-1E9D7DFCBE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1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F703912-BD2D-4502-88EE-2E518EB24B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2026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703912-BD2D-4502-88EE-2E518EB24B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CC3908-B5C7-4BDB-8B92-D963255ED8C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CC9B3FE3-2334-4D81-9B2F-49ED2B6F0A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78C6ED-3A55-42EF-83A9-C13BFBC8D905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0D5CC432-34A0-4B94-A992-C95AAA61628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9CDFC07-3230-43A5-B1AB-18B5F7237D7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779B611F-339F-4668-9BDC-296B120EFE2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FDB68147-8C92-4406-AD59-6045F5E59F5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59385DCE-3C18-46C9-BA83-27527230F961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6F104FE7-7A0B-461E-9DFA-19E4CE712104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1" name="bg object 22">
                <a:extLst>
                  <a:ext uri="{FF2B5EF4-FFF2-40B4-BE49-F238E27FC236}">
                    <a16:creationId xmlns:a16="http://schemas.microsoft.com/office/drawing/2014/main" id="{BE30021D-BD19-4783-B267-141820C5495B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7082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2C3DE4E-9A3D-4865-8F82-6519F40B7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148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C3DE4E-9A3D-4865-8F82-6519F40B7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9CE9FE-6622-4105-9186-C5DAA958ACD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8A874D-8B47-4B72-B464-FE4AAE68F1BD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FC90C2C1-816B-4CD9-8A00-1A16938FAD2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BA127C3-BABE-4444-9D67-191383BD6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37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F931399-0E60-4137-A78E-F8A8C14C0C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6599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931399-0E60-4137-A78E-F8A8C14C0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507424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2F6224-FF79-4496-9D67-A8C9F3F4CBB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663AB175-A32A-477C-AA3D-064A0F7AF92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F2F30E-227F-4BFE-96CE-3C1572A05F9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11F9D8E0-1675-4642-90AA-6CD809581C6F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1B56E25A-EDCE-4807-AE0A-5F64D05CEAF9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630BDFE3-DD1B-41EB-B7AA-C90DA705D5A5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327C841E-9B31-41AB-84D4-FA07BF7FD9C8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B6300122-1771-4CB1-B8A7-53E6B050B49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1412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0D1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7749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24" imgH="324" progId="TCLayout.ActiveDocument.1">
                  <p:embed/>
                </p:oleObj>
              </mc:Choice>
              <mc:Fallback>
                <p:oleObj name="Slide do think-cell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1834C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1347A-F616-438E-9AF0-CE8A634FAA2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966DF2-1640-4DCD-8BAB-5D73BE849429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E5AC00FB-933A-4C55-BBFE-D19D565369F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303EBF0-75C4-4FC8-8E5C-925E375D37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34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A16FC9A-EFE4-4E09-BF53-038FD7C593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7700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16FC9A-EFE4-4E09-BF53-038FD7C59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C8DCD-3DC5-437F-A289-FFC36BA159F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F59090A-A95A-4E7E-B72E-BE844AEB6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8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C8C6E9-3989-4468-8E25-99ED58E2249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0" name="bg object 17">
              <a:extLst>
                <a:ext uri="{FF2B5EF4-FFF2-40B4-BE49-F238E27FC236}">
                  <a16:creationId xmlns:a16="http://schemas.microsoft.com/office/drawing/2014/main" id="{E448F593-D3EC-46FF-8917-9C66DDD4222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D7DFC5-3BCB-49FB-924B-812CCDCC4F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018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316309-784E-4DE0-BB73-D1E3E72A99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2222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316309-784E-4DE0-BB73-D1E3E72A9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E6C45A-C07C-4F8D-926B-A82D410E5A15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9" name="bg object 17">
              <a:extLst>
                <a:ext uri="{FF2B5EF4-FFF2-40B4-BE49-F238E27FC236}">
                  <a16:creationId xmlns:a16="http://schemas.microsoft.com/office/drawing/2014/main" id="{BD9DCB61-5329-4141-B8F7-BC206BE3119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8EBE504-1F6E-4AF3-AB6C-0274B50CF05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2D00812C-A05A-4FEE-9CDD-8C67189F75BC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5AF3B6F1-F5C6-43A9-B381-DE023083FC37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E5C824BC-6FB0-4A3A-A055-3E21DA734F2A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88A1AC7C-25E1-49B1-A400-A79CFAE0FC4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C441F83B-CA83-40B0-B96A-773A55EB3AD2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3033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10915F0-8335-4881-913F-DE4F13F05D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8404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0915F0-8335-4881-913F-DE4F13F05D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96685-5915-441E-B61A-10505EB4B764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F040F8-2C44-469A-8ACB-719C62BCB4C8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E25B6939-5D1D-4C9E-986E-D8148E58344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D73C2B1-9A0C-42E3-9228-2E87D41B81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376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5D1B9B7-CEF6-4DB7-A1A6-358E1CDB2B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7340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D1B9B7-CEF6-4DB7-A1A6-358E1CDB2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4C4B6-DDF1-4205-9D13-9944A98DC7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5498" y="1664256"/>
            <a:ext cx="6209071" cy="3323987"/>
          </a:xfrm>
        </p:spPr>
        <p:txBody>
          <a:bodyPr wrap="square" lIns="0" tIns="0" rIns="0" bIns="0" anchor="ctr">
            <a:noAutofit/>
          </a:bodyPr>
          <a:lstStyle>
            <a:lvl1pPr>
              <a:defRPr lang="en-US" sz="1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Text</a:t>
            </a:r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507424" y="2973076"/>
            <a:ext cx="354555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00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764240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0CF864-624C-4DCB-B2E1-9B91C7CCB16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E4DBA0E0-8AD1-4D40-ADF8-8AF97C7B46D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04F62CF-FD98-4E99-AA45-646D527112A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7" name="bg object 18">
                <a:extLst>
                  <a:ext uri="{FF2B5EF4-FFF2-40B4-BE49-F238E27FC236}">
                    <a16:creationId xmlns:a16="http://schemas.microsoft.com/office/drawing/2014/main" id="{85EAC149-45E1-41AB-9043-BD583D599275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8" name="bg object 19">
                <a:extLst>
                  <a:ext uri="{FF2B5EF4-FFF2-40B4-BE49-F238E27FC236}">
                    <a16:creationId xmlns:a16="http://schemas.microsoft.com/office/drawing/2014/main" id="{63552E6D-A3DD-44E3-B32C-A9CCB0A5F5D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9" name="bg object 20">
                <a:extLst>
                  <a:ext uri="{FF2B5EF4-FFF2-40B4-BE49-F238E27FC236}">
                    <a16:creationId xmlns:a16="http://schemas.microsoft.com/office/drawing/2014/main" id="{F01038AD-51E7-4643-B6BF-9D6163CC107E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863454F8-4FE1-47CC-9A37-80C378221E5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8" name="bg object 22">
                <a:extLst>
                  <a:ext uri="{FF2B5EF4-FFF2-40B4-BE49-F238E27FC236}">
                    <a16:creationId xmlns:a16="http://schemas.microsoft.com/office/drawing/2014/main" id="{B5741117-5ADE-4F5D-A4B5-C792709BF8D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6685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39231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4" imgH="384" progId="TCLayout.ActiveDocument.1">
                  <p:embed/>
                </p:oleObj>
              </mc:Choice>
              <mc:Fallback>
                <p:oleObj name="Slide do think-cell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bg object 17">
            <a:extLst>
              <a:ext uri="{FF2B5EF4-FFF2-40B4-BE49-F238E27FC236}">
                <a16:creationId xmlns:a16="http://schemas.microsoft.com/office/drawing/2014/main" id="{EEA75703-34D8-4353-A1F0-0DEF5D8DD40D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32F81C-4D3C-4C9D-811F-52F0D38838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5A6931AB-5E0F-4EDD-9AD1-ADC26BA78D63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817751" y="5871590"/>
            <a:ext cx="389902" cy="482803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8A7BCADC-B051-49E0-B980-961630F0B25F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814693" y="5975016"/>
            <a:ext cx="138362" cy="174813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E1E0B00E-40DD-4F39-B1C1-B4B435195FE7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981927" y="5978726"/>
            <a:ext cx="147702" cy="171102"/>
          </a:xfrm>
          <a:prstGeom prst="rect">
            <a:avLst/>
          </a:prstGeom>
        </p:spPr>
      </p:pic>
      <p:pic>
        <p:nvPicPr>
          <p:cNvPr id="16" name="object 7">
            <a:extLst>
              <a:ext uri="{FF2B5EF4-FFF2-40B4-BE49-F238E27FC236}">
                <a16:creationId xmlns:a16="http://schemas.microsoft.com/office/drawing/2014/main" id="{527EBA5C-CDA4-461A-8AAD-F8DB7911915E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155249" y="5978726"/>
            <a:ext cx="135960" cy="167385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8DA994D9-21B9-45E1-83B9-CF59E9508D2E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319574" y="5978726"/>
            <a:ext cx="138597" cy="167385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444EAB1A-8C57-433A-8A72-F4CD44669621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651568" y="6251121"/>
            <a:ext cx="161495" cy="99770"/>
          </a:xfrm>
          <a:prstGeom prst="rect">
            <a:avLst/>
          </a:prstGeom>
        </p:spPr>
      </p:pic>
      <p:sp>
        <p:nvSpPr>
          <p:cNvPr id="19" name="object 10">
            <a:extLst>
              <a:ext uri="{FF2B5EF4-FFF2-40B4-BE49-F238E27FC236}">
                <a16:creationId xmlns:a16="http://schemas.microsoft.com/office/drawing/2014/main" id="{76E8D0E9-235A-4366-B981-F0F6EC1EC033}"/>
              </a:ext>
            </a:extLst>
          </p:cNvPr>
          <p:cNvSpPr/>
          <p:nvPr userDrawn="1"/>
        </p:nvSpPr>
        <p:spPr>
          <a:xfrm>
            <a:off x="867460" y="6253149"/>
            <a:ext cx="96520" cy="95885"/>
          </a:xfrm>
          <a:custGeom>
            <a:avLst/>
            <a:gdLst/>
            <a:ahLst/>
            <a:cxnLst/>
            <a:rect l="l" t="t" r="r" b="b"/>
            <a:pathLst>
              <a:path w="96519" h="95885">
                <a:moveTo>
                  <a:pt x="67081" y="85344"/>
                </a:moveTo>
                <a:lnTo>
                  <a:pt x="11480" y="85344"/>
                </a:lnTo>
                <a:lnTo>
                  <a:pt x="11480" y="0"/>
                </a:lnTo>
                <a:lnTo>
                  <a:pt x="0" y="0"/>
                </a:lnTo>
                <a:lnTo>
                  <a:pt x="0" y="95554"/>
                </a:lnTo>
                <a:lnTo>
                  <a:pt x="67081" y="95554"/>
                </a:lnTo>
                <a:lnTo>
                  <a:pt x="67081" y="85344"/>
                </a:lnTo>
                <a:close/>
              </a:path>
              <a:path w="96519" h="95885">
                <a:moveTo>
                  <a:pt x="96380" y="0"/>
                </a:moveTo>
                <a:lnTo>
                  <a:pt x="84899" y="0"/>
                </a:lnTo>
                <a:lnTo>
                  <a:pt x="84899" y="95554"/>
                </a:lnTo>
                <a:lnTo>
                  <a:pt x="96380" y="95554"/>
                </a:lnTo>
                <a:lnTo>
                  <a:pt x="96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0" name="object 11">
            <a:extLst>
              <a:ext uri="{FF2B5EF4-FFF2-40B4-BE49-F238E27FC236}">
                <a16:creationId xmlns:a16="http://schemas.microsoft.com/office/drawing/2014/main" id="{CBBC949B-5596-4982-8A7B-BF3846558C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83985" y="6251206"/>
            <a:ext cx="254713" cy="99348"/>
          </a:xfrm>
          <a:prstGeom prst="rect">
            <a:avLst/>
          </a:prstGeom>
        </p:spPr>
      </p:pic>
      <p:pic>
        <p:nvPicPr>
          <p:cNvPr id="21" name="object 12">
            <a:extLst>
              <a:ext uri="{FF2B5EF4-FFF2-40B4-BE49-F238E27FC236}">
                <a16:creationId xmlns:a16="http://schemas.microsoft.com/office/drawing/2014/main" id="{1E697135-E614-4741-91A9-A2B944F973E7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260202" y="6253141"/>
            <a:ext cx="85842" cy="95555"/>
          </a:xfrm>
          <a:prstGeom prst="rect">
            <a:avLst/>
          </a:prstGeom>
        </p:spPr>
      </p:pic>
      <p:pic>
        <p:nvPicPr>
          <p:cNvPr id="22" name="object 13">
            <a:extLst>
              <a:ext uri="{FF2B5EF4-FFF2-40B4-BE49-F238E27FC236}">
                <a16:creationId xmlns:a16="http://schemas.microsoft.com/office/drawing/2014/main" id="{96F96A15-4C0A-4E65-860B-1FA66DCC83BD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403216" y="6253141"/>
            <a:ext cx="84685" cy="95555"/>
          </a:xfrm>
          <a:prstGeom prst="rect">
            <a:avLst/>
          </a:prstGeom>
        </p:spPr>
      </p:pic>
      <p:pic>
        <p:nvPicPr>
          <p:cNvPr id="23" name="object 14">
            <a:extLst>
              <a:ext uri="{FF2B5EF4-FFF2-40B4-BE49-F238E27FC236}">
                <a16:creationId xmlns:a16="http://schemas.microsoft.com/office/drawing/2014/main" id="{B9BBC003-6BFD-4788-827B-4252E03FF8BB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513486" y="6253141"/>
            <a:ext cx="104695" cy="95555"/>
          </a:xfrm>
          <a:prstGeom prst="rect">
            <a:avLst/>
          </a:prstGeom>
        </p:spPr>
      </p:pic>
      <p:sp>
        <p:nvSpPr>
          <p:cNvPr id="24" name="object 15">
            <a:extLst>
              <a:ext uri="{FF2B5EF4-FFF2-40B4-BE49-F238E27FC236}">
                <a16:creationId xmlns:a16="http://schemas.microsoft.com/office/drawing/2014/main" id="{EA87978B-24C7-45E4-9A0E-43F8B4DB2E8B}"/>
              </a:ext>
            </a:extLst>
          </p:cNvPr>
          <p:cNvSpPr/>
          <p:nvPr userDrawn="1"/>
        </p:nvSpPr>
        <p:spPr>
          <a:xfrm>
            <a:off x="647199" y="6199630"/>
            <a:ext cx="977900" cy="0"/>
          </a:xfrm>
          <a:custGeom>
            <a:avLst/>
            <a:gdLst/>
            <a:ahLst/>
            <a:cxnLst/>
            <a:rect l="l" t="t" r="r" b="b"/>
            <a:pathLst>
              <a:path w="977900">
                <a:moveTo>
                  <a:pt x="0" y="0"/>
                </a:moveTo>
                <a:lnTo>
                  <a:pt x="977628" y="0"/>
                </a:lnTo>
              </a:path>
            </a:pathLst>
          </a:custGeom>
          <a:ln w="126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23C16B0F-92EC-4BEA-A165-54F0A8E2E3DD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09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424C7B7-2A32-49D5-A457-E5C8345EC8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9799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24C7B7-2A32-49D5-A457-E5C8345EC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0E5C0EF-12C2-4CB8-A258-0EA3BD7503C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59" name="bg object 17">
              <a:extLst>
                <a:ext uri="{FF2B5EF4-FFF2-40B4-BE49-F238E27FC236}">
                  <a16:creationId xmlns:a16="http://schemas.microsoft.com/office/drawing/2014/main" id="{F508242E-FA41-44D5-88BB-FEFEAFDF237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89FB7DC-5D18-4F04-882A-892DA76801A0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61" name="bg object 18">
                <a:extLst>
                  <a:ext uri="{FF2B5EF4-FFF2-40B4-BE49-F238E27FC236}">
                    <a16:creationId xmlns:a16="http://schemas.microsoft.com/office/drawing/2014/main" id="{10A3F58F-5741-4161-AE9C-900319348F2B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62" name="bg object 19">
                <a:extLst>
                  <a:ext uri="{FF2B5EF4-FFF2-40B4-BE49-F238E27FC236}">
                    <a16:creationId xmlns:a16="http://schemas.microsoft.com/office/drawing/2014/main" id="{4AA344D9-3519-46A7-B510-72702498A67E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63" name="bg object 20">
                <a:extLst>
                  <a:ext uri="{FF2B5EF4-FFF2-40B4-BE49-F238E27FC236}">
                    <a16:creationId xmlns:a16="http://schemas.microsoft.com/office/drawing/2014/main" id="{55BC92EB-9527-4DD7-A775-152F45FD1FBE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64" name="bg object 21">
                <a:extLst>
                  <a:ext uri="{FF2B5EF4-FFF2-40B4-BE49-F238E27FC236}">
                    <a16:creationId xmlns:a16="http://schemas.microsoft.com/office/drawing/2014/main" id="{4864B917-8B00-44E8-BCF4-2CCF38106945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65" name="bg object 22">
                <a:extLst>
                  <a:ext uri="{FF2B5EF4-FFF2-40B4-BE49-F238E27FC236}">
                    <a16:creationId xmlns:a16="http://schemas.microsoft.com/office/drawing/2014/main" id="{DE94D198-898C-4373-B6C6-0574E319CDE8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15DA440-4B1E-4F98-A2AD-653B0E101055}"/>
              </a:ext>
            </a:extLst>
          </p:cNvPr>
          <p:cNvGrpSpPr/>
          <p:nvPr userDrawn="1"/>
        </p:nvGrpSpPr>
        <p:grpSpPr>
          <a:xfrm>
            <a:off x="-600" y="0"/>
            <a:ext cx="12193200" cy="6858000"/>
            <a:chOff x="-600" y="0"/>
            <a:chExt cx="12193200" cy="6858000"/>
          </a:xfrm>
        </p:grpSpPr>
        <p:sp>
          <p:nvSpPr>
            <p:cNvPr id="67" name="No fly zone">
              <a:extLst>
                <a:ext uri="{FF2B5EF4-FFF2-40B4-BE49-F238E27FC236}">
                  <a16:creationId xmlns:a16="http://schemas.microsoft.com/office/drawing/2014/main" id="{09C19710-67A7-4172-97B2-722BFA8FA0C4}"/>
                </a:ext>
              </a:extLst>
            </p:cNvPr>
            <p:cNvSpPr/>
            <p:nvPr/>
          </p:nvSpPr>
          <p:spPr>
            <a:xfrm>
              <a:off x="-600" y="0"/>
              <a:ext cx="12193199" cy="6858000"/>
            </a:xfrm>
            <a:custGeom>
              <a:avLst/>
              <a:gdLst>
                <a:gd name="connsiteX0" fmla="*/ 0 w 12193199"/>
                <a:gd name="connsiteY0" fmla="*/ 0 h 6858000"/>
                <a:gd name="connsiteX1" fmla="*/ 12193199 w 12193199"/>
                <a:gd name="connsiteY1" fmla="*/ 0 h 6858000"/>
                <a:gd name="connsiteX2" fmla="*/ 12193199 w 12193199"/>
                <a:gd name="connsiteY2" fmla="*/ 622800 h 6858000"/>
                <a:gd name="connsiteX3" fmla="*/ 12191999 w 12193199"/>
                <a:gd name="connsiteY3" fmla="*/ 622800 h 6858000"/>
                <a:gd name="connsiteX4" fmla="*/ 12191999 w 12193199"/>
                <a:gd name="connsiteY4" fmla="*/ 6160597 h 6858000"/>
                <a:gd name="connsiteX5" fmla="*/ 12193199 w 12193199"/>
                <a:gd name="connsiteY5" fmla="*/ 6160597 h 6858000"/>
                <a:gd name="connsiteX6" fmla="*/ 12193199 w 12193199"/>
                <a:gd name="connsiteY6" fmla="*/ 6858000 h 6858000"/>
                <a:gd name="connsiteX7" fmla="*/ 12191999 w 12193199"/>
                <a:gd name="connsiteY7" fmla="*/ 6858000 h 6858000"/>
                <a:gd name="connsiteX8" fmla="*/ 11561999 w 12193199"/>
                <a:gd name="connsiteY8" fmla="*/ 6858000 h 6858000"/>
                <a:gd name="connsiteX9" fmla="*/ 630001 w 12193199"/>
                <a:gd name="connsiteY9" fmla="*/ 6858000 h 6858000"/>
                <a:gd name="connsiteX10" fmla="*/ 1 w 12193199"/>
                <a:gd name="connsiteY10" fmla="*/ 6858000 h 6858000"/>
                <a:gd name="connsiteX11" fmla="*/ 1 w 12193199"/>
                <a:gd name="connsiteY11" fmla="*/ 6160597 h 6858000"/>
                <a:gd name="connsiteX12" fmla="*/ 1 w 12193199"/>
                <a:gd name="connsiteY12" fmla="*/ 622800 h 6858000"/>
                <a:gd name="connsiteX13" fmla="*/ 0 w 12193199"/>
                <a:gd name="connsiteY13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3199" h="6858000">
                  <a:moveTo>
                    <a:pt x="0" y="0"/>
                  </a:moveTo>
                  <a:lnTo>
                    <a:pt x="12193199" y="0"/>
                  </a:lnTo>
                  <a:lnTo>
                    <a:pt x="12193199" y="622800"/>
                  </a:lnTo>
                  <a:lnTo>
                    <a:pt x="12191999" y="622800"/>
                  </a:lnTo>
                  <a:lnTo>
                    <a:pt x="12191999" y="6160597"/>
                  </a:lnTo>
                  <a:lnTo>
                    <a:pt x="12193199" y="6160597"/>
                  </a:lnTo>
                  <a:lnTo>
                    <a:pt x="12193199" y="6858000"/>
                  </a:lnTo>
                  <a:lnTo>
                    <a:pt x="12191999" y="6858000"/>
                  </a:lnTo>
                  <a:lnTo>
                    <a:pt x="11561999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8" name="Slide edges">
              <a:extLst>
                <a:ext uri="{FF2B5EF4-FFF2-40B4-BE49-F238E27FC236}">
                  <a16:creationId xmlns:a16="http://schemas.microsoft.com/office/drawing/2014/main" id="{39B98D45-E20A-413E-9823-F628D6D83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E6F7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myWhite">
              <a:extLst>
                <a:ext uri="{FF2B5EF4-FFF2-40B4-BE49-F238E27FC236}">
                  <a16:creationId xmlns:a16="http://schemas.microsoft.com/office/drawing/2014/main" id="{7BE7582C-C734-40EE-8880-FDD9D445A565}"/>
                </a:ext>
              </a:extLst>
            </p:cNvPr>
            <p:cNvSpPr/>
            <p:nvPr/>
          </p:nvSpPr>
          <p:spPr>
            <a:xfrm>
              <a:off x="507423" y="454278"/>
              <a:ext cx="11177144" cy="5530596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rgbClr val="FFFFFF"/>
                </a:solidFill>
              </a:endParaRPr>
            </a:p>
          </p:txBody>
        </p:sp>
        <p:grpSp>
          <p:nvGrpSpPr>
            <p:cNvPr id="70" name="Baselines / anchors">
              <a:extLst>
                <a:ext uri="{FF2B5EF4-FFF2-40B4-BE49-F238E27FC236}">
                  <a16:creationId xmlns:a16="http://schemas.microsoft.com/office/drawing/2014/main" id="{3A7373B8-862C-4930-BC41-0C27A2D07CBA}"/>
                </a:ext>
              </a:extLst>
            </p:cNvPr>
            <p:cNvGrpSpPr/>
            <p:nvPr/>
          </p:nvGrpSpPr>
          <p:grpSpPr>
            <a:xfrm>
              <a:off x="-600" y="454278"/>
              <a:ext cx="12193200" cy="5530596"/>
              <a:chOff x="12623800" y="622800"/>
              <a:chExt cx="11176000" cy="5536800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3D54B6C-B23E-426F-B8D9-A7374C060666}"/>
                  </a:ext>
                </a:extLst>
              </p:cNvPr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662B45B-D76E-4652-9923-E2F13FC6C5F2}"/>
                  </a:ext>
                </a:extLst>
              </p:cNvPr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E1DDC114-FC8F-4F18-B063-D12136866DCC}"/>
                  </a:ext>
                </a:extLst>
              </p:cNvPr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1841615-DAC0-4082-9D8D-C963DA4E129C}"/>
                  </a:ext>
                </a:extLst>
              </p:cNvPr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65480889-56F0-494E-849E-716740FAB873}"/>
                  </a:ext>
                </a:extLst>
              </p:cNvPr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1BA776C4-16D0-466F-B826-002D6805353F}"/>
                  </a:ext>
                </a:extLst>
              </p:cNvPr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56D4E5BB-9CF5-43F8-8435-BEFCAD5E872A}"/>
                  </a:ext>
                </a:extLst>
              </p:cNvPr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C155C239-1D14-45C7-9D61-35BE5F7A0E88}"/>
                  </a:ext>
                </a:extLst>
              </p:cNvPr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A800973F-B6DC-484A-A1D0-F5D275973029}"/>
                  </a:ext>
                </a:extLst>
              </p:cNvPr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165FD012-2B43-4911-8BE5-42096B8E3B0E}"/>
                  </a:ext>
                </a:extLst>
              </p:cNvPr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D4A679B5-C828-40CA-8684-BA438243A584}"/>
                  </a:ext>
                </a:extLst>
              </p:cNvPr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BD841068-D7FB-422D-A18C-266364310CC9}"/>
                  </a:ext>
                </a:extLst>
              </p:cNvPr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C4BE8EF4-63F2-42AF-9DC0-260E944513FB}"/>
                  </a:ext>
                </a:extLst>
              </p:cNvPr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9956FC1B-9D0A-4370-B615-66D8E7457AE5}"/>
                  </a:ext>
                </a:extLst>
              </p:cNvPr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552562AE-719E-4298-8849-C1013A4F7581}"/>
                  </a:ext>
                </a:extLst>
              </p:cNvPr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D85645A-93F9-4B3A-898D-7A734254DD41}"/>
                  </a:ext>
                </a:extLst>
              </p:cNvPr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A66657AB-539E-4891-8C10-D6C8CB9FAB4E}"/>
                  </a:ext>
                </a:extLst>
              </p:cNvPr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C57DDDE2-436C-49C4-9B59-DD8E559A7902}"/>
                  </a:ext>
                </a:extLst>
              </p:cNvPr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AE1805DB-BE85-4F2C-B901-F410B2728910}"/>
                  </a:ext>
                </a:extLst>
              </p:cNvPr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B828B49C-ED31-4721-B325-01C6AB1D4848}"/>
                  </a:ext>
                </a:extLst>
              </p:cNvPr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Footnote measure">
              <a:extLst>
                <a:ext uri="{FF2B5EF4-FFF2-40B4-BE49-F238E27FC236}">
                  <a16:creationId xmlns:a16="http://schemas.microsoft.com/office/drawing/2014/main" id="{683AD43F-3103-4D01-AC2B-540BE7D53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5984873"/>
              <a:ext cx="11177144" cy="415498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2" name="Whitespace measure">
              <a:extLst>
                <a:ext uri="{FF2B5EF4-FFF2-40B4-BE49-F238E27FC236}">
                  <a16:creationId xmlns:a16="http://schemas.microsoft.com/office/drawing/2014/main" id="{AF9DD11A-858D-4C7A-849C-8FDE79A3D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1328098"/>
              <a:ext cx="11177144" cy="57690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grpSp>
          <p:nvGrpSpPr>
            <p:cNvPr id="73" name="Five column measure">
              <a:extLst>
                <a:ext uri="{FF2B5EF4-FFF2-40B4-BE49-F238E27FC236}">
                  <a16:creationId xmlns:a16="http://schemas.microsoft.com/office/drawing/2014/main" id="{FCB730E6-C95A-46E1-BD45-624124BDB533}"/>
                </a:ext>
              </a:extLst>
            </p:cNvPr>
            <p:cNvGrpSpPr/>
            <p:nvPr/>
          </p:nvGrpSpPr>
          <p:grpSpPr>
            <a:xfrm>
              <a:off x="507423" y="5839337"/>
              <a:ext cx="11177144" cy="79536"/>
              <a:chOff x="629400" y="5975122"/>
              <a:chExt cx="10933200" cy="79536"/>
            </a:xfrm>
          </p:grpSpPr>
          <p:sp>
            <p:nvSpPr>
              <p:cNvPr id="90" name="Rectangle 5">
                <a:extLst>
                  <a:ext uri="{FF2B5EF4-FFF2-40B4-BE49-F238E27FC236}">
                    <a16:creationId xmlns:a16="http://schemas.microsoft.com/office/drawing/2014/main" id="{018BFF99-9383-4DC6-BEB5-129225225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1" name="Rectangle 7">
                <a:extLst>
                  <a:ext uri="{FF2B5EF4-FFF2-40B4-BE49-F238E27FC236}">
                    <a16:creationId xmlns:a16="http://schemas.microsoft.com/office/drawing/2014/main" id="{346836D0-C502-464C-8A2D-A6D21C839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2" name="Rectangle 9">
                <a:extLst>
                  <a:ext uri="{FF2B5EF4-FFF2-40B4-BE49-F238E27FC236}">
                    <a16:creationId xmlns:a16="http://schemas.microsoft.com/office/drawing/2014/main" id="{0363C3BF-E7C2-483B-8902-6FAB5E4D5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8E58BE82-E576-41F6-94B5-EF7386163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6" name="Rectangle 13">
                <a:extLst>
                  <a:ext uri="{FF2B5EF4-FFF2-40B4-BE49-F238E27FC236}">
                    <a16:creationId xmlns:a16="http://schemas.microsoft.com/office/drawing/2014/main" id="{9F7311AE-0615-438D-94B3-69CFC3DE6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74" name="Live area">
              <a:extLst>
                <a:ext uri="{FF2B5EF4-FFF2-40B4-BE49-F238E27FC236}">
                  <a16:creationId xmlns:a16="http://schemas.microsoft.com/office/drawing/2014/main" id="{DBA591A0-E066-45EC-8D9E-0199178B5583}"/>
                </a:ext>
              </a:extLst>
            </p:cNvPr>
            <p:cNvSpPr/>
            <p:nvPr/>
          </p:nvSpPr>
          <p:spPr>
            <a:xfrm>
              <a:off x="507423" y="1905000"/>
              <a:ext cx="11177144" cy="4079874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5" name="Gutter space">
              <a:extLst>
                <a:ext uri="{FF2B5EF4-FFF2-40B4-BE49-F238E27FC236}">
                  <a16:creationId xmlns:a16="http://schemas.microsoft.com/office/drawing/2014/main" id="{8C4A5842-D257-4200-9860-09115E0A669D}"/>
                </a:ext>
              </a:extLst>
            </p:cNvPr>
            <p:cNvGrpSpPr/>
            <p:nvPr/>
          </p:nvGrpSpPr>
          <p:grpSpPr>
            <a:xfrm>
              <a:off x="507423" y="454278"/>
              <a:ext cx="11177144" cy="5530596"/>
              <a:chOff x="629400" y="623550"/>
              <a:chExt cx="10933199" cy="5537047"/>
            </a:xfrm>
          </p:grpSpPr>
          <p:sp>
            <p:nvSpPr>
              <p:cNvPr id="77" name="Rectangle 34">
                <a:extLst>
                  <a:ext uri="{FF2B5EF4-FFF2-40B4-BE49-F238E27FC236}">
                    <a16:creationId xmlns:a16="http://schemas.microsoft.com/office/drawing/2014/main" id="{EC1EB687-CF6B-4B51-BE2F-387ABD941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8" name="Rectangle 35">
                <a:extLst>
                  <a:ext uri="{FF2B5EF4-FFF2-40B4-BE49-F238E27FC236}">
                    <a16:creationId xmlns:a16="http://schemas.microsoft.com/office/drawing/2014/main" id="{5DC0BD0A-638E-4E7A-BC68-1058451EB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9" name="Rectangle 36">
                <a:extLst>
                  <a:ext uri="{FF2B5EF4-FFF2-40B4-BE49-F238E27FC236}">
                    <a16:creationId xmlns:a16="http://schemas.microsoft.com/office/drawing/2014/main" id="{6BF67C97-771E-4074-88F6-205C69BDE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0" name="Rectangle 37">
                <a:extLst>
                  <a:ext uri="{FF2B5EF4-FFF2-40B4-BE49-F238E27FC236}">
                    <a16:creationId xmlns:a16="http://schemas.microsoft.com/office/drawing/2014/main" id="{57DA26A1-1136-4DAC-974F-AC954F8E6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1" name="Rectangle 38">
                <a:extLst>
                  <a:ext uri="{FF2B5EF4-FFF2-40B4-BE49-F238E27FC236}">
                    <a16:creationId xmlns:a16="http://schemas.microsoft.com/office/drawing/2014/main" id="{33C08336-A02A-457A-BCD1-93614C4F1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2" name="Rectangle 39">
                <a:extLst>
                  <a:ext uri="{FF2B5EF4-FFF2-40B4-BE49-F238E27FC236}">
                    <a16:creationId xmlns:a16="http://schemas.microsoft.com/office/drawing/2014/main" id="{3534B51E-8AC8-4582-A9E2-04B357879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3" name="Rectangle 40">
                <a:extLst>
                  <a:ext uri="{FF2B5EF4-FFF2-40B4-BE49-F238E27FC236}">
                    <a16:creationId xmlns:a16="http://schemas.microsoft.com/office/drawing/2014/main" id="{15869A60-64E2-4807-9CEE-AC29F2F8A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0514097F-3C52-42F9-B9E4-4C6B7F05A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5" name="Rectangle 42">
                <a:extLst>
                  <a:ext uri="{FF2B5EF4-FFF2-40B4-BE49-F238E27FC236}">
                    <a16:creationId xmlns:a16="http://schemas.microsoft.com/office/drawing/2014/main" id="{C38F8DB5-28E0-4E99-8195-ECFA5D53A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6" name="Rectangle 43">
                <a:extLst>
                  <a:ext uri="{FF2B5EF4-FFF2-40B4-BE49-F238E27FC236}">
                    <a16:creationId xmlns:a16="http://schemas.microsoft.com/office/drawing/2014/main" id="{2913906D-2522-4255-82F2-9BBEB22EE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7" name="Rectangle 44">
                <a:extLst>
                  <a:ext uri="{FF2B5EF4-FFF2-40B4-BE49-F238E27FC236}">
                    <a16:creationId xmlns:a16="http://schemas.microsoft.com/office/drawing/2014/main" id="{FDAD1EA9-D57A-4D47-8CF6-B8BCEEE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8" name="Rectangle 40">
                <a:extLst>
                  <a:ext uri="{FF2B5EF4-FFF2-40B4-BE49-F238E27FC236}">
                    <a16:creationId xmlns:a16="http://schemas.microsoft.com/office/drawing/2014/main" id="{83E754F0-AA92-4C7C-B07C-46C0B65E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9" name="Rectangle 38">
                <a:extLst>
                  <a:ext uri="{FF2B5EF4-FFF2-40B4-BE49-F238E27FC236}">
                    <a16:creationId xmlns:a16="http://schemas.microsoft.com/office/drawing/2014/main" id="{7EBBEB69-9B0D-4B36-8FE5-4056912AE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599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76" name="Footnote example">
              <a:extLst>
                <a:ext uri="{FF2B5EF4-FFF2-40B4-BE49-F238E27FC236}">
                  <a16:creationId xmlns:a16="http://schemas.microsoft.com/office/drawing/2014/main" id="{67023368-5F43-4623-A895-185AA8B8A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4" y="5984873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A6A6A6"/>
                  </a:solidFill>
                  <a:sym typeface="Arial" panose="020B0604020202020204" pitchFamily="34" charset="0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A6A6A6"/>
                  </a:solidFill>
                  <a:sym typeface="Arial" panose="020B0604020202020204" pitchFamily="34" charset="0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A6A6A6"/>
                  </a:solidFill>
                  <a:sym typeface="Arial" panose="020B0604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37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348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4" imgH="384" progId="TCLayout.ActiveDocument.1">
                  <p:embed/>
                </p:oleObj>
              </mc:Choice>
              <mc:Fallback>
                <p:oleObj name="Slide do think-cell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41" name="bg object 17">
            <a:extLst>
              <a:ext uri="{FF2B5EF4-FFF2-40B4-BE49-F238E27FC236}">
                <a16:creationId xmlns:a16="http://schemas.microsoft.com/office/drawing/2014/main" id="{F575A17F-E122-4693-BA58-203B7D18A7F6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591273E-5A6E-4CFE-8C5F-31F17BA814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43" name="object 4">
            <a:extLst>
              <a:ext uri="{FF2B5EF4-FFF2-40B4-BE49-F238E27FC236}">
                <a16:creationId xmlns:a16="http://schemas.microsoft.com/office/drawing/2014/main" id="{899E588D-9B33-46F6-8E5C-70581D24456E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817750" y="5871590"/>
            <a:ext cx="389902" cy="482803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7ACE87ED-3649-4796-B1A7-6401F0107788}"/>
              </a:ext>
            </a:extLst>
          </p:cNvPr>
          <p:cNvGrpSpPr/>
          <p:nvPr userDrawn="1"/>
        </p:nvGrpSpPr>
        <p:grpSpPr>
          <a:xfrm>
            <a:off x="647199" y="5975016"/>
            <a:ext cx="977900" cy="375875"/>
            <a:chOff x="647199" y="5975016"/>
            <a:chExt cx="977900" cy="375875"/>
          </a:xfrm>
        </p:grpSpPr>
        <p:pic>
          <p:nvPicPr>
            <p:cNvPr id="45" name="object 5">
              <a:extLst>
                <a:ext uri="{FF2B5EF4-FFF2-40B4-BE49-F238E27FC236}">
                  <a16:creationId xmlns:a16="http://schemas.microsoft.com/office/drawing/2014/main" id="{3483E93F-BB3B-423D-939E-B49011D78146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814693" y="5975016"/>
              <a:ext cx="138362" cy="174813"/>
            </a:xfrm>
            <a:prstGeom prst="rect">
              <a:avLst/>
            </a:prstGeom>
          </p:spPr>
        </p:pic>
        <p:pic>
          <p:nvPicPr>
            <p:cNvPr id="46" name="object 6">
              <a:extLst>
                <a:ext uri="{FF2B5EF4-FFF2-40B4-BE49-F238E27FC236}">
                  <a16:creationId xmlns:a16="http://schemas.microsoft.com/office/drawing/2014/main" id="{6078014F-C6A2-478A-B7CF-4EEA5A045EF9}"/>
                </a:ext>
              </a:extLst>
            </p:cNvPr>
            <p:cNvPicPr/>
            <p:nvPr userDrawn="1"/>
          </p:nvPicPr>
          <p:blipFill>
            <a:blip r:embed="rId9" cstate="print"/>
            <a:stretch>
              <a:fillRect/>
            </a:stretch>
          </p:blipFill>
          <p:spPr>
            <a:xfrm>
              <a:off x="981927" y="5978726"/>
              <a:ext cx="147702" cy="171102"/>
            </a:xfrm>
            <a:prstGeom prst="rect">
              <a:avLst/>
            </a:prstGeom>
          </p:spPr>
        </p:pic>
        <p:pic>
          <p:nvPicPr>
            <p:cNvPr id="47" name="object 7">
              <a:extLst>
                <a:ext uri="{FF2B5EF4-FFF2-40B4-BE49-F238E27FC236}">
                  <a16:creationId xmlns:a16="http://schemas.microsoft.com/office/drawing/2014/main" id="{98AF2A2E-C06B-4D4C-96B4-9F71A5CF1A91}"/>
                </a:ext>
              </a:extLst>
            </p:cNvPr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155249" y="5978726"/>
              <a:ext cx="135960" cy="167385"/>
            </a:xfrm>
            <a:prstGeom prst="rect">
              <a:avLst/>
            </a:prstGeom>
          </p:spPr>
        </p:pic>
        <p:pic>
          <p:nvPicPr>
            <p:cNvPr id="48" name="object 8">
              <a:extLst>
                <a:ext uri="{FF2B5EF4-FFF2-40B4-BE49-F238E27FC236}">
                  <a16:creationId xmlns:a16="http://schemas.microsoft.com/office/drawing/2014/main" id="{D2E011F3-C53C-4554-AB52-42319199C2CC}"/>
                </a:ext>
              </a:extLst>
            </p:cNvPr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319574" y="5978726"/>
              <a:ext cx="138597" cy="167385"/>
            </a:xfrm>
            <a:prstGeom prst="rect">
              <a:avLst/>
            </a:prstGeom>
          </p:spPr>
        </p:pic>
        <p:pic>
          <p:nvPicPr>
            <p:cNvPr id="49" name="object 9">
              <a:extLst>
                <a:ext uri="{FF2B5EF4-FFF2-40B4-BE49-F238E27FC236}">
                  <a16:creationId xmlns:a16="http://schemas.microsoft.com/office/drawing/2014/main" id="{C52F2133-E387-4970-8DDE-9FEBB5F618D7}"/>
                </a:ext>
              </a:extLst>
            </p:cNvPr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651568" y="6251121"/>
              <a:ext cx="161495" cy="99770"/>
            </a:xfrm>
            <a:prstGeom prst="rect">
              <a:avLst/>
            </a:prstGeom>
          </p:spPr>
        </p:pic>
        <p:sp>
          <p:nvSpPr>
            <p:cNvPr id="50" name="object 10">
              <a:extLst>
                <a:ext uri="{FF2B5EF4-FFF2-40B4-BE49-F238E27FC236}">
                  <a16:creationId xmlns:a16="http://schemas.microsoft.com/office/drawing/2014/main" id="{E1ECD1E2-866A-4CD0-9C68-E9C8A081735A}"/>
                </a:ext>
              </a:extLst>
            </p:cNvPr>
            <p:cNvSpPr/>
            <p:nvPr userDrawn="1"/>
          </p:nvSpPr>
          <p:spPr>
            <a:xfrm>
              <a:off x="867460" y="6253149"/>
              <a:ext cx="96520" cy="95885"/>
            </a:xfrm>
            <a:custGeom>
              <a:avLst/>
              <a:gdLst/>
              <a:ahLst/>
              <a:cxnLst/>
              <a:rect l="l" t="t" r="r" b="b"/>
              <a:pathLst>
                <a:path w="96519" h="95885">
                  <a:moveTo>
                    <a:pt x="67081" y="85344"/>
                  </a:moveTo>
                  <a:lnTo>
                    <a:pt x="11480" y="85344"/>
                  </a:lnTo>
                  <a:lnTo>
                    <a:pt x="11480" y="0"/>
                  </a:lnTo>
                  <a:lnTo>
                    <a:pt x="0" y="0"/>
                  </a:lnTo>
                  <a:lnTo>
                    <a:pt x="0" y="95554"/>
                  </a:lnTo>
                  <a:lnTo>
                    <a:pt x="67081" y="95554"/>
                  </a:lnTo>
                  <a:lnTo>
                    <a:pt x="67081" y="85344"/>
                  </a:lnTo>
                  <a:close/>
                </a:path>
                <a:path w="96519" h="95885">
                  <a:moveTo>
                    <a:pt x="96380" y="0"/>
                  </a:moveTo>
                  <a:lnTo>
                    <a:pt x="84899" y="0"/>
                  </a:lnTo>
                  <a:lnTo>
                    <a:pt x="84899" y="95554"/>
                  </a:lnTo>
                  <a:lnTo>
                    <a:pt x="96380" y="95554"/>
                  </a:lnTo>
                  <a:lnTo>
                    <a:pt x="96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51" name="object 11">
              <a:extLst>
                <a:ext uri="{FF2B5EF4-FFF2-40B4-BE49-F238E27FC236}">
                  <a16:creationId xmlns:a16="http://schemas.microsoft.com/office/drawing/2014/main" id="{24F5E4B0-3D09-438E-AFEA-3BDD358F8401}"/>
                </a:ext>
              </a:extLst>
            </p:cNvPr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983985" y="6251206"/>
              <a:ext cx="254713" cy="99348"/>
            </a:xfrm>
            <a:prstGeom prst="rect">
              <a:avLst/>
            </a:prstGeom>
          </p:spPr>
        </p:pic>
        <p:pic>
          <p:nvPicPr>
            <p:cNvPr id="52" name="object 12">
              <a:extLst>
                <a:ext uri="{FF2B5EF4-FFF2-40B4-BE49-F238E27FC236}">
                  <a16:creationId xmlns:a16="http://schemas.microsoft.com/office/drawing/2014/main" id="{F53FDAC3-3B32-4F0D-BA7B-D95D1544469D}"/>
                </a:ext>
              </a:extLst>
            </p:cNvPr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260202" y="6253141"/>
              <a:ext cx="85842" cy="95555"/>
            </a:xfrm>
            <a:prstGeom prst="rect">
              <a:avLst/>
            </a:prstGeom>
          </p:spPr>
        </p:pic>
        <p:pic>
          <p:nvPicPr>
            <p:cNvPr id="53" name="object 13">
              <a:extLst>
                <a:ext uri="{FF2B5EF4-FFF2-40B4-BE49-F238E27FC236}">
                  <a16:creationId xmlns:a16="http://schemas.microsoft.com/office/drawing/2014/main" id="{4D31E73F-F420-4AA6-941E-735157D73289}"/>
                </a:ext>
              </a:extLst>
            </p:cNvPr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403216" y="6253141"/>
              <a:ext cx="84685" cy="95555"/>
            </a:xfrm>
            <a:prstGeom prst="rect">
              <a:avLst/>
            </a:prstGeom>
          </p:spPr>
        </p:pic>
        <p:pic>
          <p:nvPicPr>
            <p:cNvPr id="54" name="object 14">
              <a:extLst>
                <a:ext uri="{FF2B5EF4-FFF2-40B4-BE49-F238E27FC236}">
                  <a16:creationId xmlns:a16="http://schemas.microsoft.com/office/drawing/2014/main" id="{41B69B3B-BCA2-4815-B2EA-D1FB35F238C5}"/>
                </a:ext>
              </a:extLst>
            </p:cNvPr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513485" y="6253141"/>
              <a:ext cx="104695" cy="95555"/>
            </a:xfrm>
            <a:prstGeom prst="rect">
              <a:avLst/>
            </a:prstGeom>
          </p:spPr>
        </p:pic>
        <p:sp>
          <p:nvSpPr>
            <p:cNvPr id="55" name="object 15">
              <a:extLst>
                <a:ext uri="{FF2B5EF4-FFF2-40B4-BE49-F238E27FC236}">
                  <a16:creationId xmlns:a16="http://schemas.microsoft.com/office/drawing/2014/main" id="{B4D7CE62-7B2B-455A-AA91-6CD77D99F816}"/>
                </a:ext>
              </a:extLst>
            </p:cNvPr>
            <p:cNvSpPr/>
            <p:nvPr userDrawn="1"/>
          </p:nvSpPr>
          <p:spPr>
            <a:xfrm>
              <a:off x="647199" y="6199630"/>
              <a:ext cx="977900" cy="0"/>
            </a:xfrm>
            <a:custGeom>
              <a:avLst/>
              <a:gdLst/>
              <a:ahLst/>
              <a:cxnLst/>
              <a:rect l="l" t="t" r="r" b="b"/>
              <a:pathLst>
                <a:path w="977900">
                  <a:moveTo>
                    <a:pt x="0" y="0"/>
                  </a:moveTo>
                  <a:lnTo>
                    <a:pt x="977628" y="0"/>
                  </a:lnTo>
                </a:path>
              </a:pathLst>
            </a:custGeom>
            <a:ln w="126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56" name="object 16">
            <a:extLst>
              <a:ext uri="{FF2B5EF4-FFF2-40B4-BE49-F238E27FC236}">
                <a16:creationId xmlns:a16="http://schemas.microsoft.com/office/drawing/2014/main" id="{17E27E21-705A-418F-B237-751675913029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0" name="Text Placeholder 12">
            <a:extLst>
              <a:ext uri="{FF2B5EF4-FFF2-40B4-BE49-F238E27FC236}">
                <a16:creationId xmlns:a16="http://schemas.microsoft.com/office/drawing/2014/main" id="{2F95CF75-2B1B-41CE-B4DD-9FBB33D835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478" y="3415918"/>
            <a:ext cx="11322508" cy="513715"/>
          </a:xfrm>
          <a:prstGeom prst="rect">
            <a:avLst/>
          </a:prstGeom>
        </p:spPr>
        <p:txBody>
          <a:bodyPr tIns="13335">
            <a:spAutoFit/>
          </a:bodyPr>
          <a:lstStyle>
            <a:lvl1pPr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defRPr sz="3200" kern="0" spc="-1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1" name="Title 10">
            <a:extLst>
              <a:ext uri="{FF2B5EF4-FFF2-40B4-BE49-F238E27FC236}">
                <a16:creationId xmlns:a16="http://schemas.microsoft.com/office/drawing/2014/main" id="{68D8769F-3FD2-42C8-8545-6D70A47D4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478" y="3929633"/>
            <a:ext cx="11322508" cy="820738"/>
          </a:xfrm>
          <a:prstGeom prst="rect">
            <a:avLst/>
          </a:prstGeom>
        </p:spPr>
        <p:txBody>
          <a:bodyPr vert="horz" tIns="12700">
            <a:spAutoFit/>
          </a:bodyPr>
          <a:lstStyle>
            <a:lvl1pPr marL="12700">
              <a:lnSpc>
                <a:spcPts val="6290"/>
              </a:lnSpc>
              <a:spcBef>
                <a:spcPts val="100"/>
              </a:spcBef>
              <a:defRPr sz="5400" b="1" spc="-10">
                <a:solidFill>
                  <a:srgbClr val="04C3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2" name="Text Placeholder 65">
            <a:extLst>
              <a:ext uri="{FF2B5EF4-FFF2-40B4-BE49-F238E27FC236}">
                <a16:creationId xmlns:a16="http://schemas.microsoft.com/office/drawing/2014/main" id="{C1BDE74C-3DB4-4523-A6E6-EC3D6875B0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478" y="4750371"/>
            <a:ext cx="11322508" cy="538609"/>
          </a:xfrm>
          <a:prstGeom prst="rect">
            <a:avLst/>
          </a:prstGeom>
        </p:spPr>
        <p:txBody>
          <a:bodyPr tIns="12700">
            <a:spAutoFit/>
          </a:bodyPr>
          <a:lstStyle>
            <a:lvl1pPr>
              <a:lnSpc>
                <a:spcPts val="4130"/>
              </a:lnSpc>
              <a:spcBef>
                <a:spcPts val="0"/>
              </a:spcBef>
              <a:spcAft>
                <a:spcPts val="0"/>
              </a:spcAft>
              <a:defRPr sz="3600" kern="0" spc="40">
                <a:solidFill>
                  <a:srgbClr val="EAEAEA"/>
                </a:solidFill>
                <a:latin typeface="+mn-lt"/>
                <a:ea typeface="+mn-ea"/>
                <a:cs typeface="+mn-cs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5746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D77034C-7661-4050-B9FC-5D2925B59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64362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77034C-7661-4050-B9FC-5D2925B59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3D1984C3-E101-438E-8940-43BD81E33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A6A253-3457-42EA-B2E3-3A2FB7A896D8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70059386-C1E4-4736-A4CC-A10AC6F8277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2484A5-0A09-4028-B81D-18434834CC7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0" name="bg object 18">
                <a:extLst>
                  <a:ext uri="{FF2B5EF4-FFF2-40B4-BE49-F238E27FC236}">
                    <a16:creationId xmlns:a16="http://schemas.microsoft.com/office/drawing/2014/main" id="{986B92EA-090F-4157-95D3-5996CCF0E841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1" name="bg object 19">
                <a:extLst>
                  <a:ext uri="{FF2B5EF4-FFF2-40B4-BE49-F238E27FC236}">
                    <a16:creationId xmlns:a16="http://schemas.microsoft.com/office/drawing/2014/main" id="{5712ED62-F6D0-4BB5-911A-BFAFDE83956D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2" name="bg object 20">
                <a:extLst>
                  <a:ext uri="{FF2B5EF4-FFF2-40B4-BE49-F238E27FC236}">
                    <a16:creationId xmlns:a16="http://schemas.microsoft.com/office/drawing/2014/main" id="{943865FD-058B-4B5C-8F50-6C99D06A2135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3" name="bg object 21">
                <a:extLst>
                  <a:ext uri="{FF2B5EF4-FFF2-40B4-BE49-F238E27FC236}">
                    <a16:creationId xmlns:a16="http://schemas.microsoft.com/office/drawing/2014/main" id="{1020CD9C-A047-4B89-A82F-06295AC0493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4" name="bg object 22">
                <a:extLst>
                  <a:ext uri="{FF2B5EF4-FFF2-40B4-BE49-F238E27FC236}">
                    <a16:creationId xmlns:a16="http://schemas.microsoft.com/office/drawing/2014/main" id="{FF5992CE-F039-4CEA-A1D4-E5A76BDA160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5065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739389-397B-4B65-9385-47CA7A1257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0768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739389-397B-4B65-9385-47CA7A1257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424" y="1905000"/>
            <a:ext cx="11177144" cy="40798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4328261-6296-494B-9E09-078C9BA957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6C0FAA-DCAA-42DC-B2DF-9ABC09E0D1CF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AEE455C1-3337-4F13-9F65-941432607FD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ABADCD9-9202-468D-B2C1-B9421878ED99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2D5A9831-F5E9-4D09-9767-426FFB9B033E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C764B54E-A1FF-4C3F-8661-6BE1E76EF38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C6B90F39-4240-4247-B463-8E0F6234AAE8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9A03E643-83F6-421B-9ABF-8FAFBFDFCADC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D0749F77-243E-4C50-84F6-133C43D95CB1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435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3C7F1EB-952B-44E1-8F57-BFF9A94DFB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5178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7F1EB-952B-44E1-8F57-BFF9A94DF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507424" y="2158987"/>
            <a:ext cx="4080986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1600" spc="10" dirty="0">
                <a:solidFill>
                  <a:srgbClr val="575757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1227048"/>
            <a:ext cx="4080986" cy="664797"/>
          </a:xfrm>
        </p:spPr>
        <p:txBody>
          <a:bodyPr vert="horz" anchor="t">
            <a:noAutofit/>
          </a:bodyPr>
          <a:lstStyle>
            <a:lvl1pPr>
              <a:defRPr sz="2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5DE5E4-161A-4930-A1BD-3EB62ADC219A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6835E582-5A53-49ED-AECD-448CE9A24C54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04C11D-CF7F-441C-A180-FEA867C45846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7" name="bg object 18">
                <a:extLst>
                  <a:ext uri="{FF2B5EF4-FFF2-40B4-BE49-F238E27FC236}">
                    <a16:creationId xmlns:a16="http://schemas.microsoft.com/office/drawing/2014/main" id="{019920AF-1EF1-4483-886B-EDEF2D52699E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8" name="bg object 19">
                <a:extLst>
                  <a:ext uri="{FF2B5EF4-FFF2-40B4-BE49-F238E27FC236}">
                    <a16:creationId xmlns:a16="http://schemas.microsoft.com/office/drawing/2014/main" id="{46D03D18-F039-42E1-9979-53D7D7D72E1E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9" name="bg object 20">
                <a:extLst>
                  <a:ext uri="{FF2B5EF4-FFF2-40B4-BE49-F238E27FC236}">
                    <a16:creationId xmlns:a16="http://schemas.microsoft.com/office/drawing/2014/main" id="{1DA88918-CFA5-4F6B-BEE9-A8168F786950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3A1F39C0-74BF-472C-8D74-539CD0F4932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8" name="bg object 22">
                <a:extLst>
                  <a:ext uri="{FF2B5EF4-FFF2-40B4-BE49-F238E27FC236}">
                    <a16:creationId xmlns:a16="http://schemas.microsoft.com/office/drawing/2014/main" id="{819A4FA3-6EF9-4862-9555-D4BBB2CE779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1969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612CBEB-4399-4B1D-93EA-B2FED68DE0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7617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12CBEB-4399-4B1D-93EA-B2FED68DE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2668041"/>
            <a:ext cx="11177146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507424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5A476A-E6E1-42C1-A4A4-81AE1FABC1D4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C90F3978-59F2-416E-A44D-B5DA60BB44E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84A3CD-DD42-4B3C-BC6D-C436701CFA0D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6" name="bg object 18">
                <a:extLst>
                  <a:ext uri="{FF2B5EF4-FFF2-40B4-BE49-F238E27FC236}">
                    <a16:creationId xmlns:a16="http://schemas.microsoft.com/office/drawing/2014/main" id="{47FA8912-D24F-4F1D-AE81-69A7ACE1A8C9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7" name="bg object 19">
                <a:extLst>
                  <a:ext uri="{FF2B5EF4-FFF2-40B4-BE49-F238E27FC236}">
                    <a16:creationId xmlns:a16="http://schemas.microsoft.com/office/drawing/2014/main" id="{1D1EDA96-93C4-431C-AD8A-46A7BC36300B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8" name="bg object 20">
                <a:extLst>
                  <a:ext uri="{FF2B5EF4-FFF2-40B4-BE49-F238E27FC236}">
                    <a16:creationId xmlns:a16="http://schemas.microsoft.com/office/drawing/2014/main" id="{6719B64F-C9DD-4F02-8CA9-F9AC089896D2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19" name="bg object 21">
                <a:extLst>
                  <a:ext uri="{FF2B5EF4-FFF2-40B4-BE49-F238E27FC236}">
                    <a16:creationId xmlns:a16="http://schemas.microsoft.com/office/drawing/2014/main" id="{CC8A45BB-8A32-4AEB-B6C5-F6368D5D862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0" name="bg object 22">
                <a:extLst>
                  <a:ext uri="{FF2B5EF4-FFF2-40B4-BE49-F238E27FC236}">
                    <a16:creationId xmlns:a16="http://schemas.microsoft.com/office/drawing/2014/main" id="{F1A30A5F-D1FD-40E0-A2CF-C517805251B3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5864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0854C24-A49A-428F-B421-241BF01DF2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2699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854C24-A49A-428F-B421-241BF01DF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3826800"/>
            <a:ext cx="11177144" cy="2041200"/>
          </a:xfrm>
        </p:spPr>
        <p:txBody>
          <a:bodyPr vert="horz" anchor="t">
            <a:no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defRPr sz="5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507424" y="3680016"/>
            <a:ext cx="11681163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F928B7-83BF-4EF3-B401-529145721F53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3EB22EF6-4B8E-4D6B-B4A2-87A17B31CA6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3ADD0EC-A327-4D19-A187-927357215A15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5" name="bg object 18">
                <a:extLst>
                  <a:ext uri="{FF2B5EF4-FFF2-40B4-BE49-F238E27FC236}">
                    <a16:creationId xmlns:a16="http://schemas.microsoft.com/office/drawing/2014/main" id="{D1073D9E-AEEC-4948-9F74-14E3EC5AA0C0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6" name="bg object 19">
                <a:extLst>
                  <a:ext uri="{FF2B5EF4-FFF2-40B4-BE49-F238E27FC236}">
                    <a16:creationId xmlns:a16="http://schemas.microsoft.com/office/drawing/2014/main" id="{CD1AAB79-441E-4B50-AC50-81BF06C5E561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7" name="bg object 20">
                <a:extLst>
                  <a:ext uri="{FF2B5EF4-FFF2-40B4-BE49-F238E27FC236}">
                    <a16:creationId xmlns:a16="http://schemas.microsoft.com/office/drawing/2014/main" id="{13DC4927-CD4E-4D95-87FB-BA85E0E3850A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93C31A41-4CC7-4A9C-9DE6-EA5945DD98CB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7467B053-4C86-4497-A671-42881538B8C8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2802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78E34E3-F632-411B-93A9-04022C0AB4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5259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8E34E3-F632-411B-93A9-04022C0AB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17153-BEF2-4F21-9E56-144007F04C5B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B52313-1913-4C9A-AE85-7555A2BAFD64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FBCFBBFB-B4FF-4DE0-BEC7-4CA62588853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32EB8BE-69DD-4E28-ACCB-8FE1C1F1E2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386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578A01D-384F-4F17-9F3D-F37A6E7AF1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37808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8A01D-384F-4F17-9F3D-F37A6E7AF1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14C8B-4C36-47AE-80D7-75EB462DF1C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9DEBC91-544C-4438-AC64-FDBEAE1F1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727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F19F352-ED0B-47A6-826E-FA35706C0AB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21DC7A62-1368-4CAA-8620-ABE4A48E46D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DF2B0A8-9CBD-42F5-9D6D-E56A2B8D8B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111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89C4D2-1057-4B5A-AE36-13DDD42B54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3063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9C4D2-1057-4B5A-AE36-13DDD42B5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A0DEE5-F3F3-4EEC-AEB3-E7CFC39073A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7672661-AFC6-4DA9-94EB-9197167FD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81015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042964-C669-4760-85D0-25AA046DF645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E6053008-4C4B-4015-9341-1B227BB4EDD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B67CB9B-2103-4AE8-9A47-AC4E7222BC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312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4C2CFCC-67B5-4774-B627-A52751D24A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91235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C2CFCC-67B5-4774-B627-A52751D24A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D020E4-1F3D-4EBB-A44F-3B109A1D02F7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E9F2ED-6271-4852-BFB7-A316BA2FE532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F0E9423F-01C8-4774-B41A-3120ABD9D51D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F27F565-56FB-4FF5-9391-07F33029983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AB1AAE93-2FE7-4A2D-9AFA-0F25CFB0912B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9" name="bg object 19">
                <a:extLst>
                  <a:ext uri="{FF2B5EF4-FFF2-40B4-BE49-F238E27FC236}">
                    <a16:creationId xmlns:a16="http://schemas.microsoft.com/office/drawing/2014/main" id="{44555AF9-9A21-4E2B-A469-A83CA25227B0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0" name="bg object 20">
                <a:extLst>
                  <a:ext uri="{FF2B5EF4-FFF2-40B4-BE49-F238E27FC236}">
                    <a16:creationId xmlns:a16="http://schemas.microsoft.com/office/drawing/2014/main" id="{DC86B9AA-7E82-4267-932D-AF339218268C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1" name="bg object 21">
                <a:extLst>
                  <a:ext uri="{FF2B5EF4-FFF2-40B4-BE49-F238E27FC236}">
                    <a16:creationId xmlns:a16="http://schemas.microsoft.com/office/drawing/2014/main" id="{D9A4388D-0BAA-4667-9D0E-B685173D722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3" name="bg object 22">
                <a:extLst>
                  <a:ext uri="{FF2B5EF4-FFF2-40B4-BE49-F238E27FC236}">
                    <a16:creationId xmlns:a16="http://schemas.microsoft.com/office/drawing/2014/main" id="{45A0A015-840C-4E5F-9794-9B6B459C23C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6415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46F6244-4D14-474B-A044-9CA67FA7FC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72256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6F6244-4D14-474B-A044-9CA67FA7F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1785600"/>
            <a:ext cx="4725386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F9C0F-9389-44E7-8539-7CC293CE3714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1EF810-2C1C-4798-80F4-1C32293299A3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1" name="bg object 17">
              <a:extLst>
                <a:ext uri="{FF2B5EF4-FFF2-40B4-BE49-F238E27FC236}">
                  <a16:creationId xmlns:a16="http://schemas.microsoft.com/office/drawing/2014/main" id="{F6060C81-AFA3-41BA-B122-662BFD14FCB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CC71BFA-976D-4870-85E5-CDFF6C8B6F42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A07DF219-2F36-4887-85AB-7424345C88A0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74FD9A75-C026-488C-AD1A-FF6EDFD68033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CA9B0B0E-72B3-4A3C-8CD6-52855B9C7456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4D258B55-0AD4-49B2-8442-79924F83A0CF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137AFD75-0454-4A14-8A87-997C1B0A8679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5759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02FE9E7-AB12-4E0D-95E8-8263612A4F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2893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FE9E7-AB12-4E0D-95E8-8263612A4F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07424" y="1785600"/>
            <a:ext cx="6585474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8648D-5FD5-44E8-AB8E-ADCD8D36D577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511162-4B41-402F-9A43-1E62660FFF0D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4B95D08A-6F80-490C-8E97-3AE3D272767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0222B16-E7CB-4748-AC63-8156E81FDF6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2BD8CBF0-E8E9-4F53-BB2A-1331C26DF0FC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382FE26B-031C-4E79-8CEF-BF16D2E51C0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0081D81D-2255-407D-9D44-121A6AB10EFB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EA000850-38BC-4AF6-AEF2-D28FD770123F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BA248E8F-113C-4A9C-84CA-3F4C6995745B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4539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137669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24" imgH="324" progId="TCLayout.ActiveDocument.1">
                  <p:embed/>
                </p:oleObj>
              </mc:Choice>
              <mc:Fallback>
                <p:oleObj name="Slide do think-cell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0FD2DA-04B4-4393-878A-37FD4BE7D6F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85C4AF-C45F-47C8-9BFC-58FDCDD979E8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97C11ECB-51F4-4C48-A7BD-68E097E7FE5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CA8CEC0-3D4C-4225-BD0B-D1D65DBDB0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697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B1AFD51-80A8-4C6E-A6C9-39AE9E4DAE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5437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1AFD51-80A8-4C6E-A6C9-39AE9E4DAE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63FB5C-9490-4FFE-96CE-CB657CA7F1E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F20D81-A4E3-41CE-91ED-5D94A97AA6A5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8" name="bg object 17">
              <a:extLst>
                <a:ext uri="{FF2B5EF4-FFF2-40B4-BE49-F238E27FC236}">
                  <a16:creationId xmlns:a16="http://schemas.microsoft.com/office/drawing/2014/main" id="{8C626A46-2024-4088-A6F7-0C76BD88FA2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8549A8-360D-4328-AD93-98B2F67CAED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A141CBDC-952F-43C1-A283-8EFF3E6FFDA6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A87231B9-70D6-41B8-AED0-9530C6DE010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11106D55-A188-4F5C-8DF3-E566A411FF6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F898E3A8-6EB1-4B33-A599-6703D8A24DB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286B9A76-283D-451E-ADFF-D81C096308C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5655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AF18E61-E667-4F3F-9C77-E2A76F06C8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9354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F18E61-E667-4F3F-9C77-E2A76F06C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337786-6D27-4E74-9738-94C07742E15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D70B6E-5B6B-4E9C-816F-6E92DD986A2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DBD1D7F5-2A1F-413A-81EA-252D0C0F092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1B79CED-1D3D-4D34-BB76-D9C927DE0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358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380E09F-5BE5-4520-A4B1-7507361EA7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9921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80E09F-5BE5-4520-A4B1-7507361EA7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22D4FC-2E74-4CE0-907B-C455ED204558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682D3A-10F8-482B-8579-818159AC77F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2" name="bg object 17">
              <a:extLst>
                <a:ext uri="{FF2B5EF4-FFF2-40B4-BE49-F238E27FC236}">
                  <a16:creationId xmlns:a16="http://schemas.microsoft.com/office/drawing/2014/main" id="{2D476503-16BF-4B49-B886-C6636B6DC12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FEDAA0-CDAD-49A5-B97D-21FA9AF60B0F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4" name="bg object 18">
                <a:extLst>
                  <a:ext uri="{FF2B5EF4-FFF2-40B4-BE49-F238E27FC236}">
                    <a16:creationId xmlns:a16="http://schemas.microsoft.com/office/drawing/2014/main" id="{1E77CF29-745B-42F3-A3DD-38B7FDCDE75F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5" name="bg object 19">
                <a:extLst>
                  <a:ext uri="{FF2B5EF4-FFF2-40B4-BE49-F238E27FC236}">
                    <a16:creationId xmlns:a16="http://schemas.microsoft.com/office/drawing/2014/main" id="{F6E40E8F-2645-4EE3-9A67-26BE27908F2F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6" name="bg object 20">
                <a:extLst>
                  <a:ext uri="{FF2B5EF4-FFF2-40B4-BE49-F238E27FC236}">
                    <a16:creationId xmlns:a16="http://schemas.microsoft.com/office/drawing/2014/main" id="{5AD3D783-0F9C-4BC8-84F9-CBBBF3D3EC3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8A903768-2C07-4AC6-B572-3A9F1501CBE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3" name="bg object 22">
                <a:extLst>
                  <a:ext uri="{FF2B5EF4-FFF2-40B4-BE49-F238E27FC236}">
                    <a16:creationId xmlns:a16="http://schemas.microsoft.com/office/drawing/2014/main" id="{A8C981D7-C12C-41BC-B9B0-58013D730A63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917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8AC7EE2-8EAB-4224-A7F2-85328C0528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436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AC7EE2-8EAB-4224-A7F2-85328C0528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D97D1E-C51E-46AB-A391-BA449437962B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B665EE1-7FEC-4B0A-968B-6C74755AC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74573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D5F61E-F69F-4C94-A60A-8391D1566481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8AE8A240-867E-4D98-A9F8-EC35E031820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F44887-88B0-4F3B-996B-0ECBEDD0CB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32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9C6052B-D9CF-421C-B979-08843479A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9911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C6052B-D9CF-421C-B979-08843479A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639BDB-3F70-4075-A606-BC9330E06D29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F9671DCA-84ED-488B-A70C-F435C2800C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74573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870E77-9B4C-47B3-92F2-63862C975221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9" name="bg object 17">
              <a:extLst>
                <a:ext uri="{FF2B5EF4-FFF2-40B4-BE49-F238E27FC236}">
                  <a16:creationId xmlns:a16="http://schemas.microsoft.com/office/drawing/2014/main" id="{47DCAF63-1612-4498-83D0-9A8D93C0081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24AF870-D7D5-4A74-A1E1-D2D2896A9F2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07BC300F-18C3-4C7B-B240-8EEE03B766A7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811DBAFE-42EA-4906-9F69-72E46C238A8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EA97DDB4-563B-4306-BED4-23ED4C45FAE7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F1FB150D-A516-42F7-8730-EF40B38A2FBD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2" name="bg object 22">
                <a:extLst>
                  <a:ext uri="{FF2B5EF4-FFF2-40B4-BE49-F238E27FC236}">
                    <a16:creationId xmlns:a16="http://schemas.microsoft.com/office/drawing/2014/main" id="{F5D17316-6745-45D9-A4FE-4AB22B844E60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6026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9DF69D-08EB-43CF-80C5-8A58F9DC4E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69232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9DF69D-08EB-43CF-80C5-8A58F9DC4E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1E1F08-ABBD-4098-8A00-52FCF6E873DA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DE15661-7B03-4DFC-83F2-3BED5453A4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76396B-EEAD-42D5-8F73-B81BC3BB094A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B1D60E12-8DB5-4DFC-A29D-AAF8C54AAD28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D05A1B5-90C1-4C83-B396-31D40E7128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549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E153E27-C6D1-4187-B1F7-3C9FDA5BBC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1910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153E27-C6D1-4187-B1F7-3C9FDA5BBC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42C0EB-2F4D-451A-8FE9-C20F18CEF9C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6CB1FA8D-2E08-4793-B021-574F33A16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F293BB-DD5A-49C6-9F80-0E45D3D831B3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3FC1E157-DBB2-4DBA-9F52-A7C14CE9323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CBABB50-F903-4542-AAFA-5BA7B289BB5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DE8C34FF-6E0E-4A57-8530-53999D7ACD7E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0FF680D5-E597-4C44-9580-66F00F0BCC0A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4742C8D8-4C64-4C68-A002-529F98FC9CE1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67208F9A-3445-4F29-9B5A-64141DDAAEE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1" name="bg object 22">
                <a:extLst>
                  <a:ext uri="{FF2B5EF4-FFF2-40B4-BE49-F238E27FC236}">
                    <a16:creationId xmlns:a16="http://schemas.microsoft.com/office/drawing/2014/main" id="{7DBD24AE-1A12-4C74-A1C4-ABC9BCFA4F0C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4996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CEAFF0D-8BE0-4897-A0F6-7A12E1427F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7292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EAFF0D-8BE0-4897-A0F6-7A12E1427F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26DD1B-C942-46E4-AFFA-1E98FEDE4B5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B57E11-B940-4350-AB2B-8B84BD961F8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0" name="bg object 17">
              <a:extLst>
                <a:ext uri="{FF2B5EF4-FFF2-40B4-BE49-F238E27FC236}">
                  <a16:creationId xmlns:a16="http://schemas.microsoft.com/office/drawing/2014/main" id="{72ED9F4D-DB26-4D56-94D0-BAABC4AA016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E0F78C5-5EA7-4296-B5F5-7458E00CC5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6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01F3AF-501D-4656-BBD9-DF33D85EA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8841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01F3AF-501D-4656-BBD9-DF33D85EA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507424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1E7370-D9C0-44F2-901E-E72EDCFDCE3A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A27F3FEF-BE55-4680-AE2E-876177E6E51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96BFCE-E820-4162-9371-90B2D6F6F3FF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6" name="bg object 18">
                <a:extLst>
                  <a:ext uri="{FF2B5EF4-FFF2-40B4-BE49-F238E27FC236}">
                    <a16:creationId xmlns:a16="http://schemas.microsoft.com/office/drawing/2014/main" id="{8C91337B-E3A1-4117-B131-0B595C9C7F83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7" name="bg object 19">
                <a:extLst>
                  <a:ext uri="{FF2B5EF4-FFF2-40B4-BE49-F238E27FC236}">
                    <a16:creationId xmlns:a16="http://schemas.microsoft.com/office/drawing/2014/main" id="{CF39A4C9-6093-45BE-8CB7-C8211B542F71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8" name="bg object 20">
                <a:extLst>
                  <a:ext uri="{FF2B5EF4-FFF2-40B4-BE49-F238E27FC236}">
                    <a16:creationId xmlns:a16="http://schemas.microsoft.com/office/drawing/2014/main" id="{0D24EBB4-5A20-4DBB-AAEE-DD278775B02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19" name="bg object 21">
                <a:extLst>
                  <a:ext uri="{FF2B5EF4-FFF2-40B4-BE49-F238E27FC236}">
                    <a16:creationId xmlns:a16="http://schemas.microsoft.com/office/drawing/2014/main" id="{F6B4A259-AE21-4723-A252-A1C2F9EA7E0F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2A4C1AC7-8EF4-41D7-9729-EBDA65F79E65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8227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0D1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91905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4" imgH="384" progId="TCLayout.ActiveDocument.1">
                  <p:embed/>
                </p:oleObj>
              </mc:Choice>
              <mc:Fallback>
                <p:oleObj name="Slide do think-cell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1834C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DB4B0-F60D-407B-880B-86A25650874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2F4A3A-DD7B-472B-AC12-27F1B875DD6E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F604E9F9-0E0C-4EB9-81E5-056F3665A10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3728EB-1A49-4E4A-9D0D-80F31BA073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274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AB4B2D-9D19-4FB6-956B-06EE1EF3BC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61398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AB4B2D-9D19-4FB6-956B-06EE1EF3BC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AE08E-106A-4CDD-B4A9-B28036B24F92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13B0F70-5674-4A88-BAAA-0892A63EA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9EE506-5C50-4A89-89A4-87806E98AC9D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0" name="bg object 17">
              <a:extLst>
                <a:ext uri="{FF2B5EF4-FFF2-40B4-BE49-F238E27FC236}">
                  <a16:creationId xmlns:a16="http://schemas.microsoft.com/office/drawing/2014/main" id="{E6FA4C75-CCC7-4F67-B2AF-F3AEC94855E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116BFA-A6B5-46A8-B258-B727424719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18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2D00AC7-0E19-425F-9636-F655B5563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1381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D00AC7-0E19-425F-9636-F655B5563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507424" y="2548118"/>
            <a:ext cx="3156386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91E900-CBB1-4B51-8605-0E4DD15B1FDD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7CBAD2-6CCF-476A-8383-35F469AF803C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B285DB5C-281B-44A1-83DB-F59E74DEC58E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5E2EFA6-BB67-4329-8A16-EADD613E85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824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737C94-7B87-4B58-AEFF-B73085FC48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02654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737C94-7B87-4B58-AEFF-B73085FC48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6FD8B5-1652-4EF5-AFED-0E05E7AE1FBA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00D11A-B51A-4591-B120-AD6EAFE78520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B6040E8B-8FE6-4F8A-843C-ECCC8D15C5A4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3688D2-20AF-41FC-A76F-67FEBB56C6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4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37358FD-514B-4646-8575-6076A2D16D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1498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7358FD-514B-4646-8575-6076A2D16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C9A5F4-46C4-4AC5-9478-4E448679389F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F264983B-4A70-4A97-873A-D8AC7AE6F71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BFC624-13A7-4A5C-AAB3-C1EC64358A2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4" name="bg object 18">
                <a:extLst>
                  <a:ext uri="{FF2B5EF4-FFF2-40B4-BE49-F238E27FC236}">
                    <a16:creationId xmlns:a16="http://schemas.microsoft.com/office/drawing/2014/main" id="{0ECE6F3F-E4B5-4B87-8663-895A26918000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E2317B1F-9189-4C7A-A88F-AC7F8F3C1921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23EEE037-0910-4A0B-9F74-8F58F6DFFA68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EA7540BD-C724-46C1-87E8-6A578A81216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F574C0C3-D7E8-4447-BFF9-AF3E623106B6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3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05B5A94-26F5-4CEA-887F-A904A4DC5B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41582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B5A94-26F5-4CEA-887F-A904A4DC5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AC9C3AE-93F9-48F7-9394-CD596F6A44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5497" y="1664256"/>
            <a:ext cx="6209072" cy="3323987"/>
          </a:xfrm>
        </p:spPr>
        <p:txBody>
          <a:bodyPr wrap="square" lIns="0" tIns="0" rIns="0" bIns="0" anchor="ctr">
            <a:noAutofit/>
          </a:bodyPr>
          <a:lstStyle>
            <a:lvl1pPr>
              <a:defRPr lang="en-US" sz="1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Text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D29108CD-ECA7-493D-A419-756CCD725EDD}"/>
              </a:ext>
            </a:extLst>
          </p:cNvPr>
          <p:cNvSpPr txBox="1">
            <a:spLocks/>
          </p:cNvSpPr>
          <p:nvPr userDrawn="1"/>
        </p:nvSpPr>
        <p:spPr>
          <a:xfrm>
            <a:off x="507424" y="2973076"/>
            <a:ext cx="354555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00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Disclaimer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33D3C2-F0DB-4012-B18C-7A1DE0A1ABC2}"/>
              </a:ext>
            </a:extLst>
          </p:cNvPr>
          <p:cNvCxnSpPr/>
          <p:nvPr userDrawn="1"/>
        </p:nvCxnSpPr>
        <p:spPr>
          <a:xfrm>
            <a:off x="4764240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CFD16F-6205-416D-A26A-62391C85586E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A5D1AD25-F44B-4D87-9C91-BB7B1FF1FEC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F932F8-8B1B-4039-8E29-9FB6ED1D7A6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71E68E88-9BC2-49A6-86C9-C88819B836A1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9" name="bg object 19">
                <a:extLst>
                  <a:ext uri="{FF2B5EF4-FFF2-40B4-BE49-F238E27FC236}">
                    <a16:creationId xmlns:a16="http://schemas.microsoft.com/office/drawing/2014/main" id="{066AF9D1-8711-4919-826F-BB8D5CD0700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0" name="bg object 20">
                <a:extLst>
                  <a:ext uri="{FF2B5EF4-FFF2-40B4-BE49-F238E27FC236}">
                    <a16:creationId xmlns:a16="http://schemas.microsoft.com/office/drawing/2014/main" id="{A9CE15BA-9F51-436F-BCC8-FA5252F286A2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1" name="bg object 21">
                <a:extLst>
                  <a:ext uri="{FF2B5EF4-FFF2-40B4-BE49-F238E27FC236}">
                    <a16:creationId xmlns:a16="http://schemas.microsoft.com/office/drawing/2014/main" id="{8EB2E344-E732-4C82-A4F8-23461A0319D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9" name="bg object 22">
                <a:extLst>
                  <a:ext uri="{FF2B5EF4-FFF2-40B4-BE49-F238E27FC236}">
                    <a16:creationId xmlns:a16="http://schemas.microsoft.com/office/drawing/2014/main" id="{E5B0B5FF-7E7B-468B-8B56-86C1228F3E7E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666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81700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4" imgH="384" progId="TCLayout.ActiveDocument.1">
                  <p:embed/>
                </p:oleObj>
              </mc:Choice>
              <mc:Fallback>
                <p:oleObj name="Slide do think-cell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g object 17">
            <a:extLst>
              <a:ext uri="{FF2B5EF4-FFF2-40B4-BE49-F238E27FC236}">
                <a16:creationId xmlns:a16="http://schemas.microsoft.com/office/drawing/2014/main" id="{D52EB799-80A3-4409-9CCD-875BC324FE0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62C9E9B-DD8F-4A13-99EA-17CC695509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4FC84288-50F1-4D98-A016-3B029152628E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817751" y="5871590"/>
            <a:ext cx="389902" cy="482803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45F62AD1-123E-40D5-BFC5-782578E6949A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814693" y="5975016"/>
            <a:ext cx="138362" cy="174813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C0374A8C-ADE1-4190-A360-85DE0EB62414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981927" y="5978726"/>
            <a:ext cx="147702" cy="171102"/>
          </a:xfrm>
          <a:prstGeom prst="rect">
            <a:avLst/>
          </a:prstGeom>
        </p:spPr>
      </p:pic>
      <p:pic>
        <p:nvPicPr>
          <p:cNvPr id="16" name="object 7">
            <a:extLst>
              <a:ext uri="{FF2B5EF4-FFF2-40B4-BE49-F238E27FC236}">
                <a16:creationId xmlns:a16="http://schemas.microsoft.com/office/drawing/2014/main" id="{39526EB8-BA2A-44B8-9FCA-1951D375E2C4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155249" y="5978726"/>
            <a:ext cx="135960" cy="167385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81D782E1-6E8A-4FA3-A584-5B88DDC38B39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319574" y="5978726"/>
            <a:ext cx="138597" cy="167385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D9AED16C-5314-43DE-B98E-588032BBC0BD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651568" y="6251121"/>
            <a:ext cx="161495" cy="99770"/>
          </a:xfrm>
          <a:prstGeom prst="rect">
            <a:avLst/>
          </a:prstGeom>
        </p:spPr>
      </p:pic>
      <p:sp>
        <p:nvSpPr>
          <p:cNvPr id="19" name="object 10">
            <a:extLst>
              <a:ext uri="{FF2B5EF4-FFF2-40B4-BE49-F238E27FC236}">
                <a16:creationId xmlns:a16="http://schemas.microsoft.com/office/drawing/2014/main" id="{1443B14D-92D9-4C84-A803-F778B4B31EB5}"/>
              </a:ext>
            </a:extLst>
          </p:cNvPr>
          <p:cNvSpPr/>
          <p:nvPr userDrawn="1"/>
        </p:nvSpPr>
        <p:spPr>
          <a:xfrm>
            <a:off x="867460" y="6253149"/>
            <a:ext cx="96520" cy="95885"/>
          </a:xfrm>
          <a:custGeom>
            <a:avLst/>
            <a:gdLst/>
            <a:ahLst/>
            <a:cxnLst/>
            <a:rect l="l" t="t" r="r" b="b"/>
            <a:pathLst>
              <a:path w="96519" h="95885">
                <a:moveTo>
                  <a:pt x="67081" y="85344"/>
                </a:moveTo>
                <a:lnTo>
                  <a:pt x="11480" y="85344"/>
                </a:lnTo>
                <a:lnTo>
                  <a:pt x="11480" y="0"/>
                </a:lnTo>
                <a:lnTo>
                  <a:pt x="0" y="0"/>
                </a:lnTo>
                <a:lnTo>
                  <a:pt x="0" y="95554"/>
                </a:lnTo>
                <a:lnTo>
                  <a:pt x="67081" y="95554"/>
                </a:lnTo>
                <a:lnTo>
                  <a:pt x="67081" y="85344"/>
                </a:lnTo>
                <a:close/>
              </a:path>
              <a:path w="96519" h="95885">
                <a:moveTo>
                  <a:pt x="96380" y="0"/>
                </a:moveTo>
                <a:lnTo>
                  <a:pt x="84899" y="0"/>
                </a:lnTo>
                <a:lnTo>
                  <a:pt x="84899" y="95554"/>
                </a:lnTo>
                <a:lnTo>
                  <a:pt x="96380" y="95554"/>
                </a:lnTo>
                <a:lnTo>
                  <a:pt x="96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0" name="object 11">
            <a:extLst>
              <a:ext uri="{FF2B5EF4-FFF2-40B4-BE49-F238E27FC236}">
                <a16:creationId xmlns:a16="http://schemas.microsoft.com/office/drawing/2014/main" id="{54DEB166-F5EA-4455-9976-4AD5B3680B44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83985" y="6251206"/>
            <a:ext cx="254713" cy="99348"/>
          </a:xfrm>
          <a:prstGeom prst="rect">
            <a:avLst/>
          </a:prstGeom>
        </p:spPr>
      </p:pic>
      <p:pic>
        <p:nvPicPr>
          <p:cNvPr id="21" name="object 12">
            <a:extLst>
              <a:ext uri="{FF2B5EF4-FFF2-40B4-BE49-F238E27FC236}">
                <a16:creationId xmlns:a16="http://schemas.microsoft.com/office/drawing/2014/main" id="{5B66357A-7262-48EF-B71F-E13D45660473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260202" y="6253141"/>
            <a:ext cx="85842" cy="95555"/>
          </a:xfrm>
          <a:prstGeom prst="rect">
            <a:avLst/>
          </a:prstGeom>
        </p:spPr>
      </p:pic>
      <p:pic>
        <p:nvPicPr>
          <p:cNvPr id="22" name="object 13">
            <a:extLst>
              <a:ext uri="{FF2B5EF4-FFF2-40B4-BE49-F238E27FC236}">
                <a16:creationId xmlns:a16="http://schemas.microsoft.com/office/drawing/2014/main" id="{9899FEE1-716A-40E1-BE37-3EFC28B51FD7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403216" y="6253141"/>
            <a:ext cx="84685" cy="95555"/>
          </a:xfrm>
          <a:prstGeom prst="rect">
            <a:avLst/>
          </a:prstGeom>
        </p:spPr>
      </p:pic>
      <p:pic>
        <p:nvPicPr>
          <p:cNvPr id="23" name="object 14">
            <a:extLst>
              <a:ext uri="{FF2B5EF4-FFF2-40B4-BE49-F238E27FC236}">
                <a16:creationId xmlns:a16="http://schemas.microsoft.com/office/drawing/2014/main" id="{C053B655-33A2-4723-B3D2-9A73B63D6169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513486" y="6253141"/>
            <a:ext cx="104695" cy="95555"/>
          </a:xfrm>
          <a:prstGeom prst="rect">
            <a:avLst/>
          </a:prstGeom>
        </p:spPr>
      </p:pic>
      <p:sp>
        <p:nvSpPr>
          <p:cNvPr id="24" name="object 15">
            <a:extLst>
              <a:ext uri="{FF2B5EF4-FFF2-40B4-BE49-F238E27FC236}">
                <a16:creationId xmlns:a16="http://schemas.microsoft.com/office/drawing/2014/main" id="{FF5B691F-F2C8-4F9F-BFDE-75242D261EFF}"/>
              </a:ext>
            </a:extLst>
          </p:cNvPr>
          <p:cNvSpPr/>
          <p:nvPr userDrawn="1"/>
        </p:nvSpPr>
        <p:spPr>
          <a:xfrm>
            <a:off x="647199" y="6199630"/>
            <a:ext cx="977900" cy="0"/>
          </a:xfrm>
          <a:custGeom>
            <a:avLst/>
            <a:gdLst/>
            <a:ahLst/>
            <a:cxnLst/>
            <a:rect l="l" t="t" r="r" b="b"/>
            <a:pathLst>
              <a:path w="977900">
                <a:moveTo>
                  <a:pt x="0" y="0"/>
                </a:moveTo>
                <a:lnTo>
                  <a:pt x="977628" y="0"/>
                </a:lnTo>
              </a:path>
            </a:pathLst>
          </a:custGeom>
          <a:ln w="126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F639CB26-11B4-426E-A93E-A3EC52BB9660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33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82F253-4BFD-487D-A7DD-6EA228D859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1096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82F253-4BFD-487D-A7DD-6EA228D859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347C7D1-8738-4684-9E51-5316354CEDF8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59" name="bg object 17">
              <a:extLst>
                <a:ext uri="{FF2B5EF4-FFF2-40B4-BE49-F238E27FC236}">
                  <a16:creationId xmlns:a16="http://schemas.microsoft.com/office/drawing/2014/main" id="{3BF37E84-9652-445B-AF7D-6EF87C0C419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A1597C6-7FAD-4237-A82D-AE000166DC4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61" name="bg object 18">
                <a:extLst>
                  <a:ext uri="{FF2B5EF4-FFF2-40B4-BE49-F238E27FC236}">
                    <a16:creationId xmlns:a16="http://schemas.microsoft.com/office/drawing/2014/main" id="{75CE21F0-72EA-42E8-B23C-7E6E11DA2162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62" name="bg object 19">
                <a:extLst>
                  <a:ext uri="{FF2B5EF4-FFF2-40B4-BE49-F238E27FC236}">
                    <a16:creationId xmlns:a16="http://schemas.microsoft.com/office/drawing/2014/main" id="{861D8AFB-8738-416D-9693-E167091ED5A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63" name="bg object 20">
                <a:extLst>
                  <a:ext uri="{FF2B5EF4-FFF2-40B4-BE49-F238E27FC236}">
                    <a16:creationId xmlns:a16="http://schemas.microsoft.com/office/drawing/2014/main" id="{DC309B31-BD75-458F-811C-FD570293319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64" name="bg object 21">
                <a:extLst>
                  <a:ext uri="{FF2B5EF4-FFF2-40B4-BE49-F238E27FC236}">
                    <a16:creationId xmlns:a16="http://schemas.microsoft.com/office/drawing/2014/main" id="{9FC7AE5D-FF20-4CE9-BB63-0375F24D257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65" name="bg object 22">
                <a:extLst>
                  <a:ext uri="{FF2B5EF4-FFF2-40B4-BE49-F238E27FC236}">
                    <a16:creationId xmlns:a16="http://schemas.microsoft.com/office/drawing/2014/main" id="{0A33EA73-AA55-4FCE-B7B8-6820CF51DC98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1F67B44-0952-4B7C-806D-00D19AB0CAFB}"/>
              </a:ext>
            </a:extLst>
          </p:cNvPr>
          <p:cNvGrpSpPr/>
          <p:nvPr userDrawn="1"/>
        </p:nvGrpSpPr>
        <p:grpSpPr>
          <a:xfrm>
            <a:off x="-600" y="0"/>
            <a:ext cx="12193200" cy="6858000"/>
            <a:chOff x="-600" y="0"/>
            <a:chExt cx="12193200" cy="6858000"/>
          </a:xfrm>
        </p:grpSpPr>
        <p:sp>
          <p:nvSpPr>
            <p:cNvPr id="67" name="No fly zone">
              <a:extLst>
                <a:ext uri="{FF2B5EF4-FFF2-40B4-BE49-F238E27FC236}">
                  <a16:creationId xmlns:a16="http://schemas.microsoft.com/office/drawing/2014/main" id="{02C0E483-901F-4F68-BC4C-0198480D5EC0}"/>
                </a:ext>
              </a:extLst>
            </p:cNvPr>
            <p:cNvSpPr/>
            <p:nvPr/>
          </p:nvSpPr>
          <p:spPr>
            <a:xfrm>
              <a:off x="-600" y="0"/>
              <a:ext cx="12193199" cy="6858000"/>
            </a:xfrm>
            <a:custGeom>
              <a:avLst/>
              <a:gdLst>
                <a:gd name="connsiteX0" fmla="*/ 0 w 12193199"/>
                <a:gd name="connsiteY0" fmla="*/ 0 h 6858000"/>
                <a:gd name="connsiteX1" fmla="*/ 12193199 w 12193199"/>
                <a:gd name="connsiteY1" fmla="*/ 0 h 6858000"/>
                <a:gd name="connsiteX2" fmla="*/ 12193199 w 12193199"/>
                <a:gd name="connsiteY2" fmla="*/ 622800 h 6858000"/>
                <a:gd name="connsiteX3" fmla="*/ 12191999 w 12193199"/>
                <a:gd name="connsiteY3" fmla="*/ 622800 h 6858000"/>
                <a:gd name="connsiteX4" fmla="*/ 12191999 w 12193199"/>
                <a:gd name="connsiteY4" fmla="*/ 6160597 h 6858000"/>
                <a:gd name="connsiteX5" fmla="*/ 12193199 w 12193199"/>
                <a:gd name="connsiteY5" fmla="*/ 6160597 h 6858000"/>
                <a:gd name="connsiteX6" fmla="*/ 12193199 w 12193199"/>
                <a:gd name="connsiteY6" fmla="*/ 6858000 h 6858000"/>
                <a:gd name="connsiteX7" fmla="*/ 12191999 w 12193199"/>
                <a:gd name="connsiteY7" fmla="*/ 6858000 h 6858000"/>
                <a:gd name="connsiteX8" fmla="*/ 11561999 w 12193199"/>
                <a:gd name="connsiteY8" fmla="*/ 6858000 h 6858000"/>
                <a:gd name="connsiteX9" fmla="*/ 630001 w 12193199"/>
                <a:gd name="connsiteY9" fmla="*/ 6858000 h 6858000"/>
                <a:gd name="connsiteX10" fmla="*/ 1 w 12193199"/>
                <a:gd name="connsiteY10" fmla="*/ 6858000 h 6858000"/>
                <a:gd name="connsiteX11" fmla="*/ 1 w 12193199"/>
                <a:gd name="connsiteY11" fmla="*/ 6160597 h 6858000"/>
                <a:gd name="connsiteX12" fmla="*/ 1 w 12193199"/>
                <a:gd name="connsiteY12" fmla="*/ 622800 h 6858000"/>
                <a:gd name="connsiteX13" fmla="*/ 0 w 12193199"/>
                <a:gd name="connsiteY13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3199" h="6858000">
                  <a:moveTo>
                    <a:pt x="0" y="0"/>
                  </a:moveTo>
                  <a:lnTo>
                    <a:pt x="12193199" y="0"/>
                  </a:lnTo>
                  <a:lnTo>
                    <a:pt x="12193199" y="622800"/>
                  </a:lnTo>
                  <a:lnTo>
                    <a:pt x="12191999" y="622800"/>
                  </a:lnTo>
                  <a:lnTo>
                    <a:pt x="12191999" y="6160597"/>
                  </a:lnTo>
                  <a:lnTo>
                    <a:pt x="12193199" y="6160597"/>
                  </a:lnTo>
                  <a:lnTo>
                    <a:pt x="12193199" y="6858000"/>
                  </a:lnTo>
                  <a:lnTo>
                    <a:pt x="12191999" y="6858000"/>
                  </a:lnTo>
                  <a:lnTo>
                    <a:pt x="11561999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8" name="Slide edges">
              <a:extLst>
                <a:ext uri="{FF2B5EF4-FFF2-40B4-BE49-F238E27FC236}">
                  <a16:creationId xmlns:a16="http://schemas.microsoft.com/office/drawing/2014/main" id="{A3766790-7D4E-46BB-88D1-3B1D67ACC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E6F7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myWhite">
              <a:extLst>
                <a:ext uri="{FF2B5EF4-FFF2-40B4-BE49-F238E27FC236}">
                  <a16:creationId xmlns:a16="http://schemas.microsoft.com/office/drawing/2014/main" id="{3D5F4F08-A9BB-4888-9F39-EDBD19979B91}"/>
                </a:ext>
              </a:extLst>
            </p:cNvPr>
            <p:cNvSpPr/>
            <p:nvPr/>
          </p:nvSpPr>
          <p:spPr>
            <a:xfrm>
              <a:off x="507423" y="454278"/>
              <a:ext cx="11177144" cy="5530596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solidFill>
                  <a:srgbClr val="FFFFFF"/>
                </a:solidFill>
              </a:endParaRPr>
            </a:p>
          </p:txBody>
        </p:sp>
        <p:grpSp>
          <p:nvGrpSpPr>
            <p:cNvPr id="70" name="Baselines / anchors">
              <a:extLst>
                <a:ext uri="{FF2B5EF4-FFF2-40B4-BE49-F238E27FC236}">
                  <a16:creationId xmlns:a16="http://schemas.microsoft.com/office/drawing/2014/main" id="{371C01DE-A58B-4534-8C41-2D3B65539CD3}"/>
                </a:ext>
              </a:extLst>
            </p:cNvPr>
            <p:cNvGrpSpPr/>
            <p:nvPr/>
          </p:nvGrpSpPr>
          <p:grpSpPr>
            <a:xfrm>
              <a:off x="-600" y="454278"/>
              <a:ext cx="12193200" cy="5530596"/>
              <a:chOff x="12623800" y="622800"/>
              <a:chExt cx="11176000" cy="5536800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23F0B42-5454-44E3-A9D3-956F11239C6B}"/>
                  </a:ext>
                </a:extLst>
              </p:cNvPr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CD929A5-EC27-4841-B139-FAC258052675}"/>
                  </a:ext>
                </a:extLst>
              </p:cNvPr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F4E2A2A-417C-4B25-B232-D269E29E46D8}"/>
                  </a:ext>
                </a:extLst>
              </p:cNvPr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0A7D0A5-68CC-4C92-86EF-4EFBDC8F084B}"/>
                  </a:ext>
                </a:extLst>
              </p:cNvPr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1D81097-A4F5-4B12-A1A0-4DC7124F65F5}"/>
                  </a:ext>
                </a:extLst>
              </p:cNvPr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FAC71AD-2023-46E6-AF86-63BAC843C9B7}"/>
                  </a:ext>
                </a:extLst>
              </p:cNvPr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81E288B7-1F20-4CA3-878F-FE9FB5B8E089}"/>
                  </a:ext>
                </a:extLst>
              </p:cNvPr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E6CC18E-D273-43DE-849B-2F64D44BB5BA}"/>
                  </a:ext>
                </a:extLst>
              </p:cNvPr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0FE8849E-1CBE-4E2E-A5E6-BA67B7622C62}"/>
                  </a:ext>
                </a:extLst>
              </p:cNvPr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768F3FB-41F3-4AFE-A35E-8892FD9EFA42}"/>
                  </a:ext>
                </a:extLst>
              </p:cNvPr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40A7F939-BD4A-470D-A439-4C6B018CCC94}"/>
                  </a:ext>
                </a:extLst>
              </p:cNvPr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D3A3DDA-CBD0-4117-B2CB-3CFDB69B9C40}"/>
                  </a:ext>
                </a:extLst>
              </p:cNvPr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BB44B96-5059-4C82-A59A-D14644B86CE0}"/>
                  </a:ext>
                </a:extLst>
              </p:cNvPr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BA2BAB4E-FD2E-460B-8DCC-D24091365720}"/>
                  </a:ext>
                </a:extLst>
              </p:cNvPr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B43CA24C-6542-4A3E-8D87-7525C6B933E8}"/>
                  </a:ext>
                </a:extLst>
              </p:cNvPr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94705FA-8822-4819-BB5C-D190C6F0467F}"/>
                  </a:ext>
                </a:extLst>
              </p:cNvPr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71F7AA7E-C1BB-4083-8DB2-4DF17090EB3B}"/>
                  </a:ext>
                </a:extLst>
              </p:cNvPr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41EBB71D-526D-482F-98C2-3B9CD38D4101}"/>
                  </a:ext>
                </a:extLst>
              </p:cNvPr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996C444-70ED-4B84-95A9-FE899688EE19}"/>
                  </a:ext>
                </a:extLst>
              </p:cNvPr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E2A4F159-B57F-4024-A72E-132C5A1DA787}"/>
                  </a:ext>
                </a:extLst>
              </p:cNvPr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Footnote measure">
              <a:extLst>
                <a:ext uri="{FF2B5EF4-FFF2-40B4-BE49-F238E27FC236}">
                  <a16:creationId xmlns:a16="http://schemas.microsoft.com/office/drawing/2014/main" id="{76A74D79-952B-4C64-811C-2D98A231A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5984873"/>
              <a:ext cx="11177144" cy="415498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2" name="Whitespace measure">
              <a:extLst>
                <a:ext uri="{FF2B5EF4-FFF2-40B4-BE49-F238E27FC236}">
                  <a16:creationId xmlns:a16="http://schemas.microsoft.com/office/drawing/2014/main" id="{5191DBDF-F1B5-4DA8-B804-C4B40BAC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1328098"/>
              <a:ext cx="11177144" cy="57690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grpSp>
          <p:nvGrpSpPr>
            <p:cNvPr id="73" name="Five column measure">
              <a:extLst>
                <a:ext uri="{FF2B5EF4-FFF2-40B4-BE49-F238E27FC236}">
                  <a16:creationId xmlns:a16="http://schemas.microsoft.com/office/drawing/2014/main" id="{4A8572C3-F577-43D7-934C-420A360554DE}"/>
                </a:ext>
              </a:extLst>
            </p:cNvPr>
            <p:cNvGrpSpPr/>
            <p:nvPr/>
          </p:nvGrpSpPr>
          <p:grpSpPr>
            <a:xfrm>
              <a:off x="507423" y="5839337"/>
              <a:ext cx="11177144" cy="79536"/>
              <a:chOff x="629400" y="5975122"/>
              <a:chExt cx="10933200" cy="79536"/>
            </a:xfrm>
          </p:grpSpPr>
          <p:sp>
            <p:nvSpPr>
              <p:cNvPr id="90" name="Rectangle 5">
                <a:extLst>
                  <a:ext uri="{FF2B5EF4-FFF2-40B4-BE49-F238E27FC236}">
                    <a16:creationId xmlns:a16="http://schemas.microsoft.com/office/drawing/2014/main" id="{5CA1FE0E-0F36-4A27-A371-FC097E4C5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1" name="Rectangle 7">
                <a:extLst>
                  <a:ext uri="{FF2B5EF4-FFF2-40B4-BE49-F238E27FC236}">
                    <a16:creationId xmlns:a16="http://schemas.microsoft.com/office/drawing/2014/main" id="{B9DB395E-9447-4A12-AE31-5753B0D67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2" name="Rectangle 9">
                <a:extLst>
                  <a:ext uri="{FF2B5EF4-FFF2-40B4-BE49-F238E27FC236}">
                    <a16:creationId xmlns:a16="http://schemas.microsoft.com/office/drawing/2014/main" id="{1056CE62-2305-494A-8E28-40DA692DD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2F21D4A6-38DD-4D2C-A10D-D8FB9BBD2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94" name="Rectangle 13">
                <a:extLst>
                  <a:ext uri="{FF2B5EF4-FFF2-40B4-BE49-F238E27FC236}">
                    <a16:creationId xmlns:a16="http://schemas.microsoft.com/office/drawing/2014/main" id="{F2E757B2-171A-4BDE-BAA5-4EE4BD98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74" name="Live area">
              <a:extLst>
                <a:ext uri="{FF2B5EF4-FFF2-40B4-BE49-F238E27FC236}">
                  <a16:creationId xmlns:a16="http://schemas.microsoft.com/office/drawing/2014/main" id="{5CBE33E1-0EBE-4B59-8CF0-C4F82860CC16}"/>
                </a:ext>
              </a:extLst>
            </p:cNvPr>
            <p:cNvSpPr/>
            <p:nvPr/>
          </p:nvSpPr>
          <p:spPr>
            <a:xfrm>
              <a:off x="507423" y="1905000"/>
              <a:ext cx="11177144" cy="4079874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5" name="Gutter space">
              <a:extLst>
                <a:ext uri="{FF2B5EF4-FFF2-40B4-BE49-F238E27FC236}">
                  <a16:creationId xmlns:a16="http://schemas.microsoft.com/office/drawing/2014/main" id="{2FA17ABE-0BD9-4AC2-9782-E0C19AB94002}"/>
                </a:ext>
              </a:extLst>
            </p:cNvPr>
            <p:cNvGrpSpPr/>
            <p:nvPr/>
          </p:nvGrpSpPr>
          <p:grpSpPr>
            <a:xfrm>
              <a:off x="507423" y="454278"/>
              <a:ext cx="11177144" cy="5530596"/>
              <a:chOff x="629400" y="623550"/>
              <a:chExt cx="10933199" cy="5537047"/>
            </a:xfrm>
          </p:grpSpPr>
          <p:sp>
            <p:nvSpPr>
              <p:cNvPr id="77" name="Rectangle 34">
                <a:extLst>
                  <a:ext uri="{FF2B5EF4-FFF2-40B4-BE49-F238E27FC236}">
                    <a16:creationId xmlns:a16="http://schemas.microsoft.com/office/drawing/2014/main" id="{1EA8F609-1262-47BA-83BB-3A8AFE976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8" name="Rectangle 35">
                <a:extLst>
                  <a:ext uri="{FF2B5EF4-FFF2-40B4-BE49-F238E27FC236}">
                    <a16:creationId xmlns:a16="http://schemas.microsoft.com/office/drawing/2014/main" id="{20F03C6C-9CAE-426D-9020-A649FE90B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9" name="Rectangle 36">
                <a:extLst>
                  <a:ext uri="{FF2B5EF4-FFF2-40B4-BE49-F238E27FC236}">
                    <a16:creationId xmlns:a16="http://schemas.microsoft.com/office/drawing/2014/main" id="{8892B671-2792-45BA-A939-19B58932C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0" name="Rectangle 37">
                <a:extLst>
                  <a:ext uri="{FF2B5EF4-FFF2-40B4-BE49-F238E27FC236}">
                    <a16:creationId xmlns:a16="http://schemas.microsoft.com/office/drawing/2014/main" id="{886B7ABE-9775-4144-B679-ADA703D23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1" name="Rectangle 38">
                <a:extLst>
                  <a:ext uri="{FF2B5EF4-FFF2-40B4-BE49-F238E27FC236}">
                    <a16:creationId xmlns:a16="http://schemas.microsoft.com/office/drawing/2014/main" id="{48472F58-53DC-4F0E-92A0-DFAD8BE98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2" name="Rectangle 39">
                <a:extLst>
                  <a:ext uri="{FF2B5EF4-FFF2-40B4-BE49-F238E27FC236}">
                    <a16:creationId xmlns:a16="http://schemas.microsoft.com/office/drawing/2014/main" id="{A6C14F12-F472-4E25-9DD1-76CC74DF2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3" name="Rectangle 40">
                <a:extLst>
                  <a:ext uri="{FF2B5EF4-FFF2-40B4-BE49-F238E27FC236}">
                    <a16:creationId xmlns:a16="http://schemas.microsoft.com/office/drawing/2014/main" id="{972B2B6F-E68A-4FFF-A1F5-C0CA6A065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B2E2A8BE-5B68-40B5-8E95-6E65168BF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5" name="Rectangle 42">
                <a:extLst>
                  <a:ext uri="{FF2B5EF4-FFF2-40B4-BE49-F238E27FC236}">
                    <a16:creationId xmlns:a16="http://schemas.microsoft.com/office/drawing/2014/main" id="{3BF8BCCB-23CA-45AE-8C3D-BFC2CF932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6" name="Rectangle 43">
                <a:extLst>
                  <a:ext uri="{FF2B5EF4-FFF2-40B4-BE49-F238E27FC236}">
                    <a16:creationId xmlns:a16="http://schemas.microsoft.com/office/drawing/2014/main" id="{344D4591-669A-4A4E-8885-BE0EDF8DF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7" name="Rectangle 44">
                <a:extLst>
                  <a:ext uri="{FF2B5EF4-FFF2-40B4-BE49-F238E27FC236}">
                    <a16:creationId xmlns:a16="http://schemas.microsoft.com/office/drawing/2014/main" id="{DD0E6A84-F91E-4FEC-8F80-9D78A33CE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8" name="Rectangle 40">
                <a:extLst>
                  <a:ext uri="{FF2B5EF4-FFF2-40B4-BE49-F238E27FC236}">
                    <a16:creationId xmlns:a16="http://schemas.microsoft.com/office/drawing/2014/main" id="{F7073374-FC08-48F1-8E13-B282FFEEA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89" name="Rectangle 38">
                <a:extLst>
                  <a:ext uri="{FF2B5EF4-FFF2-40B4-BE49-F238E27FC236}">
                    <a16:creationId xmlns:a16="http://schemas.microsoft.com/office/drawing/2014/main" id="{74F291F5-772D-4573-AE17-265560266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599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76" name="Footnote example">
              <a:extLst>
                <a:ext uri="{FF2B5EF4-FFF2-40B4-BE49-F238E27FC236}">
                  <a16:creationId xmlns:a16="http://schemas.microsoft.com/office/drawing/2014/main" id="{E642C092-80B8-4804-B2C0-B1CD284F7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4" y="5984873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A6A6A6"/>
                  </a:solidFill>
                  <a:sym typeface="Arial" panose="020B0604020202020204" pitchFamily="34" charset="0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A6A6A6"/>
                  </a:solidFill>
                  <a:sym typeface="Arial" panose="020B0604020202020204" pitchFamily="34" charset="0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A6A6A6"/>
                  </a:solidFill>
                  <a:sym typeface="Arial" panose="020B0604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773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57275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265569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386906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07424" y="907198"/>
            <a:ext cx="3448800" cy="34930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946497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AEAF1-F245-4A57-8CA1-C9F31E03437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0A3E27-CEFD-47A7-B020-34B7C5BFB2FA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CB0BD4D6-7AB5-4E14-A9AC-ABBA88C24B4D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F75D81E-5B24-45E3-AD63-CD2912E5D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51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761900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76832-3D01-4980-BE64-ED463B1DDAB0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E1A3AB-64AF-44C2-A81A-3896FB613FE5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95C7B36F-E24C-43A3-A382-32088F561DB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A06E242-73D4-44D0-87D5-654CB3C62C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888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676698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507424" y="622800"/>
            <a:ext cx="7312575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507424" y="1206000"/>
            <a:ext cx="11687778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0AED65-D6F2-4566-B5CA-A43E36F34DD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970BF5F-27D6-496D-9F17-F7D1E93A24D7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6C830D55-D7A2-423B-BF34-32DE9868F43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EA01CD-509B-4B57-A839-FD7BDBB79A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700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67733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07424" y="3262146"/>
            <a:ext cx="1884129" cy="3877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CA69E-40E8-4FE0-86D5-6C131AA527B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2D3B0B-2433-4C81-A3C5-72E939D46CA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9" name="bg object 17">
              <a:extLst>
                <a:ext uri="{FF2B5EF4-FFF2-40B4-BE49-F238E27FC236}">
                  <a16:creationId xmlns:a16="http://schemas.microsoft.com/office/drawing/2014/main" id="{F9930B42-3C58-4F9B-B085-78ED31FC305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A442078-0AC5-4384-9A7B-32ED5E85E1A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1B8B8BD6-BA6D-4CC8-B25C-B26FF7A1B45C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2E2AD5B3-4B85-4ECA-AD17-E66AF7A707D7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8D3BEAD5-E9CE-48B0-BB02-7894C97344E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31216006-4AF3-4B08-9D0A-8FD0D56085EE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1" name="bg object 22">
                <a:extLst>
                  <a:ext uri="{FF2B5EF4-FFF2-40B4-BE49-F238E27FC236}">
                    <a16:creationId xmlns:a16="http://schemas.microsoft.com/office/drawing/2014/main" id="{CACDE6E7-8556-4DB9-A449-1D60EE94D55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0370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07951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265569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386906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07424" y="907197"/>
            <a:ext cx="3448800" cy="34930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accent4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946497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A0E245-727A-4CF1-99B8-EF248C2615D4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2F09BD0A-6EC2-4BF5-A202-286DF68981E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0061AF4-95A8-40D9-BC64-479BC8032C7B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E721CA07-F407-4673-893C-78F7403F125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6" name="bg object 19">
                <a:extLst>
                  <a:ext uri="{FF2B5EF4-FFF2-40B4-BE49-F238E27FC236}">
                    <a16:creationId xmlns:a16="http://schemas.microsoft.com/office/drawing/2014/main" id="{8A7F4BDD-57CE-44A3-BD92-005A95F8BE2F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7" name="bg object 20">
                <a:extLst>
                  <a:ext uri="{FF2B5EF4-FFF2-40B4-BE49-F238E27FC236}">
                    <a16:creationId xmlns:a16="http://schemas.microsoft.com/office/drawing/2014/main" id="{BB9E24E7-1A48-45EE-B6A5-B8C864ACEBD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8" name="bg object 21">
                <a:extLst>
                  <a:ext uri="{FF2B5EF4-FFF2-40B4-BE49-F238E27FC236}">
                    <a16:creationId xmlns:a16="http://schemas.microsoft.com/office/drawing/2014/main" id="{2FEF7FE5-E629-48E3-9871-7FE70E11F29E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9" name="bg object 22">
                <a:extLst>
                  <a:ext uri="{FF2B5EF4-FFF2-40B4-BE49-F238E27FC236}">
                    <a16:creationId xmlns:a16="http://schemas.microsoft.com/office/drawing/2014/main" id="{31F7C069-A685-465E-9F2B-8CBE98B53EDE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6860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85225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7A6EC6-9D8C-40DD-A4FA-8420A3A305A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5072AA5F-B4F6-495F-BA11-D3CD28B56C2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77622DF-BD3A-4ACF-A7BA-AA1ABBB23B7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33ED98B1-081B-46AC-9ED9-A39DAB7E7844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85D9529A-3A2B-4D36-81DF-FBE802E0D503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C39C0918-C601-4395-8B29-7026D1C72F3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B451F4A7-5D5F-4490-8101-A63E1286981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9E5AE78C-C221-4340-AE99-C0B6DBDCC5F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1391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6496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507424" y="622800"/>
            <a:ext cx="7312575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2800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507424" y="1206000"/>
            <a:ext cx="11687778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9910CF-38EB-47BD-9E8E-EF80C23C2F50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3E4C2006-9CB3-4845-AE44-87FA1A1FA02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6C9BEE7-B49A-40FB-95A9-2B5018C99052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7A619A33-EFEB-4DB1-8D87-DFDDAB38FDC3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6246BC8F-5C3C-4B7D-BA72-4D24FCCC905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1844DD3F-5DCD-48CE-A56E-FF59D14308E7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138E814F-C021-4114-A259-351F5CF9C621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80C5A4F3-3DC6-42A4-AE6C-F8389E0A82F5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1028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22769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A06E9-78FC-4120-9EBA-FACDB4FA5B3C}"/>
              </a:ext>
            </a:extLst>
          </p:cNvPr>
          <p:cNvSpPr txBox="1"/>
          <p:nvPr userDrawn="1"/>
        </p:nvSpPr>
        <p:spPr>
          <a:xfrm>
            <a:off x="507424" y="3262146"/>
            <a:ext cx="1884129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F1971-FEE8-4AF6-A8CF-B29608A55E2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1B776D-FD52-4FEC-B41E-9FC8E81C107B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A82F5DAF-0F24-4939-A306-7FF96885C95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016D8CF-BE36-4115-B6A5-EC54DDA77EF7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321C5020-532D-4E37-9930-619790883B0D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9" name="bg object 19">
                <a:extLst>
                  <a:ext uri="{FF2B5EF4-FFF2-40B4-BE49-F238E27FC236}">
                    <a16:creationId xmlns:a16="http://schemas.microsoft.com/office/drawing/2014/main" id="{4F7EE3E7-4BA6-40D2-9FE3-6E914C88F163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0" name="bg object 20">
                <a:extLst>
                  <a:ext uri="{FF2B5EF4-FFF2-40B4-BE49-F238E27FC236}">
                    <a16:creationId xmlns:a16="http://schemas.microsoft.com/office/drawing/2014/main" id="{0C3CB0D3-F20A-490B-A9FB-2C750969D139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31" name="bg object 21">
                <a:extLst>
                  <a:ext uri="{FF2B5EF4-FFF2-40B4-BE49-F238E27FC236}">
                    <a16:creationId xmlns:a16="http://schemas.microsoft.com/office/drawing/2014/main" id="{926BE78B-6D8C-4B05-A7C8-F1D0CE67BC42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2" name="bg object 22">
                <a:extLst>
                  <a:ext uri="{FF2B5EF4-FFF2-40B4-BE49-F238E27FC236}">
                    <a16:creationId xmlns:a16="http://schemas.microsoft.com/office/drawing/2014/main" id="{7F744419-2054-4D87-9E63-D0C79CE02744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9011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20482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B0D84A-F6E0-4B17-AA86-EBD5FA3015EF}"/>
              </a:ext>
            </a:extLst>
          </p:cNvPr>
          <p:cNvSpPr txBox="1"/>
          <p:nvPr userDrawn="1"/>
        </p:nvSpPr>
        <p:spPr>
          <a:xfrm>
            <a:off x="507424" y="2548118"/>
            <a:ext cx="3156386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Table of contents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7B5E0-3475-431D-817D-A27AE6E6A56F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1A5252-9E1E-459C-BD4F-8350ABBDA86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EDDB6BD6-D6EC-40DE-B7E9-14600105AE0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3064F3D-C4A3-42B1-A8C3-276DD8431E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871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6958-D78A-4899-49D2-0A0F00C6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6D3A4-88E6-1405-A825-5BD341122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469F6-ECB5-55B3-DE85-131F0612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3DAFA-91E5-5041-8A6F-F1954D78DFD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78E1E-89E1-FD6B-61D9-E5363A47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73657-82BE-4D2A-0305-36B5D0E4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56B8F-DFAE-E646-BC01-2038911031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374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1133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4" imgH="384" progId="TCLayout.ActiveDocument.1">
                  <p:embed/>
                </p:oleObj>
              </mc:Choice>
              <mc:Fallback>
                <p:oleObj name="Slide do think-cell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" name="bg object 17">
            <a:extLst>
              <a:ext uri="{FF2B5EF4-FFF2-40B4-BE49-F238E27FC236}">
                <a16:creationId xmlns:a16="http://schemas.microsoft.com/office/drawing/2014/main" id="{2B828339-790E-438C-BFA5-D29172CBB00B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pt-BR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4A1CB0-AC3E-41BC-9DA9-6177372B53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41" name="object 4">
            <a:extLst>
              <a:ext uri="{FF2B5EF4-FFF2-40B4-BE49-F238E27FC236}">
                <a16:creationId xmlns:a16="http://schemas.microsoft.com/office/drawing/2014/main" id="{75DE2856-7E60-4DF7-B080-B243A254EBDA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817750" y="5871590"/>
            <a:ext cx="389902" cy="48280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088A6D2-09EA-418B-9CFA-BC7ABE02EDBD}"/>
              </a:ext>
            </a:extLst>
          </p:cNvPr>
          <p:cNvGrpSpPr/>
          <p:nvPr userDrawn="1"/>
        </p:nvGrpSpPr>
        <p:grpSpPr>
          <a:xfrm>
            <a:off x="647199" y="5975016"/>
            <a:ext cx="977900" cy="375875"/>
            <a:chOff x="647199" y="5975016"/>
            <a:chExt cx="977900" cy="375875"/>
          </a:xfrm>
        </p:grpSpPr>
        <p:pic>
          <p:nvPicPr>
            <p:cNvPr id="42" name="object 5">
              <a:extLst>
                <a:ext uri="{FF2B5EF4-FFF2-40B4-BE49-F238E27FC236}">
                  <a16:creationId xmlns:a16="http://schemas.microsoft.com/office/drawing/2014/main" id="{83BFF7D4-F4E7-4396-9282-B9BE36D600D2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814693" y="5975016"/>
              <a:ext cx="138362" cy="174813"/>
            </a:xfrm>
            <a:prstGeom prst="rect">
              <a:avLst/>
            </a:prstGeom>
          </p:spPr>
        </p:pic>
        <p:pic>
          <p:nvPicPr>
            <p:cNvPr id="43" name="object 6">
              <a:extLst>
                <a:ext uri="{FF2B5EF4-FFF2-40B4-BE49-F238E27FC236}">
                  <a16:creationId xmlns:a16="http://schemas.microsoft.com/office/drawing/2014/main" id="{F1B644A8-B013-45DC-B1E6-738EC68DB1D6}"/>
                </a:ext>
              </a:extLst>
            </p:cNvPr>
            <p:cNvPicPr/>
            <p:nvPr userDrawn="1"/>
          </p:nvPicPr>
          <p:blipFill>
            <a:blip r:embed="rId9" cstate="print"/>
            <a:stretch>
              <a:fillRect/>
            </a:stretch>
          </p:blipFill>
          <p:spPr>
            <a:xfrm>
              <a:off x="981927" y="5978726"/>
              <a:ext cx="147702" cy="171102"/>
            </a:xfrm>
            <a:prstGeom prst="rect">
              <a:avLst/>
            </a:prstGeom>
          </p:spPr>
        </p:pic>
        <p:pic>
          <p:nvPicPr>
            <p:cNvPr id="44" name="object 7">
              <a:extLst>
                <a:ext uri="{FF2B5EF4-FFF2-40B4-BE49-F238E27FC236}">
                  <a16:creationId xmlns:a16="http://schemas.microsoft.com/office/drawing/2014/main" id="{F109D621-9823-4F9F-B9FD-0985CE01F77C}"/>
                </a:ext>
              </a:extLst>
            </p:cNvPr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155249" y="5978726"/>
              <a:ext cx="135960" cy="167385"/>
            </a:xfrm>
            <a:prstGeom prst="rect">
              <a:avLst/>
            </a:prstGeom>
          </p:spPr>
        </p:pic>
        <p:pic>
          <p:nvPicPr>
            <p:cNvPr id="45" name="object 8">
              <a:extLst>
                <a:ext uri="{FF2B5EF4-FFF2-40B4-BE49-F238E27FC236}">
                  <a16:creationId xmlns:a16="http://schemas.microsoft.com/office/drawing/2014/main" id="{AE9D098D-4F21-4DDD-A95C-00DA37CAC7DB}"/>
                </a:ext>
              </a:extLst>
            </p:cNvPr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319574" y="5978726"/>
              <a:ext cx="138597" cy="167385"/>
            </a:xfrm>
            <a:prstGeom prst="rect">
              <a:avLst/>
            </a:prstGeom>
          </p:spPr>
        </p:pic>
        <p:pic>
          <p:nvPicPr>
            <p:cNvPr id="46" name="object 9">
              <a:extLst>
                <a:ext uri="{FF2B5EF4-FFF2-40B4-BE49-F238E27FC236}">
                  <a16:creationId xmlns:a16="http://schemas.microsoft.com/office/drawing/2014/main" id="{96488A6F-8108-4D68-875A-6BB52981666E}"/>
                </a:ext>
              </a:extLst>
            </p:cNvPr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651568" y="6251121"/>
              <a:ext cx="161495" cy="99770"/>
            </a:xfrm>
            <a:prstGeom prst="rect">
              <a:avLst/>
            </a:prstGeom>
          </p:spPr>
        </p:pic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DBE0A1BD-EC73-4C2B-8442-43CD07A0960B}"/>
                </a:ext>
              </a:extLst>
            </p:cNvPr>
            <p:cNvSpPr/>
            <p:nvPr userDrawn="1"/>
          </p:nvSpPr>
          <p:spPr>
            <a:xfrm>
              <a:off x="867460" y="6253149"/>
              <a:ext cx="96520" cy="95885"/>
            </a:xfrm>
            <a:custGeom>
              <a:avLst/>
              <a:gdLst/>
              <a:ahLst/>
              <a:cxnLst/>
              <a:rect l="l" t="t" r="r" b="b"/>
              <a:pathLst>
                <a:path w="96519" h="95885">
                  <a:moveTo>
                    <a:pt x="67081" y="85344"/>
                  </a:moveTo>
                  <a:lnTo>
                    <a:pt x="11480" y="85344"/>
                  </a:lnTo>
                  <a:lnTo>
                    <a:pt x="11480" y="0"/>
                  </a:lnTo>
                  <a:lnTo>
                    <a:pt x="0" y="0"/>
                  </a:lnTo>
                  <a:lnTo>
                    <a:pt x="0" y="95554"/>
                  </a:lnTo>
                  <a:lnTo>
                    <a:pt x="67081" y="95554"/>
                  </a:lnTo>
                  <a:lnTo>
                    <a:pt x="67081" y="85344"/>
                  </a:lnTo>
                  <a:close/>
                </a:path>
                <a:path w="96519" h="95885">
                  <a:moveTo>
                    <a:pt x="96380" y="0"/>
                  </a:moveTo>
                  <a:lnTo>
                    <a:pt x="84899" y="0"/>
                  </a:lnTo>
                  <a:lnTo>
                    <a:pt x="84899" y="95554"/>
                  </a:lnTo>
                  <a:lnTo>
                    <a:pt x="96380" y="95554"/>
                  </a:lnTo>
                  <a:lnTo>
                    <a:pt x="96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48" name="object 11">
              <a:extLst>
                <a:ext uri="{FF2B5EF4-FFF2-40B4-BE49-F238E27FC236}">
                  <a16:creationId xmlns:a16="http://schemas.microsoft.com/office/drawing/2014/main" id="{248D628A-8CD8-490F-8B40-9A372218BBA7}"/>
                </a:ext>
              </a:extLst>
            </p:cNvPr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983985" y="6251206"/>
              <a:ext cx="254713" cy="99348"/>
            </a:xfrm>
            <a:prstGeom prst="rect">
              <a:avLst/>
            </a:prstGeom>
          </p:spPr>
        </p:pic>
        <p:pic>
          <p:nvPicPr>
            <p:cNvPr id="49" name="object 12">
              <a:extLst>
                <a:ext uri="{FF2B5EF4-FFF2-40B4-BE49-F238E27FC236}">
                  <a16:creationId xmlns:a16="http://schemas.microsoft.com/office/drawing/2014/main" id="{1D79C609-42CD-4190-A709-6E3FBD1EBB95}"/>
                </a:ext>
              </a:extLst>
            </p:cNvPr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260202" y="6253141"/>
              <a:ext cx="85842" cy="95555"/>
            </a:xfrm>
            <a:prstGeom prst="rect">
              <a:avLst/>
            </a:prstGeom>
          </p:spPr>
        </p:pic>
        <p:pic>
          <p:nvPicPr>
            <p:cNvPr id="50" name="object 13">
              <a:extLst>
                <a:ext uri="{FF2B5EF4-FFF2-40B4-BE49-F238E27FC236}">
                  <a16:creationId xmlns:a16="http://schemas.microsoft.com/office/drawing/2014/main" id="{66A417CA-AF88-439F-A3A5-7791A63D2B0E}"/>
                </a:ext>
              </a:extLst>
            </p:cNvPr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403216" y="6253141"/>
              <a:ext cx="84685" cy="95555"/>
            </a:xfrm>
            <a:prstGeom prst="rect">
              <a:avLst/>
            </a:prstGeom>
          </p:spPr>
        </p:pic>
        <p:pic>
          <p:nvPicPr>
            <p:cNvPr id="51" name="object 14">
              <a:extLst>
                <a:ext uri="{FF2B5EF4-FFF2-40B4-BE49-F238E27FC236}">
                  <a16:creationId xmlns:a16="http://schemas.microsoft.com/office/drawing/2014/main" id="{234D7A8E-E086-4A95-B138-B138645C3F87}"/>
                </a:ext>
              </a:extLst>
            </p:cNvPr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513485" y="6253141"/>
              <a:ext cx="104695" cy="95555"/>
            </a:xfrm>
            <a:prstGeom prst="rect">
              <a:avLst/>
            </a:prstGeom>
          </p:spPr>
        </p:pic>
        <p:sp>
          <p:nvSpPr>
            <p:cNvPr id="52" name="object 15">
              <a:extLst>
                <a:ext uri="{FF2B5EF4-FFF2-40B4-BE49-F238E27FC236}">
                  <a16:creationId xmlns:a16="http://schemas.microsoft.com/office/drawing/2014/main" id="{3CEF5F17-3983-420A-813D-D760D4765815}"/>
                </a:ext>
              </a:extLst>
            </p:cNvPr>
            <p:cNvSpPr/>
            <p:nvPr userDrawn="1"/>
          </p:nvSpPr>
          <p:spPr>
            <a:xfrm>
              <a:off x="647199" y="6199630"/>
              <a:ext cx="977900" cy="0"/>
            </a:xfrm>
            <a:custGeom>
              <a:avLst/>
              <a:gdLst/>
              <a:ahLst/>
              <a:cxnLst/>
              <a:rect l="l" t="t" r="r" b="b"/>
              <a:pathLst>
                <a:path w="977900">
                  <a:moveTo>
                    <a:pt x="0" y="0"/>
                  </a:moveTo>
                  <a:lnTo>
                    <a:pt x="977628" y="0"/>
                  </a:lnTo>
                </a:path>
              </a:pathLst>
            </a:custGeom>
            <a:ln w="126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53" name="object 16">
            <a:extLst>
              <a:ext uri="{FF2B5EF4-FFF2-40B4-BE49-F238E27FC236}">
                <a16:creationId xmlns:a16="http://schemas.microsoft.com/office/drawing/2014/main" id="{A8118737-AA8C-4CC6-B0BD-31FA8949CAFF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839878-9E40-4C56-8427-77087C84C3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478" y="3415918"/>
            <a:ext cx="11322508" cy="513715"/>
          </a:xfrm>
          <a:prstGeom prst="rect">
            <a:avLst/>
          </a:prstGeom>
        </p:spPr>
        <p:txBody>
          <a:bodyPr tIns="13335">
            <a:spAutoFit/>
          </a:bodyPr>
          <a:lstStyle>
            <a:lvl1pPr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defRPr sz="3200" kern="0" spc="-1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pt-BR" err="1"/>
              <a:t>Text</a:t>
            </a:r>
            <a:endParaRPr lang="pt-BR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089C75-BFF7-4210-977E-F60E69D9A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478" y="3929633"/>
            <a:ext cx="11322508" cy="820738"/>
          </a:xfrm>
          <a:prstGeom prst="rect">
            <a:avLst/>
          </a:prstGeom>
        </p:spPr>
        <p:txBody>
          <a:bodyPr vert="horz" tIns="12700">
            <a:spAutoFit/>
          </a:bodyPr>
          <a:lstStyle>
            <a:lvl1pPr marL="12700" rtl="0">
              <a:lnSpc>
                <a:spcPts val="6290"/>
              </a:lnSpc>
              <a:spcBef>
                <a:spcPts val="100"/>
              </a:spcBef>
              <a:defRPr sz="5400" b="1" spc="-10">
                <a:solidFill>
                  <a:srgbClr val="04C3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err="1"/>
              <a:t>Title</a:t>
            </a:r>
            <a:endParaRPr lang="pt-BR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01191139-DB89-48AA-B547-7EED06C14F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478" y="4750371"/>
            <a:ext cx="11322508" cy="538609"/>
          </a:xfrm>
          <a:prstGeom prst="rect">
            <a:avLst/>
          </a:prstGeom>
        </p:spPr>
        <p:txBody>
          <a:bodyPr tIns="12700">
            <a:spAutoFit/>
          </a:bodyPr>
          <a:lstStyle>
            <a:lvl1pPr rtl="0">
              <a:lnSpc>
                <a:spcPts val="4130"/>
              </a:lnSpc>
              <a:spcBef>
                <a:spcPts val="0"/>
              </a:spcBef>
              <a:spcAft>
                <a:spcPts val="0"/>
              </a:spcAft>
              <a:defRPr sz="3600" kern="0" spc="40">
                <a:solidFill>
                  <a:srgbClr val="EAEAEA"/>
                </a:solidFill>
                <a:latin typeface="+mn-lt"/>
                <a:ea typeface="+mn-ea"/>
                <a:cs typeface="+mn-cs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pt-BR" err="1"/>
              <a:t>Subtitle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23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2D5EDAC-790D-4679-A80E-820197A842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16823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5EDAC-790D-4679-A80E-820197A842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object 2">
            <a:extLst>
              <a:ext uri="{FF2B5EF4-FFF2-40B4-BE49-F238E27FC236}">
                <a16:creationId xmlns:a16="http://schemas.microsoft.com/office/drawing/2014/main" id="{D507D3C5-ABCE-4E29-8EF6-1BFA515A7C5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471025" y="0"/>
            <a:ext cx="2720975" cy="6857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0AA176-F282-4A34-B54C-C6DF1D9F7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275031"/>
            <a:ext cx="7631070" cy="627736"/>
          </a:xfrm>
          <a:prstGeom prst="rect">
            <a:avLst/>
          </a:prstGeom>
        </p:spPr>
        <p:txBody>
          <a:bodyPr vert="horz" tIns="12065">
            <a:spAutoFit/>
          </a:bodyPr>
          <a:lstStyle>
            <a:lvl1pPr rtl="0">
              <a:lnSpc>
                <a:spcPct val="100000"/>
              </a:lnSpc>
              <a:spcBef>
                <a:spcPts val="95"/>
              </a:spcBef>
              <a:defRPr sz="4000" b="1" spc="0">
                <a:solidFill>
                  <a:srgbClr val="04C3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22AC230-382B-4428-8BF7-32CF760B816A}"/>
              </a:ext>
            </a:extLst>
          </p:cNvPr>
          <p:cNvSpPr txBox="1"/>
          <p:nvPr userDrawn="1"/>
        </p:nvSpPr>
        <p:spPr>
          <a:xfrm>
            <a:off x="11956542" y="6599021"/>
            <a:ext cx="996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rtl="0">
              <a:spcBef>
                <a:spcPts val="95"/>
              </a:spcBef>
            </a:pPr>
            <a:r>
              <a:rPr lang="pt-BR" sz="1000" kern="0" spc="-50">
                <a:solidFill>
                  <a:srgbClr val="04C358"/>
                </a:solidFill>
                <a:latin typeface="+mn-lt"/>
                <a:ea typeface="+mn-ea"/>
                <a:cs typeface="+mn-cs"/>
              </a:rPr>
              <a:t>2</a:t>
            </a:r>
            <a:endParaRPr lang="pt-BR" sz="1000" kern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AE920EF5-7590-4237-A5C3-0F031C53C232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8411909" y="241900"/>
            <a:ext cx="785701" cy="449959"/>
          </a:xfrm>
          <a:prstGeom prst="rect">
            <a:avLst/>
          </a:prstGeom>
        </p:spPr>
      </p:pic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C06E7032-354F-4F26-852C-EE4823F9FDCE}"/>
              </a:ext>
            </a:extLst>
          </p:cNvPr>
          <p:cNvSpPr txBox="1">
            <a:spLocks/>
          </p:cNvSpPr>
          <p:nvPr userDrawn="1"/>
        </p:nvSpPr>
        <p:spPr>
          <a:xfrm>
            <a:off x="409752" y="1782317"/>
            <a:ext cx="8777605" cy="454228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1300" b="0" i="0">
                <a:solidFill>
                  <a:srgbClr val="404040"/>
                </a:solidFill>
                <a:latin typeface="Microsoft Sans Serif"/>
                <a:ea typeface="+mn-ea"/>
                <a:cs typeface="Microsoft Sans Seri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4A39CF-6D3C-416B-8D0A-455D1525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7424" y="1905000"/>
            <a:ext cx="8832333" cy="4079874"/>
          </a:xfrm>
        </p:spPr>
        <p:txBody>
          <a:bodyPr>
            <a:noAutofit/>
          </a:bodyPr>
          <a:lstStyle>
            <a:lvl1pPr rtl="0">
              <a:defRPr>
                <a:latin typeface="+mn-lt"/>
                <a:ea typeface="+mn-ea"/>
                <a:cs typeface="+mn-cs"/>
              </a:defRPr>
            </a:lvl1pPr>
          </a:lstStyle>
          <a:p>
            <a:endParaRPr lang="pt-BR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254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2D5EDAC-790D-4679-A80E-820197A842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61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5EDAC-790D-4679-A80E-820197A842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bject 2">
            <a:extLst>
              <a:ext uri="{FF2B5EF4-FFF2-40B4-BE49-F238E27FC236}">
                <a16:creationId xmlns:a16="http://schemas.microsoft.com/office/drawing/2014/main" id="{090C6B65-AD81-48DE-8DFE-0CDDA4001EEF}"/>
              </a:ext>
            </a:extLst>
          </p:cNvPr>
          <p:cNvSpPr/>
          <p:nvPr userDrawn="1"/>
        </p:nvSpPr>
        <p:spPr>
          <a:xfrm>
            <a:off x="0" y="1413391"/>
            <a:ext cx="12192000" cy="5445125"/>
          </a:xfrm>
          <a:custGeom>
            <a:avLst/>
            <a:gdLst/>
            <a:ahLst/>
            <a:cxnLst/>
            <a:rect l="l" t="t" r="r" b="b"/>
            <a:pathLst>
              <a:path w="12192000" h="5445125">
                <a:moveTo>
                  <a:pt x="12192000" y="0"/>
                </a:moveTo>
                <a:lnTo>
                  <a:pt x="0" y="0"/>
                </a:lnTo>
                <a:lnTo>
                  <a:pt x="0" y="5444608"/>
                </a:lnTo>
                <a:lnTo>
                  <a:pt x="12192000" y="544460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768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133D6-4D32-40B5-846C-DF30A9ADE7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424" y="2079447"/>
            <a:ext cx="11177144" cy="360680"/>
          </a:xfrm>
          <a:prstGeom prst="rect">
            <a:avLst/>
          </a:prstGeom>
        </p:spPr>
        <p:txBody>
          <a:bodyPr tIns="12065">
            <a:spAutoFit/>
          </a:bodyPr>
          <a:lstStyle>
            <a:lvl1pPr marL="355600" indent="-342900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Font typeface="Courier New" panose="02070309020205020404" pitchFamily="49" charset="0"/>
              <a:buChar char="o"/>
              <a:defRPr sz="2200" kern="0" spc="-1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ACF66E5C-ED0C-4A66-A3EA-57E3B0B905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E90118-6BA7-43F4-B418-9D6C25E11190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47F6D00A-68BD-40DA-93A5-F821160FABCA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6CF3B25-6BF3-45B0-B4AB-C1B80CB292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141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02EFA5-6E8B-4079-9A40-9CF11BC5A9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29377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02EFA5-6E8B-4079-9A40-9CF11BC5A9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8E687262-7683-436A-9EA4-B70055C3F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874B98-E7C7-49FF-9123-9F8311F473E7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2BF76118-2FB6-4D94-A4D8-00A4585C67F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086546-8862-4780-89A8-86DB36B487DD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31" name="bg object 18">
                <a:extLst>
                  <a:ext uri="{FF2B5EF4-FFF2-40B4-BE49-F238E27FC236}">
                    <a16:creationId xmlns:a16="http://schemas.microsoft.com/office/drawing/2014/main" id="{BAA9B5B4-1DC2-4F9F-9EE4-77B8FB5DD999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32" name="bg object 19">
                <a:extLst>
                  <a:ext uri="{FF2B5EF4-FFF2-40B4-BE49-F238E27FC236}">
                    <a16:creationId xmlns:a16="http://schemas.microsoft.com/office/drawing/2014/main" id="{B2B8A9CE-8BDF-40E0-9184-EE1203EE6306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33" name="bg object 20">
                <a:extLst>
                  <a:ext uri="{FF2B5EF4-FFF2-40B4-BE49-F238E27FC236}">
                    <a16:creationId xmlns:a16="http://schemas.microsoft.com/office/drawing/2014/main" id="{C7B9413E-E2F3-4A1C-90BA-9A52CB922F2C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34" name="bg object 21">
                <a:extLst>
                  <a:ext uri="{FF2B5EF4-FFF2-40B4-BE49-F238E27FC236}">
                    <a16:creationId xmlns:a16="http://schemas.microsoft.com/office/drawing/2014/main" id="{F398296B-6431-46B4-8B2E-5F724B67E55B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5" name="bg object 22">
                <a:extLst>
                  <a:ext uri="{FF2B5EF4-FFF2-40B4-BE49-F238E27FC236}">
                    <a16:creationId xmlns:a16="http://schemas.microsoft.com/office/drawing/2014/main" id="{12BFA0B7-A5F7-499F-9269-86147EDFECA6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8232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C14EAC8-C47A-4944-8704-CE1DC7EF3B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1929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4EAC8-C47A-4944-8704-CE1DC7EF3B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424" y="1905000"/>
            <a:ext cx="11177144" cy="4079874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DF9EFD34-47AE-4C3E-91FC-672B5C23C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CD3449-DA1C-42CA-8CB7-82CCD9CA851D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30" name="bg object 17">
              <a:extLst>
                <a:ext uri="{FF2B5EF4-FFF2-40B4-BE49-F238E27FC236}">
                  <a16:creationId xmlns:a16="http://schemas.microsoft.com/office/drawing/2014/main" id="{E4988787-D1CC-44FA-9269-8E62C702D42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7D191AF-7CA0-4428-A433-BDD2BCF0D78B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32" name="bg object 18">
                <a:extLst>
                  <a:ext uri="{FF2B5EF4-FFF2-40B4-BE49-F238E27FC236}">
                    <a16:creationId xmlns:a16="http://schemas.microsoft.com/office/drawing/2014/main" id="{2DBA94E4-6A7C-47BF-A2E4-54E7EE40F5A7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33" name="bg object 19">
                <a:extLst>
                  <a:ext uri="{FF2B5EF4-FFF2-40B4-BE49-F238E27FC236}">
                    <a16:creationId xmlns:a16="http://schemas.microsoft.com/office/drawing/2014/main" id="{093C30AB-7FA7-4EEE-BC75-7708FB204287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34" name="bg object 20">
                <a:extLst>
                  <a:ext uri="{FF2B5EF4-FFF2-40B4-BE49-F238E27FC236}">
                    <a16:creationId xmlns:a16="http://schemas.microsoft.com/office/drawing/2014/main" id="{C745DD78-18F3-4892-B94C-9A66D1AD35B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35" name="bg object 21">
                <a:extLst>
                  <a:ext uri="{FF2B5EF4-FFF2-40B4-BE49-F238E27FC236}">
                    <a16:creationId xmlns:a16="http://schemas.microsoft.com/office/drawing/2014/main" id="{9BA92938-1831-4B1C-962F-87570F64DDCF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6" name="bg object 22">
                <a:extLst>
                  <a:ext uri="{FF2B5EF4-FFF2-40B4-BE49-F238E27FC236}">
                    <a16:creationId xmlns:a16="http://schemas.microsoft.com/office/drawing/2014/main" id="{3ABF2E99-DE81-430A-94D7-2C1C43E78773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6651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C8BF39D-3171-4AB7-94EB-D9C1E72F64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382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8BF39D-3171-4AB7-94EB-D9C1E72F6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507424" y="1544274"/>
            <a:ext cx="3789386" cy="1495794"/>
          </a:xfrm>
          <a:noFill/>
        </p:spPr>
        <p:txBody>
          <a:bodyPr vert="horz" wrap="square" lIns="0" tIns="0" rIns="320040" bIns="0" anchor="b">
            <a:noAutofit/>
          </a:bodyPr>
          <a:lstStyle>
            <a:lvl1pPr rtl="0">
              <a:defRPr sz="28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E19B12-0D08-4177-B08C-74C04519B1A0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2CE74001-56AC-4F9D-8F26-B4F705392E7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7ADB00E-593D-4C81-88D2-D8EE6C43A47F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6" name="bg object 18">
                <a:extLst>
                  <a:ext uri="{FF2B5EF4-FFF2-40B4-BE49-F238E27FC236}">
                    <a16:creationId xmlns:a16="http://schemas.microsoft.com/office/drawing/2014/main" id="{1EED81B1-2567-4CD9-860D-92031E9F8728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7" name="bg object 19">
                <a:extLst>
                  <a:ext uri="{FF2B5EF4-FFF2-40B4-BE49-F238E27FC236}">
                    <a16:creationId xmlns:a16="http://schemas.microsoft.com/office/drawing/2014/main" id="{DD7F5D4F-76B0-4F72-80D2-A9DE4FB4B890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8" name="bg object 20">
                <a:extLst>
                  <a:ext uri="{FF2B5EF4-FFF2-40B4-BE49-F238E27FC236}">
                    <a16:creationId xmlns:a16="http://schemas.microsoft.com/office/drawing/2014/main" id="{C39A9028-F6A1-436F-BABF-AA1B83A1DD44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19" name="bg object 21">
                <a:extLst>
                  <a:ext uri="{FF2B5EF4-FFF2-40B4-BE49-F238E27FC236}">
                    <a16:creationId xmlns:a16="http://schemas.microsoft.com/office/drawing/2014/main" id="{9F0D50BF-064A-4EFD-86C7-D8EEC4839E9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1DDED934-91A3-43B6-B53D-E8A62C9EC0BA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1349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5C8520B-20D1-43B7-9795-49A7F8A446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1930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C8520B-20D1-43B7-9795-49A7F8A446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2668041"/>
            <a:ext cx="11177146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big </a:t>
            </a:r>
            <a:r>
              <a:rPr lang="pt-BR" err="1"/>
              <a:t>statement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507424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B59C8-7692-4ECB-A070-FF96A7C39A5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3B69FC-AD7F-424B-BF8B-7131B7FA161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77AF55E7-2052-4C96-A155-D47CC98C7378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7BEEB19-5730-4F1A-B3DB-8CA2929093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033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EA45409-0600-4E65-91BD-AE4F1B5146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4466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A45409-0600-4E65-91BD-AE4F1B514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3826800"/>
            <a:ext cx="11177146" cy="2041200"/>
          </a:xfrm>
        </p:spPr>
        <p:txBody>
          <a:bodyPr vert="horz" anchor="t">
            <a:noAutofit/>
          </a:bodyPr>
          <a:lstStyle>
            <a:lvl1pPr marL="0" rtl="0">
              <a:lnSpc>
                <a:spcPct val="100000"/>
              </a:lnSpc>
              <a:spcBef>
                <a:spcPts val="0"/>
              </a:spcBef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big </a:t>
            </a:r>
            <a:r>
              <a:rPr lang="pt-BR" err="1"/>
              <a:t>statement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507424" y="3680016"/>
            <a:ext cx="11687778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AF76495-BCC4-4E10-92E2-5759218D5C3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0D71B4-248D-4E2B-8ECC-F80A7ED9260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9" name="bg object 17">
              <a:extLst>
                <a:ext uri="{FF2B5EF4-FFF2-40B4-BE49-F238E27FC236}">
                  <a16:creationId xmlns:a16="http://schemas.microsoft.com/office/drawing/2014/main" id="{14D3E1EA-F402-49AF-A890-AF00ADA5C78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98A7E2-0873-450C-8A92-EB342D9F9D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400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A39324A-BDBA-4E58-AEE4-97B9F695D4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057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9324A-BDBA-4E58-AEE4-97B9F695D4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28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14887-82D1-44B9-88BF-4CDA7C810AA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4D07CBC-31A6-481F-978E-AFAE1ACED391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3019808B-1F7D-489F-84F1-30C25054518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2969F9-2CCA-4D7C-B24D-40DBD712F0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32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ED93FF3-76A0-4C19-81EC-DCB97521A1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1110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93FF3-76A0-4C19-81EC-DCB97521A1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129DC-0D76-4FB6-9A8D-8DACA6FE7862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5E8997C3-840C-4006-9AD8-448F41FD1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6532B6-2778-4842-A00B-F2FA064BD56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0F366248-6CFA-4D1E-9DD0-7AACC7B2B8D8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DE4633E-19BB-431C-B2F4-4918E2970E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645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DEF55F9-77D9-47D2-91C7-431C0E59EB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9993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EF55F9-77D9-47D2-91C7-431C0E59EB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0D52B-13FB-4B9C-8D03-F5ABC4BE3353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4FCA6-05F7-40FD-8BA9-248F86891FA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675F3C51-18C8-4665-93F8-3DB9E7D8E8A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D8CCAAD-31EE-4743-B971-52A2BC922DE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A61EB016-E55E-4730-A28A-3F3B6A855285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468A33C9-66D2-440C-9B4C-7995D11257D7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AF8DE27D-4BD2-43A1-82F6-7E41528AD0DC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884F66D8-DB83-4EA9-88D1-66B09FDC56A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DBC74B2A-CE0D-4969-BA3B-1F52E9FF8A9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33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313A2D7-6DD2-4822-B4BD-03ACF883EB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4594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13A2D7-6DD2-4822-B4BD-03ACF883EB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 rtl="0">
              <a:defRPr sz="1800" baseline="0"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icon</a:t>
            </a:r>
            <a:r>
              <a:rPr lang="pt-BR"/>
              <a:t> </a:t>
            </a:r>
            <a:r>
              <a:rPr lang="pt-BR" err="1"/>
              <a:t>below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an</a:t>
            </a:r>
            <a:r>
              <a:rPr lang="pt-BR"/>
              <a:t> </a:t>
            </a:r>
            <a:r>
              <a:rPr lang="pt-BR" err="1"/>
              <a:t>image</a:t>
            </a:r>
            <a:r>
              <a:rPr lang="pt-BR"/>
              <a:t> </a:t>
            </a:r>
            <a:r>
              <a:rPr lang="pt-BR" err="1"/>
              <a:t>or</a:t>
            </a:r>
            <a:r>
              <a:rPr lang="pt-BR"/>
              <a:t> remove </a:t>
            </a:r>
            <a:r>
              <a:rPr lang="pt-BR" err="1"/>
              <a:t>this</a:t>
            </a:r>
            <a:r>
              <a:rPr lang="pt-BR"/>
              <a:t> </a:t>
            </a:r>
            <a:r>
              <a:rPr lang="pt-BR" err="1"/>
              <a:t>placeholder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use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whitespace</a:t>
            </a:r>
            <a:r>
              <a:rPr lang="pt-BR"/>
              <a:t> in </a:t>
            </a:r>
            <a:r>
              <a:rPr lang="pt-BR" err="1"/>
              <a:t>another</a:t>
            </a:r>
            <a:r>
              <a:rPr lang="pt-BR"/>
              <a:t> </a:t>
            </a:r>
            <a:r>
              <a:rPr lang="pt-BR" err="1"/>
              <a:t>way</a:t>
            </a:r>
            <a:endParaRPr lang="pt-BR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07424" y="1785600"/>
            <a:ext cx="4725386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 rtl="0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D921E3-6619-46D9-AB24-72ED6DCCF79A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B1D891-45AE-4F10-BA85-EF74961EBCA1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2" name="bg object 17">
              <a:extLst>
                <a:ext uri="{FF2B5EF4-FFF2-40B4-BE49-F238E27FC236}">
                  <a16:creationId xmlns:a16="http://schemas.microsoft.com/office/drawing/2014/main" id="{D47B3641-BCB3-45C5-9FCC-78D742F9AA8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C35A2D-B0B6-4F98-9ED6-DD679C69FFA0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4" name="bg object 18">
                <a:extLst>
                  <a:ext uri="{FF2B5EF4-FFF2-40B4-BE49-F238E27FC236}">
                    <a16:creationId xmlns:a16="http://schemas.microsoft.com/office/drawing/2014/main" id="{5B71851F-069A-4D01-998D-BC2F065F8DFF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5" name="bg object 19">
                <a:extLst>
                  <a:ext uri="{FF2B5EF4-FFF2-40B4-BE49-F238E27FC236}">
                    <a16:creationId xmlns:a16="http://schemas.microsoft.com/office/drawing/2014/main" id="{A75D069D-3454-493D-B3F6-A3235C37E4F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6" name="bg object 20">
                <a:extLst>
                  <a:ext uri="{FF2B5EF4-FFF2-40B4-BE49-F238E27FC236}">
                    <a16:creationId xmlns:a16="http://schemas.microsoft.com/office/drawing/2014/main" id="{AC0109BC-D09B-459B-B419-355293E0FCF5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3E327F37-19EB-4428-A4D1-8A987B4BB2D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8" name="bg object 22">
                <a:extLst>
                  <a:ext uri="{FF2B5EF4-FFF2-40B4-BE49-F238E27FC236}">
                    <a16:creationId xmlns:a16="http://schemas.microsoft.com/office/drawing/2014/main" id="{84AD7879-9732-4D2D-93DF-057A4AC1E4AB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634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94C68D7-E616-422D-A42D-5471AA7507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12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4C68D7-E616-422D-A42D-5471AA7507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 rtl="0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icon</a:t>
            </a:r>
            <a:r>
              <a:rPr lang="pt-BR"/>
              <a:t> </a:t>
            </a:r>
            <a:r>
              <a:rPr lang="pt-BR" err="1"/>
              <a:t>below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an</a:t>
            </a:r>
            <a:r>
              <a:rPr lang="pt-BR"/>
              <a:t> </a:t>
            </a:r>
            <a:r>
              <a:rPr lang="pt-BR" err="1"/>
              <a:t>image</a:t>
            </a:r>
            <a:r>
              <a:rPr lang="pt-BR"/>
              <a:t> </a:t>
            </a:r>
            <a:r>
              <a:rPr lang="pt-BR" err="1"/>
              <a:t>or</a:t>
            </a:r>
            <a:r>
              <a:rPr lang="pt-BR"/>
              <a:t> remove </a:t>
            </a:r>
            <a:r>
              <a:rPr lang="pt-BR" err="1"/>
              <a:t>this</a:t>
            </a:r>
            <a:r>
              <a:rPr lang="pt-BR"/>
              <a:t> </a:t>
            </a:r>
            <a:r>
              <a:rPr lang="pt-BR" err="1"/>
              <a:t>placeholder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use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whitespace</a:t>
            </a:r>
            <a:r>
              <a:rPr lang="pt-BR"/>
              <a:t> in </a:t>
            </a:r>
            <a:r>
              <a:rPr lang="pt-BR" err="1"/>
              <a:t>another</a:t>
            </a:r>
            <a:r>
              <a:rPr lang="pt-BR"/>
              <a:t> </a:t>
            </a:r>
            <a:r>
              <a:rPr lang="pt-BR" err="1"/>
              <a:t>way</a:t>
            </a:r>
            <a:endParaRPr lang="pt-BR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1785600"/>
            <a:ext cx="6584538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9F454-EA07-4D95-8BFC-13FB4EB6EE63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EC0F09-9496-4CB0-925B-647ECEE80C7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24FB76FF-362D-4F4B-9159-8E9EA6E2C23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CD4B0C3-76CB-4CA8-8A30-6135A602E5B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AF7933F8-2112-4B9E-B28C-02EAE9C16093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AB49F495-088C-4FA8-A451-D22850787E5F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39B98B86-BFF1-4A4D-BA32-0D676DA8BD3E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0C95F8A2-2F1F-42B2-92DB-3B10D6923EB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721EDA24-B9B3-4B5B-8933-B907E233CD2D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376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1C8CF9A-4519-40E3-A0CA-DCA976058E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814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C8CF9A-4519-40E3-A0CA-DCA976058E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2800" baseline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>
                <a:solidFill>
                  <a:schemeClr val="tx2"/>
                </a:solidFill>
              </a:rPr>
              <a:t>Click </a:t>
            </a:r>
            <a:r>
              <a:rPr lang="pt-BR" err="1">
                <a:solidFill>
                  <a:schemeClr val="tx2"/>
                </a:solidFill>
              </a:rPr>
              <a:t>to</a:t>
            </a:r>
            <a:r>
              <a:rPr lang="pt-BR">
                <a:solidFill>
                  <a:schemeClr val="tx2"/>
                </a:solidFill>
              </a:rPr>
              <a:t> </a:t>
            </a:r>
            <a:r>
              <a:rPr lang="pt-BR" err="1">
                <a:solidFill>
                  <a:schemeClr val="tx2"/>
                </a:solidFill>
              </a:rPr>
              <a:t>add</a:t>
            </a:r>
            <a:r>
              <a:rPr lang="pt-BR">
                <a:solidFill>
                  <a:schemeClr val="tx2"/>
                </a:solidFill>
              </a:rPr>
              <a:t> </a:t>
            </a:r>
            <a:r>
              <a:rPr lang="pt-BR" err="1">
                <a:solidFill>
                  <a:schemeClr val="tx2"/>
                </a:solidFill>
              </a:rPr>
              <a:t>title</a:t>
            </a:r>
            <a:endParaRPr lang="pt-BR">
              <a:solidFill>
                <a:schemeClr val="tx2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F58971-CB61-4D88-A3AC-16CC9F0922F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294430-3C23-4895-98BD-FA8E171FBF00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62641EA9-91D1-4A4E-B233-E6A2C46621F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5DB7DE-FFE8-49A6-B54A-8C9C3A28A7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06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BB9517E-22B2-4BA2-8B7F-CBCC8B4CC7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14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B9517E-22B2-4BA2-8B7F-CBCC8B4CC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</p:spPr>
        <p:txBody>
          <a:bodyPr vert="horz" anchor="ctr" anchorCtr="0">
            <a:noAutofit/>
          </a:bodyPr>
          <a:lstStyle>
            <a:lvl1pPr rtl="0">
              <a:defRPr sz="28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73A1D7-0AFC-4649-A9CC-81AFA6E51AF2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5C8B2C-1D8D-4E20-9168-9587AAACE261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1" name="bg object 17">
              <a:extLst>
                <a:ext uri="{FF2B5EF4-FFF2-40B4-BE49-F238E27FC236}">
                  <a16:creationId xmlns:a16="http://schemas.microsoft.com/office/drawing/2014/main" id="{35730196-594A-44AB-A4FF-5005657A492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97D8CB2-6DAF-43AE-9D35-3057B110682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A5A9776F-5113-4A41-B42A-2A023629720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F485193D-C3EC-4981-A7B4-C356B1ECEE4D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74974F10-81F1-48CF-9A85-9A4A5F040828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45F36BAF-1518-4A1F-8C67-A9CFFCB390B5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2" name="bg object 22">
                <a:extLst>
                  <a:ext uri="{FF2B5EF4-FFF2-40B4-BE49-F238E27FC236}">
                    <a16:creationId xmlns:a16="http://schemas.microsoft.com/office/drawing/2014/main" id="{C592EECF-9F57-43FA-A87C-EFE1A816FC60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5232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3113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24" imgH="324" progId="TCLayout.ActiveDocument.1">
                  <p:embed/>
                </p:oleObj>
              </mc:Choice>
              <mc:Fallback>
                <p:oleObj name="Slide do think-cell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400" b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8C60CB-F93A-4715-98D0-12A4E03747E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D23244-AEA4-4760-B03B-DF5CE59F73A7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66FF302D-EACC-44C1-8D19-AC239CB586D7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D7656A3-DABD-493F-A60A-70C68D833B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580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9EA5DF5-7275-40EF-9218-69CBEF1D26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9823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EA5DF5-7275-40EF-9218-69CBEF1D26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779620-E5F8-41AE-9F1B-D0195E281D08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A1DFC0-715D-4AD8-B37B-ECB687D228B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B9FCB42F-41C7-438E-BF14-F026E728A63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9EFFA6D-41AD-416D-A21D-C570B92580FA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FC439453-B0DF-4782-A7FE-9BD746F889FD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14CF3FF7-4594-4CC2-9470-8A22CD919C7D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2CCD8F02-0474-483C-9140-3ED2ECE3902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BCAB042B-E677-43B0-9478-5F26D7C736B3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EB34F91C-0CA9-47B4-BBB4-67DB09A750B9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2654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CE17C6A-37DA-46F7-ACB4-E4C8565C17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9894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E17C6A-37DA-46F7-ACB4-E4C8565C17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F75F78-D940-4720-A50D-43A05A536139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53577AB-BC5B-49D5-A72A-A5818A701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6725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F7CEF-06DB-4BE1-8C28-8DC8D51E21B4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4B6DAE36-EEBD-4503-A7D7-3DFB6C20935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5684233-BF57-410E-9DB6-317DE7E84A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315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982EF48-D000-416D-AE4A-BF9E604768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2300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82EF48-D000-416D-AE4A-BF9E604768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E04BF3-206C-43BA-9C4B-58B1F2DCD540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449BB9A5-045E-4FEE-B05E-EE7273781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6725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87260E-3850-4665-BAFF-2717F924B39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14842CE4-D3BF-4C43-8CBD-7480465569C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0D209BF-9AAC-4312-8788-D2FD2DE19692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CE8B19F6-8267-495B-B1A2-095E5DFE1176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D0B86590-DD3F-4CD8-8AEC-D535F90080BC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9A2605FD-1530-402E-B54E-0ABEBE1F25B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EC13E822-5CC9-4F09-9E09-46108CFB35F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80E04E66-6BB9-4695-97DA-5E4F7E9A9EB9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5355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E367384-F2FE-49CB-AF1B-842CE6ADF6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676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367384-F2FE-49CB-AF1B-842CE6ADF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067A7B-719B-4B44-B41F-4A1339D0039C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9AFCB3B-5D61-4FA6-812E-5688332C7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A4A91-070D-465E-8E32-CA55810B864E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48F38FF0-56E6-4D38-90A8-6FE9F332148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E3B1A2C-2130-466B-BBA1-1E9D7DFCBE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168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F703912-BD2D-4502-88EE-2E518EB24B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3132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703912-BD2D-4502-88EE-2E518EB24B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CC3908-B5C7-4BDB-8B92-D963255ED8C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CC9B3FE3-2334-4D81-9B2F-49ED2B6F0A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78C6ED-3A55-42EF-83A9-C13BFBC8D905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0D5CC432-34A0-4B94-A992-C95AAA61628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9CDFC07-3230-43A5-B1AB-18B5F7237D7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779B611F-339F-4668-9BDC-296B120EFE2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FDB68147-8C92-4406-AD59-6045F5E59F5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59385DCE-3C18-46C9-BA83-27527230F961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6F104FE7-7A0B-461E-9DFA-19E4CE712104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1" name="bg object 22">
                <a:extLst>
                  <a:ext uri="{FF2B5EF4-FFF2-40B4-BE49-F238E27FC236}">
                    <a16:creationId xmlns:a16="http://schemas.microsoft.com/office/drawing/2014/main" id="{BE30021D-BD19-4783-B267-141820C5495B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9920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2C3DE4E-9A3D-4865-8F82-6519F40B7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79829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C3DE4E-9A3D-4865-8F82-6519F40B7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big </a:t>
            </a:r>
            <a:r>
              <a:rPr lang="pt-BR" err="1"/>
              <a:t>statement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9CE9FE-6622-4105-9186-C5DAA958ACD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8A874D-8B47-4B72-B464-FE4AAE68F1BD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FC90C2C1-816B-4CD9-8A00-1A16938FAD2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BA127C3-BABE-4444-9D67-191383BD6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49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F931399-0E60-4137-A78E-F8A8C14C0C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0666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931399-0E60-4137-A78E-F8A8C14C0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507424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big </a:t>
            </a:r>
            <a:r>
              <a:rPr lang="pt-BR" err="1"/>
              <a:t>statement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2F6224-FF79-4496-9D67-A8C9F3F4CBB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663AB175-A32A-477C-AA3D-064A0F7AF92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F2F30E-227F-4BFE-96CE-3C1572A05F9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11F9D8E0-1675-4642-90AA-6CD809581C6F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1B56E25A-EDCE-4807-AE0A-5F64D05CEAF9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630BDFE3-DD1B-41EB-B7AA-C90DA705D5A5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327C841E-9B31-41AB-84D4-FA07BF7FD9C8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B6300122-1771-4CB1-B8A7-53E6B050B49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46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0D1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20403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24" imgH="324" progId="TCLayout.ActiveDocument.1">
                  <p:embed/>
                </p:oleObj>
              </mc:Choice>
              <mc:Fallback>
                <p:oleObj name="Slide do think-cell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1834C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1347A-F616-438E-9AF0-CE8A634FAA2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966DF2-1640-4DCD-8BAB-5D73BE849429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E5AC00FB-933A-4C55-BBFE-D19D565369F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303EBF0-75C4-4FC8-8E5C-925E375D37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031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A16FC9A-EFE4-4E09-BF53-038FD7C593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2304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16FC9A-EFE4-4E09-BF53-038FD7C59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C8DCD-3DC5-437F-A289-FFC36BA159F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F59090A-A95A-4E7E-B72E-BE844AEB6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8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C8C6E9-3989-4468-8E25-99ED58E2249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0" name="bg object 17">
              <a:extLst>
                <a:ext uri="{FF2B5EF4-FFF2-40B4-BE49-F238E27FC236}">
                  <a16:creationId xmlns:a16="http://schemas.microsoft.com/office/drawing/2014/main" id="{E448F593-D3EC-46FF-8917-9C66DDD4222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D7DFC5-3BCB-49FB-924B-812CCDCC4F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90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316309-784E-4DE0-BB73-D1E3E72A99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6046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316309-784E-4DE0-BB73-D1E3E72A9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E6C45A-C07C-4F8D-926B-A82D410E5A15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9" name="bg object 17">
              <a:extLst>
                <a:ext uri="{FF2B5EF4-FFF2-40B4-BE49-F238E27FC236}">
                  <a16:creationId xmlns:a16="http://schemas.microsoft.com/office/drawing/2014/main" id="{BD9DCB61-5329-4141-B8F7-BC206BE3119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8EBE504-1F6E-4AF3-AB6C-0274B50CF05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2D00812C-A05A-4FEE-9CDD-8C67189F75BC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5AF3B6F1-F5C6-43A9-B381-DE023083FC37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E5C824BC-6FB0-4A3A-A055-3E21DA734F2A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88A1AC7C-25E1-49B1-A400-A79CFAE0FC4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C441F83B-CA83-40B0-B96A-773A55EB3AD2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2181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10915F0-8335-4881-913F-DE4F13F05D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8007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0915F0-8335-4881-913F-DE4F13F05D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96685-5915-441E-B61A-10505EB4B764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F040F8-2C44-469A-8ACB-719C62BCB4C8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E25B6939-5D1D-4C9E-986E-D8148E58344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D73C2B1-9A0C-42E3-9228-2E87D41B81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400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5D1B9B7-CEF6-4DB7-A1A6-358E1CDB2B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2350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D1B9B7-CEF6-4DB7-A1A6-358E1CDB2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4C4B6-DDF1-4205-9D13-9944A98DC7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5498" y="1664256"/>
            <a:ext cx="6209071" cy="3323987"/>
          </a:xfrm>
        </p:spPr>
        <p:txBody>
          <a:bodyPr wrap="square" lIns="0" tIns="0" rIns="0" bIns="0" anchor="ctr">
            <a:noAutofit/>
          </a:bodyPr>
          <a:lstStyle>
            <a:lvl1pPr rtl="0">
              <a:defRPr lang="en-US" sz="1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pt-BR" err="1"/>
              <a:t>Text</a:t>
            </a:r>
            <a:endParaRPr lang="pt-BR"/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507424" y="2973076"/>
            <a:ext cx="354555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sz="5100" err="1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Disclaimer</a:t>
            </a:r>
            <a:endParaRPr lang="pt-BR" sz="5100">
              <a:solidFill>
                <a:schemeClr val="tx2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764240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0CF864-624C-4DCB-B2E1-9B91C7CCB16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E4DBA0E0-8AD1-4D40-ADF8-8AF97C7B46D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04F62CF-FD98-4E99-AA45-646D527112A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7" name="bg object 18">
                <a:extLst>
                  <a:ext uri="{FF2B5EF4-FFF2-40B4-BE49-F238E27FC236}">
                    <a16:creationId xmlns:a16="http://schemas.microsoft.com/office/drawing/2014/main" id="{85EAC149-45E1-41AB-9043-BD583D599275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8" name="bg object 19">
                <a:extLst>
                  <a:ext uri="{FF2B5EF4-FFF2-40B4-BE49-F238E27FC236}">
                    <a16:creationId xmlns:a16="http://schemas.microsoft.com/office/drawing/2014/main" id="{63552E6D-A3DD-44E3-B32C-A9CCB0A5F5D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9" name="bg object 20">
                <a:extLst>
                  <a:ext uri="{FF2B5EF4-FFF2-40B4-BE49-F238E27FC236}">
                    <a16:creationId xmlns:a16="http://schemas.microsoft.com/office/drawing/2014/main" id="{F01038AD-51E7-4643-B6BF-9D6163CC107E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863454F8-4FE1-47CC-9A37-80C378221E5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8" name="bg object 22">
                <a:extLst>
                  <a:ext uri="{FF2B5EF4-FFF2-40B4-BE49-F238E27FC236}">
                    <a16:creationId xmlns:a16="http://schemas.microsoft.com/office/drawing/2014/main" id="{B5741117-5ADE-4F5D-A4B5-C792709BF8D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45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23230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4" imgH="384" progId="TCLayout.ActiveDocument.1">
                  <p:embed/>
                </p:oleObj>
              </mc:Choice>
              <mc:Fallback>
                <p:oleObj name="Slide do think-cell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bg object 17">
            <a:extLst>
              <a:ext uri="{FF2B5EF4-FFF2-40B4-BE49-F238E27FC236}">
                <a16:creationId xmlns:a16="http://schemas.microsoft.com/office/drawing/2014/main" id="{EEA75703-34D8-4353-A1F0-0DEF5D8DD40D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32F81C-4D3C-4C9D-811F-52F0D38838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5A6931AB-5E0F-4EDD-9AD1-ADC26BA78D63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817751" y="5871590"/>
            <a:ext cx="389902" cy="482803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8A7BCADC-B051-49E0-B980-961630F0B25F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814693" y="5975016"/>
            <a:ext cx="138362" cy="174813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E1E0B00E-40DD-4F39-B1C1-B4B435195FE7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981927" y="5978726"/>
            <a:ext cx="147702" cy="171102"/>
          </a:xfrm>
          <a:prstGeom prst="rect">
            <a:avLst/>
          </a:prstGeom>
        </p:spPr>
      </p:pic>
      <p:pic>
        <p:nvPicPr>
          <p:cNvPr id="16" name="object 7">
            <a:extLst>
              <a:ext uri="{FF2B5EF4-FFF2-40B4-BE49-F238E27FC236}">
                <a16:creationId xmlns:a16="http://schemas.microsoft.com/office/drawing/2014/main" id="{527EBA5C-CDA4-461A-8AAD-F8DB7911915E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155249" y="5978726"/>
            <a:ext cx="135960" cy="167385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8DA994D9-21B9-45E1-83B9-CF59E9508D2E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319574" y="5978726"/>
            <a:ext cx="138597" cy="167385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444EAB1A-8C57-433A-8A72-F4CD44669621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651568" y="6251121"/>
            <a:ext cx="161495" cy="99770"/>
          </a:xfrm>
          <a:prstGeom prst="rect">
            <a:avLst/>
          </a:prstGeom>
        </p:spPr>
      </p:pic>
      <p:sp>
        <p:nvSpPr>
          <p:cNvPr id="19" name="object 10">
            <a:extLst>
              <a:ext uri="{FF2B5EF4-FFF2-40B4-BE49-F238E27FC236}">
                <a16:creationId xmlns:a16="http://schemas.microsoft.com/office/drawing/2014/main" id="{76E8D0E9-235A-4366-B981-F0F6EC1EC033}"/>
              </a:ext>
            </a:extLst>
          </p:cNvPr>
          <p:cNvSpPr/>
          <p:nvPr userDrawn="1"/>
        </p:nvSpPr>
        <p:spPr>
          <a:xfrm>
            <a:off x="867460" y="6253149"/>
            <a:ext cx="96520" cy="95885"/>
          </a:xfrm>
          <a:custGeom>
            <a:avLst/>
            <a:gdLst/>
            <a:ahLst/>
            <a:cxnLst/>
            <a:rect l="l" t="t" r="r" b="b"/>
            <a:pathLst>
              <a:path w="96519" h="95885">
                <a:moveTo>
                  <a:pt x="67081" y="85344"/>
                </a:moveTo>
                <a:lnTo>
                  <a:pt x="11480" y="85344"/>
                </a:lnTo>
                <a:lnTo>
                  <a:pt x="11480" y="0"/>
                </a:lnTo>
                <a:lnTo>
                  <a:pt x="0" y="0"/>
                </a:lnTo>
                <a:lnTo>
                  <a:pt x="0" y="95554"/>
                </a:lnTo>
                <a:lnTo>
                  <a:pt x="67081" y="95554"/>
                </a:lnTo>
                <a:lnTo>
                  <a:pt x="67081" y="85344"/>
                </a:lnTo>
                <a:close/>
              </a:path>
              <a:path w="96519" h="95885">
                <a:moveTo>
                  <a:pt x="96380" y="0"/>
                </a:moveTo>
                <a:lnTo>
                  <a:pt x="84899" y="0"/>
                </a:lnTo>
                <a:lnTo>
                  <a:pt x="84899" y="95554"/>
                </a:lnTo>
                <a:lnTo>
                  <a:pt x="96380" y="95554"/>
                </a:lnTo>
                <a:lnTo>
                  <a:pt x="96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0" name="object 11">
            <a:extLst>
              <a:ext uri="{FF2B5EF4-FFF2-40B4-BE49-F238E27FC236}">
                <a16:creationId xmlns:a16="http://schemas.microsoft.com/office/drawing/2014/main" id="{CBBC949B-5596-4982-8A7B-BF3846558C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83985" y="6251206"/>
            <a:ext cx="254713" cy="99348"/>
          </a:xfrm>
          <a:prstGeom prst="rect">
            <a:avLst/>
          </a:prstGeom>
        </p:spPr>
      </p:pic>
      <p:pic>
        <p:nvPicPr>
          <p:cNvPr id="21" name="object 12">
            <a:extLst>
              <a:ext uri="{FF2B5EF4-FFF2-40B4-BE49-F238E27FC236}">
                <a16:creationId xmlns:a16="http://schemas.microsoft.com/office/drawing/2014/main" id="{1E697135-E614-4741-91A9-A2B944F973E7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260202" y="6253141"/>
            <a:ext cx="85842" cy="95555"/>
          </a:xfrm>
          <a:prstGeom prst="rect">
            <a:avLst/>
          </a:prstGeom>
        </p:spPr>
      </p:pic>
      <p:pic>
        <p:nvPicPr>
          <p:cNvPr id="22" name="object 13">
            <a:extLst>
              <a:ext uri="{FF2B5EF4-FFF2-40B4-BE49-F238E27FC236}">
                <a16:creationId xmlns:a16="http://schemas.microsoft.com/office/drawing/2014/main" id="{96F96A15-4C0A-4E65-860B-1FA66DCC83BD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403216" y="6253141"/>
            <a:ext cx="84685" cy="95555"/>
          </a:xfrm>
          <a:prstGeom prst="rect">
            <a:avLst/>
          </a:prstGeom>
        </p:spPr>
      </p:pic>
      <p:pic>
        <p:nvPicPr>
          <p:cNvPr id="23" name="object 14">
            <a:extLst>
              <a:ext uri="{FF2B5EF4-FFF2-40B4-BE49-F238E27FC236}">
                <a16:creationId xmlns:a16="http://schemas.microsoft.com/office/drawing/2014/main" id="{B9BBC003-6BFD-4788-827B-4252E03FF8BB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513486" y="6253141"/>
            <a:ext cx="104695" cy="95555"/>
          </a:xfrm>
          <a:prstGeom prst="rect">
            <a:avLst/>
          </a:prstGeom>
        </p:spPr>
      </p:pic>
      <p:sp>
        <p:nvSpPr>
          <p:cNvPr id="24" name="object 15">
            <a:extLst>
              <a:ext uri="{FF2B5EF4-FFF2-40B4-BE49-F238E27FC236}">
                <a16:creationId xmlns:a16="http://schemas.microsoft.com/office/drawing/2014/main" id="{EA87978B-24C7-45E4-9A0E-43F8B4DB2E8B}"/>
              </a:ext>
            </a:extLst>
          </p:cNvPr>
          <p:cNvSpPr/>
          <p:nvPr userDrawn="1"/>
        </p:nvSpPr>
        <p:spPr>
          <a:xfrm>
            <a:off x="647199" y="6199630"/>
            <a:ext cx="977900" cy="0"/>
          </a:xfrm>
          <a:custGeom>
            <a:avLst/>
            <a:gdLst/>
            <a:ahLst/>
            <a:cxnLst/>
            <a:rect l="l" t="t" r="r" b="b"/>
            <a:pathLst>
              <a:path w="977900">
                <a:moveTo>
                  <a:pt x="0" y="0"/>
                </a:moveTo>
                <a:lnTo>
                  <a:pt x="977628" y="0"/>
                </a:lnTo>
              </a:path>
            </a:pathLst>
          </a:custGeom>
          <a:ln w="126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23C16B0F-92EC-4BEA-A165-54F0A8E2E3DD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9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424C7B7-2A32-49D5-A457-E5C8345EC8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0531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24C7B7-2A32-49D5-A457-E5C8345EC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0E5C0EF-12C2-4CB8-A258-0EA3BD7503C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59" name="bg object 17">
              <a:extLst>
                <a:ext uri="{FF2B5EF4-FFF2-40B4-BE49-F238E27FC236}">
                  <a16:creationId xmlns:a16="http://schemas.microsoft.com/office/drawing/2014/main" id="{F508242E-FA41-44D5-88BB-FEFEAFDF237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89FB7DC-5D18-4F04-882A-892DA76801A0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61" name="bg object 18">
                <a:extLst>
                  <a:ext uri="{FF2B5EF4-FFF2-40B4-BE49-F238E27FC236}">
                    <a16:creationId xmlns:a16="http://schemas.microsoft.com/office/drawing/2014/main" id="{10A3F58F-5741-4161-AE9C-900319348F2B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62" name="bg object 19">
                <a:extLst>
                  <a:ext uri="{FF2B5EF4-FFF2-40B4-BE49-F238E27FC236}">
                    <a16:creationId xmlns:a16="http://schemas.microsoft.com/office/drawing/2014/main" id="{4AA344D9-3519-46A7-B510-72702498A67E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63" name="bg object 20">
                <a:extLst>
                  <a:ext uri="{FF2B5EF4-FFF2-40B4-BE49-F238E27FC236}">
                    <a16:creationId xmlns:a16="http://schemas.microsoft.com/office/drawing/2014/main" id="{55BC92EB-9527-4DD7-A775-152F45FD1FBE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64" name="bg object 21">
                <a:extLst>
                  <a:ext uri="{FF2B5EF4-FFF2-40B4-BE49-F238E27FC236}">
                    <a16:creationId xmlns:a16="http://schemas.microsoft.com/office/drawing/2014/main" id="{4864B917-8B00-44E8-BCF4-2CCF38106945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65" name="bg object 22">
                <a:extLst>
                  <a:ext uri="{FF2B5EF4-FFF2-40B4-BE49-F238E27FC236}">
                    <a16:creationId xmlns:a16="http://schemas.microsoft.com/office/drawing/2014/main" id="{DE94D198-898C-4373-B6C6-0574E319CDE8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15DA440-4B1E-4F98-A2AD-653B0E101055}"/>
              </a:ext>
            </a:extLst>
          </p:cNvPr>
          <p:cNvGrpSpPr/>
          <p:nvPr userDrawn="1"/>
        </p:nvGrpSpPr>
        <p:grpSpPr>
          <a:xfrm>
            <a:off x="-600" y="0"/>
            <a:ext cx="12193200" cy="6858000"/>
            <a:chOff x="-600" y="0"/>
            <a:chExt cx="12193200" cy="6858000"/>
          </a:xfrm>
        </p:grpSpPr>
        <p:sp>
          <p:nvSpPr>
            <p:cNvPr id="67" name="No fly zone">
              <a:extLst>
                <a:ext uri="{FF2B5EF4-FFF2-40B4-BE49-F238E27FC236}">
                  <a16:creationId xmlns:a16="http://schemas.microsoft.com/office/drawing/2014/main" id="{09C19710-67A7-4172-97B2-722BFA8FA0C4}"/>
                </a:ext>
              </a:extLst>
            </p:cNvPr>
            <p:cNvSpPr/>
            <p:nvPr/>
          </p:nvSpPr>
          <p:spPr>
            <a:xfrm>
              <a:off x="-600" y="0"/>
              <a:ext cx="12193199" cy="6858000"/>
            </a:xfrm>
            <a:custGeom>
              <a:avLst/>
              <a:gdLst>
                <a:gd name="connsiteX0" fmla="*/ 0 w 12193199"/>
                <a:gd name="connsiteY0" fmla="*/ 0 h 6858000"/>
                <a:gd name="connsiteX1" fmla="*/ 12193199 w 12193199"/>
                <a:gd name="connsiteY1" fmla="*/ 0 h 6858000"/>
                <a:gd name="connsiteX2" fmla="*/ 12193199 w 12193199"/>
                <a:gd name="connsiteY2" fmla="*/ 622800 h 6858000"/>
                <a:gd name="connsiteX3" fmla="*/ 12191999 w 12193199"/>
                <a:gd name="connsiteY3" fmla="*/ 622800 h 6858000"/>
                <a:gd name="connsiteX4" fmla="*/ 12191999 w 12193199"/>
                <a:gd name="connsiteY4" fmla="*/ 6160597 h 6858000"/>
                <a:gd name="connsiteX5" fmla="*/ 12193199 w 12193199"/>
                <a:gd name="connsiteY5" fmla="*/ 6160597 h 6858000"/>
                <a:gd name="connsiteX6" fmla="*/ 12193199 w 12193199"/>
                <a:gd name="connsiteY6" fmla="*/ 6858000 h 6858000"/>
                <a:gd name="connsiteX7" fmla="*/ 12191999 w 12193199"/>
                <a:gd name="connsiteY7" fmla="*/ 6858000 h 6858000"/>
                <a:gd name="connsiteX8" fmla="*/ 11561999 w 12193199"/>
                <a:gd name="connsiteY8" fmla="*/ 6858000 h 6858000"/>
                <a:gd name="connsiteX9" fmla="*/ 630001 w 12193199"/>
                <a:gd name="connsiteY9" fmla="*/ 6858000 h 6858000"/>
                <a:gd name="connsiteX10" fmla="*/ 1 w 12193199"/>
                <a:gd name="connsiteY10" fmla="*/ 6858000 h 6858000"/>
                <a:gd name="connsiteX11" fmla="*/ 1 w 12193199"/>
                <a:gd name="connsiteY11" fmla="*/ 6160597 h 6858000"/>
                <a:gd name="connsiteX12" fmla="*/ 1 w 12193199"/>
                <a:gd name="connsiteY12" fmla="*/ 622800 h 6858000"/>
                <a:gd name="connsiteX13" fmla="*/ 0 w 12193199"/>
                <a:gd name="connsiteY13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3199" h="6858000">
                  <a:moveTo>
                    <a:pt x="0" y="0"/>
                  </a:moveTo>
                  <a:lnTo>
                    <a:pt x="12193199" y="0"/>
                  </a:lnTo>
                  <a:lnTo>
                    <a:pt x="12193199" y="622800"/>
                  </a:lnTo>
                  <a:lnTo>
                    <a:pt x="12191999" y="622800"/>
                  </a:lnTo>
                  <a:lnTo>
                    <a:pt x="12191999" y="6160597"/>
                  </a:lnTo>
                  <a:lnTo>
                    <a:pt x="12193199" y="6160597"/>
                  </a:lnTo>
                  <a:lnTo>
                    <a:pt x="12193199" y="6858000"/>
                  </a:lnTo>
                  <a:lnTo>
                    <a:pt x="12191999" y="6858000"/>
                  </a:lnTo>
                  <a:lnTo>
                    <a:pt x="11561999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pt-BR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8" name="Slide edges">
              <a:extLst>
                <a:ext uri="{FF2B5EF4-FFF2-40B4-BE49-F238E27FC236}">
                  <a16:creationId xmlns:a16="http://schemas.microsoft.com/office/drawing/2014/main" id="{39B98D45-E20A-413E-9823-F628D6D83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E6F7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myWhite">
              <a:extLst>
                <a:ext uri="{FF2B5EF4-FFF2-40B4-BE49-F238E27FC236}">
                  <a16:creationId xmlns:a16="http://schemas.microsoft.com/office/drawing/2014/main" id="{7BE7582C-C734-40EE-8880-FDD9D445A565}"/>
                </a:ext>
              </a:extLst>
            </p:cNvPr>
            <p:cNvSpPr/>
            <p:nvPr/>
          </p:nvSpPr>
          <p:spPr>
            <a:xfrm>
              <a:off x="507423" y="454278"/>
              <a:ext cx="11177144" cy="5530596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sz="1200">
                <a:solidFill>
                  <a:srgbClr val="FFFFFF"/>
                </a:solidFill>
              </a:endParaRPr>
            </a:p>
          </p:txBody>
        </p:sp>
        <p:grpSp>
          <p:nvGrpSpPr>
            <p:cNvPr id="70" name="Baselines / anchors">
              <a:extLst>
                <a:ext uri="{FF2B5EF4-FFF2-40B4-BE49-F238E27FC236}">
                  <a16:creationId xmlns:a16="http://schemas.microsoft.com/office/drawing/2014/main" id="{3A7373B8-862C-4930-BC41-0C27A2D07CBA}"/>
                </a:ext>
              </a:extLst>
            </p:cNvPr>
            <p:cNvGrpSpPr/>
            <p:nvPr/>
          </p:nvGrpSpPr>
          <p:grpSpPr>
            <a:xfrm>
              <a:off x="-600" y="454278"/>
              <a:ext cx="12193200" cy="5530596"/>
              <a:chOff x="12623800" y="622800"/>
              <a:chExt cx="11176000" cy="5536800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3D54B6C-B23E-426F-B8D9-A7374C060666}"/>
                  </a:ext>
                </a:extLst>
              </p:cNvPr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662B45B-D76E-4652-9923-E2F13FC6C5F2}"/>
                  </a:ext>
                </a:extLst>
              </p:cNvPr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E1DDC114-FC8F-4F18-B063-D12136866DCC}"/>
                  </a:ext>
                </a:extLst>
              </p:cNvPr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1841615-DAC0-4082-9D8D-C963DA4E129C}"/>
                  </a:ext>
                </a:extLst>
              </p:cNvPr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65480889-56F0-494E-849E-716740FAB873}"/>
                  </a:ext>
                </a:extLst>
              </p:cNvPr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1BA776C4-16D0-466F-B826-002D6805353F}"/>
                  </a:ext>
                </a:extLst>
              </p:cNvPr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56D4E5BB-9CF5-43F8-8435-BEFCAD5E872A}"/>
                  </a:ext>
                </a:extLst>
              </p:cNvPr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C155C239-1D14-45C7-9D61-35BE5F7A0E88}"/>
                  </a:ext>
                </a:extLst>
              </p:cNvPr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A800973F-B6DC-484A-A1D0-F5D275973029}"/>
                  </a:ext>
                </a:extLst>
              </p:cNvPr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165FD012-2B43-4911-8BE5-42096B8E3B0E}"/>
                  </a:ext>
                </a:extLst>
              </p:cNvPr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D4A679B5-C828-40CA-8684-BA438243A584}"/>
                  </a:ext>
                </a:extLst>
              </p:cNvPr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BD841068-D7FB-422D-A18C-266364310CC9}"/>
                  </a:ext>
                </a:extLst>
              </p:cNvPr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C4BE8EF4-63F2-42AF-9DC0-260E944513FB}"/>
                  </a:ext>
                </a:extLst>
              </p:cNvPr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9956FC1B-9D0A-4370-B615-66D8E7457AE5}"/>
                  </a:ext>
                </a:extLst>
              </p:cNvPr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552562AE-719E-4298-8849-C1013A4F7581}"/>
                  </a:ext>
                </a:extLst>
              </p:cNvPr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D85645A-93F9-4B3A-898D-7A734254DD41}"/>
                  </a:ext>
                </a:extLst>
              </p:cNvPr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A66657AB-539E-4891-8C10-D6C8CB9FAB4E}"/>
                  </a:ext>
                </a:extLst>
              </p:cNvPr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C57DDDE2-436C-49C4-9B59-DD8E559A7902}"/>
                  </a:ext>
                </a:extLst>
              </p:cNvPr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AE1805DB-BE85-4F2C-B901-F410B2728910}"/>
                  </a:ext>
                </a:extLst>
              </p:cNvPr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B828B49C-ED31-4721-B325-01C6AB1D4848}"/>
                  </a:ext>
                </a:extLst>
              </p:cNvPr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Footnote measure">
              <a:extLst>
                <a:ext uri="{FF2B5EF4-FFF2-40B4-BE49-F238E27FC236}">
                  <a16:creationId xmlns:a16="http://schemas.microsoft.com/office/drawing/2014/main" id="{683AD43F-3103-4D01-AC2B-540BE7D53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5984873"/>
              <a:ext cx="11177144" cy="415498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>
                <a:latin typeface="+mn-lt"/>
              </a:endParaRPr>
            </a:p>
          </p:txBody>
        </p:sp>
        <p:sp>
          <p:nvSpPr>
            <p:cNvPr id="72" name="Whitespace measure">
              <a:extLst>
                <a:ext uri="{FF2B5EF4-FFF2-40B4-BE49-F238E27FC236}">
                  <a16:creationId xmlns:a16="http://schemas.microsoft.com/office/drawing/2014/main" id="{AF9DD11A-858D-4C7A-849C-8FDE79A3D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1328098"/>
              <a:ext cx="11177144" cy="57690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>
                <a:latin typeface="+mn-lt"/>
              </a:endParaRPr>
            </a:p>
          </p:txBody>
        </p:sp>
        <p:grpSp>
          <p:nvGrpSpPr>
            <p:cNvPr id="73" name="Five column measure">
              <a:extLst>
                <a:ext uri="{FF2B5EF4-FFF2-40B4-BE49-F238E27FC236}">
                  <a16:creationId xmlns:a16="http://schemas.microsoft.com/office/drawing/2014/main" id="{FCB730E6-C95A-46E1-BD45-624124BDB533}"/>
                </a:ext>
              </a:extLst>
            </p:cNvPr>
            <p:cNvGrpSpPr/>
            <p:nvPr/>
          </p:nvGrpSpPr>
          <p:grpSpPr>
            <a:xfrm>
              <a:off x="507423" y="5839337"/>
              <a:ext cx="11177144" cy="79536"/>
              <a:chOff x="629400" y="5975122"/>
              <a:chExt cx="10933200" cy="79536"/>
            </a:xfrm>
          </p:grpSpPr>
          <p:sp>
            <p:nvSpPr>
              <p:cNvPr id="90" name="Rectangle 5">
                <a:extLst>
                  <a:ext uri="{FF2B5EF4-FFF2-40B4-BE49-F238E27FC236}">
                    <a16:creationId xmlns:a16="http://schemas.microsoft.com/office/drawing/2014/main" id="{018BFF99-9383-4DC6-BEB5-129225225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1" name="Rectangle 7">
                <a:extLst>
                  <a:ext uri="{FF2B5EF4-FFF2-40B4-BE49-F238E27FC236}">
                    <a16:creationId xmlns:a16="http://schemas.microsoft.com/office/drawing/2014/main" id="{346836D0-C502-464C-8A2D-A6D21C839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2" name="Rectangle 9">
                <a:extLst>
                  <a:ext uri="{FF2B5EF4-FFF2-40B4-BE49-F238E27FC236}">
                    <a16:creationId xmlns:a16="http://schemas.microsoft.com/office/drawing/2014/main" id="{0363C3BF-E7C2-483B-8902-6FAB5E4D5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8E58BE82-E576-41F6-94B5-EF7386163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6" name="Rectangle 13">
                <a:extLst>
                  <a:ext uri="{FF2B5EF4-FFF2-40B4-BE49-F238E27FC236}">
                    <a16:creationId xmlns:a16="http://schemas.microsoft.com/office/drawing/2014/main" id="{9F7311AE-0615-438D-94B3-69CFC3DE6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</p:grpSp>
        <p:sp>
          <p:nvSpPr>
            <p:cNvPr id="74" name="Live area">
              <a:extLst>
                <a:ext uri="{FF2B5EF4-FFF2-40B4-BE49-F238E27FC236}">
                  <a16:creationId xmlns:a16="http://schemas.microsoft.com/office/drawing/2014/main" id="{DBA591A0-E066-45EC-8D9E-0199178B5583}"/>
                </a:ext>
              </a:extLst>
            </p:cNvPr>
            <p:cNvSpPr/>
            <p:nvPr/>
          </p:nvSpPr>
          <p:spPr>
            <a:xfrm>
              <a:off x="507423" y="1905000"/>
              <a:ext cx="11177144" cy="4079874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rtl="0">
                <a:lnSpc>
                  <a:spcPct val="90000"/>
                </a:lnSpc>
                <a:spcAft>
                  <a:spcPts val="1000"/>
                </a:spcAft>
              </a:pPr>
              <a:endParaRPr lang="pt-BR" sz="1200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5" name="Gutter space">
              <a:extLst>
                <a:ext uri="{FF2B5EF4-FFF2-40B4-BE49-F238E27FC236}">
                  <a16:creationId xmlns:a16="http://schemas.microsoft.com/office/drawing/2014/main" id="{8C4A5842-D257-4200-9860-09115E0A669D}"/>
                </a:ext>
              </a:extLst>
            </p:cNvPr>
            <p:cNvGrpSpPr/>
            <p:nvPr/>
          </p:nvGrpSpPr>
          <p:grpSpPr>
            <a:xfrm>
              <a:off x="507423" y="454278"/>
              <a:ext cx="11177144" cy="5530596"/>
              <a:chOff x="629400" y="623550"/>
              <a:chExt cx="10933199" cy="5537047"/>
            </a:xfrm>
          </p:grpSpPr>
          <p:sp>
            <p:nvSpPr>
              <p:cNvPr id="77" name="Rectangle 34">
                <a:extLst>
                  <a:ext uri="{FF2B5EF4-FFF2-40B4-BE49-F238E27FC236}">
                    <a16:creationId xmlns:a16="http://schemas.microsoft.com/office/drawing/2014/main" id="{EC1EB687-CF6B-4B51-BE2F-387ABD941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78" name="Rectangle 35">
                <a:extLst>
                  <a:ext uri="{FF2B5EF4-FFF2-40B4-BE49-F238E27FC236}">
                    <a16:creationId xmlns:a16="http://schemas.microsoft.com/office/drawing/2014/main" id="{5DC0BD0A-638E-4E7A-BC68-1058451EB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79" name="Rectangle 36">
                <a:extLst>
                  <a:ext uri="{FF2B5EF4-FFF2-40B4-BE49-F238E27FC236}">
                    <a16:creationId xmlns:a16="http://schemas.microsoft.com/office/drawing/2014/main" id="{6BF67C97-771E-4074-88F6-205C69BDE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0" name="Rectangle 37">
                <a:extLst>
                  <a:ext uri="{FF2B5EF4-FFF2-40B4-BE49-F238E27FC236}">
                    <a16:creationId xmlns:a16="http://schemas.microsoft.com/office/drawing/2014/main" id="{57DA26A1-1136-4DAC-974F-AC954F8E6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1" name="Rectangle 38">
                <a:extLst>
                  <a:ext uri="{FF2B5EF4-FFF2-40B4-BE49-F238E27FC236}">
                    <a16:creationId xmlns:a16="http://schemas.microsoft.com/office/drawing/2014/main" id="{33C08336-A02A-457A-BCD1-93614C4F1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2" name="Rectangle 39">
                <a:extLst>
                  <a:ext uri="{FF2B5EF4-FFF2-40B4-BE49-F238E27FC236}">
                    <a16:creationId xmlns:a16="http://schemas.microsoft.com/office/drawing/2014/main" id="{3534B51E-8AC8-4582-A9E2-04B357879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3" name="Rectangle 40">
                <a:extLst>
                  <a:ext uri="{FF2B5EF4-FFF2-40B4-BE49-F238E27FC236}">
                    <a16:creationId xmlns:a16="http://schemas.microsoft.com/office/drawing/2014/main" id="{15869A60-64E2-4807-9CEE-AC29F2F8A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0514097F-3C52-42F9-B9E4-4C6B7F05A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5" name="Rectangle 42">
                <a:extLst>
                  <a:ext uri="{FF2B5EF4-FFF2-40B4-BE49-F238E27FC236}">
                    <a16:creationId xmlns:a16="http://schemas.microsoft.com/office/drawing/2014/main" id="{C38F8DB5-28E0-4E99-8195-ECFA5D53A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6" name="Rectangle 43">
                <a:extLst>
                  <a:ext uri="{FF2B5EF4-FFF2-40B4-BE49-F238E27FC236}">
                    <a16:creationId xmlns:a16="http://schemas.microsoft.com/office/drawing/2014/main" id="{2913906D-2522-4255-82F2-9BBEB22EE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7" name="Rectangle 44">
                <a:extLst>
                  <a:ext uri="{FF2B5EF4-FFF2-40B4-BE49-F238E27FC236}">
                    <a16:creationId xmlns:a16="http://schemas.microsoft.com/office/drawing/2014/main" id="{FDAD1EA9-D57A-4D47-8CF6-B8BCEEE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8" name="Rectangle 40">
                <a:extLst>
                  <a:ext uri="{FF2B5EF4-FFF2-40B4-BE49-F238E27FC236}">
                    <a16:creationId xmlns:a16="http://schemas.microsoft.com/office/drawing/2014/main" id="{83E754F0-AA92-4C7C-B07C-46C0B65E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9" name="Rectangle 38">
                <a:extLst>
                  <a:ext uri="{FF2B5EF4-FFF2-40B4-BE49-F238E27FC236}">
                    <a16:creationId xmlns:a16="http://schemas.microsoft.com/office/drawing/2014/main" id="{7EBBEB69-9B0D-4B36-8FE5-4056912AE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599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</p:grpSp>
        <p:sp>
          <p:nvSpPr>
            <p:cNvPr id="76" name="Footnote example">
              <a:extLst>
                <a:ext uri="{FF2B5EF4-FFF2-40B4-BE49-F238E27FC236}">
                  <a16:creationId xmlns:a16="http://schemas.microsoft.com/office/drawing/2014/main" id="{67023368-5F43-4623-A895-185AA8B8A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4" y="5984873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 rtl="0">
                <a:lnSpc>
                  <a:spcPct val="90000"/>
                </a:lnSpc>
              </a:pP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1.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xxxx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  2.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xxxx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  3.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xxxx</a:t>
              </a:r>
              <a:endParaRPr lang="pt-BR" sz="1000">
                <a:solidFill>
                  <a:srgbClr val="A6A6A6"/>
                </a:solidFill>
                <a:sym typeface="Arial" panose="020B0604020202020204" pitchFamily="34" charset="0"/>
              </a:endParaRPr>
            </a:p>
            <a:p>
              <a:pPr rtl="0">
                <a:lnSpc>
                  <a:spcPct val="90000"/>
                </a:lnSpc>
              </a:pP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Note: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List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footnotes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in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numerical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order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Footnote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numbers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are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not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bracketed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. Use 10pt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font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. Do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not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put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a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period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at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end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of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note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or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</a:t>
              </a:r>
              <a:endParaRPr lang="pt-BR" sz="1000">
                <a:solidFill>
                  <a:srgbClr val="A6A6A6"/>
                </a:solidFill>
                <a:sym typeface="Arial" panose="020B0604020202020204" pitchFamily="34" charset="0"/>
              </a:endParaRPr>
            </a:p>
            <a:p>
              <a:pPr rtl="0">
                <a:lnSpc>
                  <a:spcPct val="90000"/>
                </a:lnSpc>
              </a:pP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: Include a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for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every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chart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that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you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use.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Separate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with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a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semicolon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; BCG-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related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go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at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end</a:t>
              </a:r>
              <a:endParaRPr lang="pt-BR" sz="1000">
                <a:solidFill>
                  <a:srgbClr val="A6A6A6"/>
                </a:solidFill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87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3748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4" imgH="384" progId="TCLayout.ActiveDocument.1">
                  <p:embed/>
                </p:oleObj>
              </mc:Choice>
              <mc:Fallback>
                <p:oleObj name="Slide do think-cell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pt-BR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41" name="bg object 17">
            <a:extLst>
              <a:ext uri="{FF2B5EF4-FFF2-40B4-BE49-F238E27FC236}">
                <a16:creationId xmlns:a16="http://schemas.microsoft.com/office/drawing/2014/main" id="{F575A17F-E122-4693-BA58-203B7D18A7F6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591273E-5A6E-4CFE-8C5F-31F17BA814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43" name="object 4">
            <a:extLst>
              <a:ext uri="{FF2B5EF4-FFF2-40B4-BE49-F238E27FC236}">
                <a16:creationId xmlns:a16="http://schemas.microsoft.com/office/drawing/2014/main" id="{899E588D-9B33-46F6-8E5C-70581D24456E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817750" y="5871590"/>
            <a:ext cx="389902" cy="482803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7ACE87ED-3649-4796-B1A7-6401F0107788}"/>
              </a:ext>
            </a:extLst>
          </p:cNvPr>
          <p:cNvGrpSpPr/>
          <p:nvPr userDrawn="1"/>
        </p:nvGrpSpPr>
        <p:grpSpPr>
          <a:xfrm>
            <a:off x="647199" y="5975016"/>
            <a:ext cx="977900" cy="375875"/>
            <a:chOff x="647199" y="5975016"/>
            <a:chExt cx="977900" cy="375875"/>
          </a:xfrm>
        </p:grpSpPr>
        <p:pic>
          <p:nvPicPr>
            <p:cNvPr id="45" name="object 5">
              <a:extLst>
                <a:ext uri="{FF2B5EF4-FFF2-40B4-BE49-F238E27FC236}">
                  <a16:creationId xmlns:a16="http://schemas.microsoft.com/office/drawing/2014/main" id="{3483E93F-BB3B-423D-939E-B49011D78146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814693" y="5975016"/>
              <a:ext cx="138362" cy="174813"/>
            </a:xfrm>
            <a:prstGeom prst="rect">
              <a:avLst/>
            </a:prstGeom>
          </p:spPr>
        </p:pic>
        <p:pic>
          <p:nvPicPr>
            <p:cNvPr id="46" name="object 6">
              <a:extLst>
                <a:ext uri="{FF2B5EF4-FFF2-40B4-BE49-F238E27FC236}">
                  <a16:creationId xmlns:a16="http://schemas.microsoft.com/office/drawing/2014/main" id="{6078014F-C6A2-478A-B7CF-4EEA5A045EF9}"/>
                </a:ext>
              </a:extLst>
            </p:cNvPr>
            <p:cNvPicPr/>
            <p:nvPr userDrawn="1"/>
          </p:nvPicPr>
          <p:blipFill>
            <a:blip r:embed="rId9" cstate="print"/>
            <a:stretch>
              <a:fillRect/>
            </a:stretch>
          </p:blipFill>
          <p:spPr>
            <a:xfrm>
              <a:off x="981927" y="5978726"/>
              <a:ext cx="147702" cy="171102"/>
            </a:xfrm>
            <a:prstGeom prst="rect">
              <a:avLst/>
            </a:prstGeom>
          </p:spPr>
        </p:pic>
        <p:pic>
          <p:nvPicPr>
            <p:cNvPr id="47" name="object 7">
              <a:extLst>
                <a:ext uri="{FF2B5EF4-FFF2-40B4-BE49-F238E27FC236}">
                  <a16:creationId xmlns:a16="http://schemas.microsoft.com/office/drawing/2014/main" id="{98AF2A2E-C06B-4D4C-96B4-9F71A5CF1A91}"/>
                </a:ext>
              </a:extLst>
            </p:cNvPr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155249" y="5978726"/>
              <a:ext cx="135960" cy="167385"/>
            </a:xfrm>
            <a:prstGeom prst="rect">
              <a:avLst/>
            </a:prstGeom>
          </p:spPr>
        </p:pic>
        <p:pic>
          <p:nvPicPr>
            <p:cNvPr id="48" name="object 8">
              <a:extLst>
                <a:ext uri="{FF2B5EF4-FFF2-40B4-BE49-F238E27FC236}">
                  <a16:creationId xmlns:a16="http://schemas.microsoft.com/office/drawing/2014/main" id="{D2E011F3-C53C-4554-AB52-42319199C2CC}"/>
                </a:ext>
              </a:extLst>
            </p:cNvPr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319574" y="5978726"/>
              <a:ext cx="138597" cy="167385"/>
            </a:xfrm>
            <a:prstGeom prst="rect">
              <a:avLst/>
            </a:prstGeom>
          </p:spPr>
        </p:pic>
        <p:pic>
          <p:nvPicPr>
            <p:cNvPr id="49" name="object 9">
              <a:extLst>
                <a:ext uri="{FF2B5EF4-FFF2-40B4-BE49-F238E27FC236}">
                  <a16:creationId xmlns:a16="http://schemas.microsoft.com/office/drawing/2014/main" id="{C52F2133-E387-4970-8DDE-9FEBB5F618D7}"/>
                </a:ext>
              </a:extLst>
            </p:cNvPr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651568" y="6251121"/>
              <a:ext cx="161495" cy="99770"/>
            </a:xfrm>
            <a:prstGeom prst="rect">
              <a:avLst/>
            </a:prstGeom>
          </p:spPr>
        </p:pic>
        <p:sp>
          <p:nvSpPr>
            <p:cNvPr id="50" name="object 10">
              <a:extLst>
                <a:ext uri="{FF2B5EF4-FFF2-40B4-BE49-F238E27FC236}">
                  <a16:creationId xmlns:a16="http://schemas.microsoft.com/office/drawing/2014/main" id="{E1ECD1E2-866A-4CD0-9C68-E9C8A081735A}"/>
                </a:ext>
              </a:extLst>
            </p:cNvPr>
            <p:cNvSpPr/>
            <p:nvPr userDrawn="1"/>
          </p:nvSpPr>
          <p:spPr>
            <a:xfrm>
              <a:off x="867460" y="6253149"/>
              <a:ext cx="96520" cy="95885"/>
            </a:xfrm>
            <a:custGeom>
              <a:avLst/>
              <a:gdLst/>
              <a:ahLst/>
              <a:cxnLst/>
              <a:rect l="l" t="t" r="r" b="b"/>
              <a:pathLst>
                <a:path w="96519" h="95885">
                  <a:moveTo>
                    <a:pt x="67081" y="85344"/>
                  </a:moveTo>
                  <a:lnTo>
                    <a:pt x="11480" y="85344"/>
                  </a:lnTo>
                  <a:lnTo>
                    <a:pt x="11480" y="0"/>
                  </a:lnTo>
                  <a:lnTo>
                    <a:pt x="0" y="0"/>
                  </a:lnTo>
                  <a:lnTo>
                    <a:pt x="0" y="95554"/>
                  </a:lnTo>
                  <a:lnTo>
                    <a:pt x="67081" y="95554"/>
                  </a:lnTo>
                  <a:lnTo>
                    <a:pt x="67081" y="85344"/>
                  </a:lnTo>
                  <a:close/>
                </a:path>
                <a:path w="96519" h="95885">
                  <a:moveTo>
                    <a:pt x="96380" y="0"/>
                  </a:moveTo>
                  <a:lnTo>
                    <a:pt x="84899" y="0"/>
                  </a:lnTo>
                  <a:lnTo>
                    <a:pt x="84899" y="95554"/>
                  </a:lnTo>
                  <a:lnTo>
                    <a:pt x="96380" y="95554"/>
                  </a:lnTo>
                  <a:lnTo>
                    <a:pt x="96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51" name="object 11">
              <a:extLst>
                <a:ext uri="{FF2B5EF4-FFF2-40B4-BE49-F238E27FC236}">
                  <a16:creationId xmlns:a16="http://schemas.microsoft.com/office/drawing/2014/main" id="{24F5E4B0-3D09-438E-AFEA-3BDD358F8401}"/>
                </a:ext>
              </a:extLst>
            </p:cNvPr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983985" y="6251206"/>
              <a:ext cx="254713" cy="99348"/>
            </a:xfrm>
            <a:prstGeom prst="rect">
              <a:avLst/>
            </a:prstGeom>
          </p:spPr>
        </p:pic>
        <p:pic>
          <p:nvPicPr>
            <p:cNvPr id="52" name="object 12">
              <a:extLst>
                <a:ext uri="{FF2B5EF4-FFF2-40B4-BE49-F238E27FC236}">
                  <a16:creationId xmlns:a16="http://schemas.microsoft.com/office/drawing/2014/main" id="{F53FDAC3-3B32-4F0D-BA7B-D95D1544469D}"/>
                </a:ext>
              </a:extLst>
            </p:cNvPr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260202" y="6253141"/>
              <a:ext cx="85842" cy="95555"/>
            </a:xfrm>
            <a:prstGeom prst="rect">
              <a:avLst/>
            </a:prstGeom>
          </p:spPr>
        </p:pic>
        <p:pic>
          <p:nvPicPr>
            <p:cNvPr id="53" name="object 13">
              <a:extLst>
                <a:ext uri="{FF2B5EF4-FFF2-40B4-BE49-F238E27FC236}">
                  <a16:creationId xmlns:a16="http://schemas.microsoft.com/office/drawing/2014/main" id="{4D31E73F-F420-4AA6-941E-735157D73289}"/>
                </a:ext>
              </a:extLst>
            </p:cNvPr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403216" y="6253141"/>
              <a:ext cx="84685" cy="95555"/>
            </a:xfrm>
            <a:prstGeom prst="rect">
              <a:avLst/>
            </a:prstGeom>
          </p:spPr>
        </p:pic>
        <p:pic>
          <p:nvPicPr>
            <p:cNvPr id="54" name="object 14">
              <a:extLst>
                <a:ext uri="{FF2B5EF4-FFF2-40B4-BE49-F238E27FC236}">
                  <a16:creationId xmlns:a16="http://schemas.microsoft.com/office/drawing/2014/main" id="{41B69B3B-BCA2-4815-B2EA-D1FB35F238C5}"/>
                </a:ext>
              </a:extLst>
            </p:cNvPr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513485" y="6253141"/>
              <a:ext cx="104695" cy="95555"/>
            </a:xfrm>
            <a:prstGeom prst="rect">
              <a:avLst/>
            </a:prstGeom>
          </p:spPr>
        </p:pic>
        <p:sp>
          <p:nvSpPr>
            <p:cNvPr id="55" name="object 15">
              <a:extLst>
                <a:ext uri="{FF2B5EF4-FFF2-40B4-BE49-F238E27FC236}">
                  <a16:creationId xmlns:a16="http://schemas.microsoft.com/office/drawing/2014/main" id="{B4D7CE62-7B2B-455A-AA91-6CD77D99F816}"/>
                </a:ext>
              </a:extLst>
            </p:cNvPr>
            <p:cNvSpPr/>
            <p:nvPr userDrawn="1"/>
          </p:nvSpPr>
          <p:spPr>
            <a:xfrm>
              <a:off x="647199" y="6199630"/>
              <a:ext cx="977900" cy="0"/>
            </a:xfrm>
            <a:custGeom>
              <a:avLst/>
              <a:gdLst/>
              <a:ahLst/>
              <a:cxnLst/>
              <a:rect l="l" t="t" r="r" b="b"/>
              <a:pathLst>
                <a:path w="977900">
                  <a:moveTo>
                    <a:pt x="0" y="0"/>
                  </a:moveTo>
                  <a:lnTo>
                    <a:pt x="977628" y="0"/>
                  </a:lnTo>
                </a:path>
              </a:pathLst>
            </a:custGeom>
            <a:ln w="126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56" name="object 16">
            <a:extLst>
              <a:ext uri="{FF2B5EF4-FFF2-40B4-BE49-F238E27FC236}">
                <a16:creationId xmlns:a16="http://schemas.microsoft.com/office/drawing/2014/main" id="{17E27E21-705A-418F-B237-751675913029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0" name="Text Placeholder 12">
            <a:extLst>
              <a:ext uri="{FF2B5EF4-FFF2-40B4-BE49-F238E27FC236}">
                <a16:creationId xmlns:a16="http://schemas.microsoft.com/office/drawing/2014/main" id="{2F95CF75-2B1B-41CE-B4DD-9FBB33D835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478" y="3415918"/>
            <a:ext cx="11322508" cy="513715"/>
          </a:xfrm>
          <a:prstGeom prst="rect">
            <a:avLst/>
          </a:prstGeom>
        </p:spPr>
        <p:txBody>
          <a:bodyPr tIns="13335">
            <a:spAutoFit/>
          </a:bodyPr>
          <a:lstStyle>
            <a:lvl1pPr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defRPr sz="3200" kern="0" spc="-1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pt-BR" err="1"/>
              <a:t>Text</a:t>
            </a:r>
            <a:endParaRPr lang="pt-BR"/>
          </a:p>
        </p:txBody>
      </p:sp>
      <p:sp>
        <p:nvSpPr>
          <p:cNvPr id="61" name="Title 10">
            <a:extLst>
              <a:ext uri="{FF2B5EF4-FFF2-40B4-BE49-F238E27FC236}">
                <a16:creationId xmlns:a16="http://schemas.microsoft.com/office/drawing/2014/main" id="{68D8769F-3FD2-42C8-8545-6D70A47D4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478" y="3929633"/>
            <a:ext cx="11322508" cy="820738"/>
          </a:xfrm>
          <a:prstGeom prst="rect">
            <a:avLst/>
          </a:prstGeom>
        </p:spPr>
        <p:txBody>
          <a:bodyPr vert="horz" tIns="12700">
            <a:spAutoFit/>
          </a:bodyPr>
          <a:lstStyle>
            <a:lvl1pPr marL="12700" rtl="0">
              <a:lnSpc>
                <a:spcPts val="6290"/>
              </a:lnSpc>
              <a:spcBef>
                <a:spcPts val="100"/>
              </a:spcBef>
              <a:defRPr sz="5400" b="1" spc="-10">
                <a:solidFill>
                  <a:srgbClr val="04C35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err="1"/>
              <a:t>Title</a:t>
            </a:r>
            <a:endParaRPr lang="pt-BR"/>
          </a:p>
        </p:txBody>
      </p:sp>
      <p:sp>
        <p:nvSpPr>
          <p:cNvPr id="62" name="Text Placeholder 65">
            <a:extLst>
              <a:ext uri="{FF2B5EF4-FFF2-40B4-BE49-F238E27FC236}">
                <a16:creationId xmlns:a16="http://schemas.microsoft.com/office/drawing/2014/main" id="{C1BDE74C-3DB4-4523-A6E6-EC3D6875B0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478" y="4750371"/>
            <a:ext cx="11322508" cy="538609"/>
          </a:xfrm>
          <a:prstGeom prst="rect">
            <a:avLst/>
          </a:prstGeom>
        </p:spPr>
        <p:txBody>
          <a:bodyPr tIns="12700">
            <a:spAutoFit/>
          </a:bodyPr>
          <a:lstStyle>
            <a:lvl1pPr rtl="0">
              <a:lnSpc>
                <a:spcPts val="4130"/>
              </a:lnSpc>
              <a:spcBef>
                <a:spcPts val="0"/>
              </a:spcBef>
              <a:spcAft>
                <a:spcPts val="0"/>
              </a:spcAft>
              <a:defRPr sz="3600" kern="0" spc="40">
                <a:solidFill>
                  <a:srgbClr val="EAEAEA"/>
                </a:solidFill>
                <a:latin typeface="+mn-lt"/>
                <a:ea typeface="+mn-ea"/>
                <a:cs typeface="+mn-cs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pt-BR" err="1"/>
              <a:t>Subtitle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70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D77034C-7661-4050-B9FC-5D2925B59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6054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77034C-7661-4050-B9FC-5D2925B59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3D1984C3-E101-438E-8940-43BD81E33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A6A253-3457-42EA-B2E3-3A2FB7A896D8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70059386-C1E4-4736-A4CC-A10AC6F8277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2484A5-0A09-4028-B81D-18434834CC7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0" name="bg object 18">
                <a:extLst>
                  <a:ext uri="{FF2B5EF4-FFF2-40B4-BE49-F238E27FC236}">
                    <a16:creationId xmlns:a16="http://schemas.microsoft.com/office/drawing/2014/main" id="{986B92EA-090F-4157-95D3-5996CCF0E841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1" name="bg object 19">
                <a:extLst>
                  <a:ext uri="{FF2B5EF4-FFF2-40B4-BE49-F238E27FC236}">
                    <a16:creationId xmlns:a16="http://schemas.microsoft.com/office/drawing/2014/main" id="{5712ED62-F6D0-4BB5-911A-BFAFDE83956D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2" name="bg object 20">
                <a:extLst>
                  <a:ext uri="{FF2B5EF4-FFF2-40B4-BE49-F238E27FC236}">
                    <a16:creationId xmlns:a16="http://schemas.microsoft.com/office/drawing/2014/main" id="{943865FD-058B-4B5C-8F50-6C99D06A2135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3" name="bg object 21">
                <a:extLst>
                  <a:ext uri="{FF2B5EF4-FFF2-40B4-BE49-F238E27FC236}">
                    <a16:creationId xmlns:a16="http://schemas.microsoft.com/office/drawing/2014/main" id="{1020CD9C-A047-4B89-A82F-06295AC0493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4" name="bg object 22">
                <a:extLst>
                  <a:ext uri="{FF2B5EF4-FFF2-40B4-BE49-F238E27FC236}">
                    <a16:creationId xmlns:a16="http://schemas.microsoft.com/office/drawing/2014/main" id="{FF5992CE-F039-4CEA-A1D4-E5A76BDA160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743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739389-397B-4B65-9385-47CA7A1257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0916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739389-397B-4B65-9385-47CA7A1257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424" y="1905000"/>
            <a:ext cx="11177144" cy="4079874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</a:lstStyle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4328261-6296-494B-9E09-078C9BA957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6C0FAA-DCAA-42DC-B2DF-9ABC09E0D1CF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AEE455C1-3337-4F13-9F65-941432607FD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ABADCD9-9202-468D-B2C1-B9421878ED99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2D5A9831-F5E9-4D09-9767-426FFB9B033E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C764B54E-A1FF-4C3F-8661-6BE1E76EF38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C6B90F39-4240-4247-B463-8E0F6234AAE8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9A03E643-83F6-421B-9ABF-8FAFBFDFCADC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D0749F77-243E-4C50-84F6-133C43D95CB1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764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3C7F1EB-952B-44E1-8F57-BFF9A94DFB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142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7F1EB-952B-44E1-8F57-BFF9A94DF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507424" y="2158987"/>
            <a:ext cx="4080986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buNone/>
              <a:defRPr lang="en-US" sz="1600" spc="10" dirty="0">
                <a:solidFill>
                  <a:srgbClr val="575757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subtitle</a:t>
            </a:r>
            <a:endParaRPr lang="pt-BR"/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1227048"/>
            <a:ext cx="4080986" cy="664797"/>
          </a:xfrm>
        </p:spPr>
        <p:txBody>
          <a:bodyPr vert="horz" anchor="t">
            <a:noAutofit/>
          </a:bodyPr>
          <a:lstStyle>
            <a:lvl1pPr rtl="0">
              <a:defRPr sz="2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5DE5E4-161A-4930-A1BD-3EB62ADC219A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6835E582-5A53-49ED-AECD-448CE9A24C54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04C11D-CF7F-441C-A180-FEA867C45846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7" name="bg object 18">
                <a:extLst>
                  <a:ext uri="{FF2B5EF4-FFF2-40B4-BE49-F238E27FC236}">
                    <a16:creationId xmlns:a16="http://schemas.microsoft.com/office/drawing/2014/main" id="{019920AF-1EF1-4483-886B-EDEF2D52699E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8" name="bg object 19">
                <a:extLst>
                  <a:ext uri="{FF2B5EF4-FFF2-40B4-BE49-F238E27FC236}">
                    <a16:creationId xmlns:a16="http://schemas.microsoft.com/office/drawing/2014/main" id="{46D03D18-F039-42E1-9979-53D7D7D72E1E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9" name="bg object 20">
                <a:extLst>
                  <a:ext uri="{FF2B5EF4-FFF2-40B4-BE49-F238E27FC236}">
                    <a16:creationId xmlns:a16="http://schemas.microsoft.com/office/drawing/2014/main" id="{1DA88918-CFA5-4F6B-BEE9-A8168F786950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3A1F39C0-74BF-472C-8D74-539CD0F4932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8" name="bg object 22">
                <a:extLst>
                  <a:ext uri="{FF2B5EF4-FFF2-40B4-BE49-F238E27FC236}">
                    <a16:creationId xmlns:a16="http://schemas.microsoft.com/office/drawing/2014/main" id="{819A4FA3-6EF9-4862-9555-D4BBB2CE779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06128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612CBEB-4399-4B1D-93EA-B2FED68DE0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0723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12CBEB-4399-4B1D-93EA-B2FED68DE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2668041"/>
            <a:ext cx="11177146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section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507424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5A476A-E6E1-42C1-A4A4-81AE1FABC1D4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C90F3978-59F2-416E-A44D-B5DA60BB44E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84A3CD-DD42-4B3C-BC6D-C436701CFA0D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6" name="bg object 18">
                <a:extLst>
                  <a:ext uri="{FF2B5EF4-FFF2-40B4-BE49-F238E27FC236}">
                    <a16:creationId xmlns:a16="http://schemas.microsoft.com/office/drawing/2014/main" id="{47FA8912-D24F-4F1D-AE81-69A7ACE1A8C9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7" name="bg object 19">
                <a:extLst>
                  <a:ext uri="{FF2B5EF4-FFF2-40B4-BE49-F238E27FC236}">
                    <a16:creationId xmlns:a16="http://schemas.microsoft.com/office/drawing/2014/main" id="{1D1EDA96-93C4-431C-AD8A-46A7BC36300B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8" name="bg object 20">
                <a:extLst>
                  <a:ext uri="{FF2B5EF4-FFF2-40B4-BE49-F238E27FC236}">
                    <a16:creationId xmlns:a16="http://schemas.microsoft.com/office/drawing/2014/main" id="{6719B64F-C9DD-4F02-8CA9-F9AC089896D2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19" name="bg object 21">
                <a:extLst>
                  <a:ext uri="{FF2B5EF4-FFF2-40B4-BE49-F238E27FC236}">
                    <a16:creationId xmlns:a16="http://schemas.microsoft.com/office/drawing/2014/main" id="{CC8A45BB-8A32-4AEB-B6C5-F6368D5D862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0" name="bg object 22">
                <a:extLst>
                  <a:ext uri="{FF2B5EF4-FFF2-40B4-BE49-F238E27FC236}">
                    <a16:creationId xmlns:a16="http://schemas.microsoft.com/office/drawing/2014/main" id="{F1A30A5F-D1FD-40E0-A2CF-C517805251B3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3192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0854C24-A49A-428F-B421-241BF01DF2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68947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854C24-A49A-428F-B421-241BF01DF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3826800"/>
            <a:ext cx="11177144" cy="2041200"/>
          </a:xfrm>
        </p:spPr>
        <p:txBody>
          <a:bodyPr vert="horz" anchor="t">
            <a:noAutofit/>
          </a:bodyPr>
          <a:lstStyle>
            <a:lvl1pPr marL="0" rtl="0">
              <a:lnSpc>
                <a:spcPct val="100000"/>
              </a:lnSpc>
              <a:spcBef>
                <a:spcPts val="0"/>
              </a:spcBef>
              <a:defRPr sz="5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section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507424" y="3680016"/>
            <a:ext cx="11681163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F928B7-83BF-4EF3-B401-529145721F53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3EB22EF6-4B8E-4D6B-B4A2-87A17B31CA6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3ADD0EC-A327-4D19-A187-927357215A15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5" name="bg object 18">
                <a:extLst>
                  <a:ext uri="{FF2B5EF4-FFF2-40B4-BE49-F238E27FC236}">
                    <a16:creationId xmlns:a16="http://schemas.microsoft.com/office/drawing/2014/main" id="{D1073D9E-AEEC-4948-9F74-14E3EC5AA0C0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6" name="bg object 19">
                <a:extLst>
                  <a:ext uri="{FF2B5EF4-FFF2-40B4-BE49-F238E27FC236}">
                    <a16:creationId xmlns:a16="http://schemas.microsoft.com/office/drawing/2014/main" id="{CD1AAB79-441E-4B50-AC50-81BF06C5E561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7" name="bg object 20">
                <a:extLst>
                  <a:ext uri="{FF2B5EF4-FFF2-40B4-BE49-F238E27FC236}">
                    <a16:creationId xmlns:a16="http://schemas.microsoft.com/office/drawing/2014/main" id="{13DC4927-CD4E-4D95-87FB-BA85E0E3850A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93C31A41-4CC7-4A9C-9DE6-EA5945DD98CB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7467B053-4C86-4497-A671-42881538B8C8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216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78E34E3-F632-411B-93A9-04022C0AB4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47921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8E34E3-F632-411B-93A9-04022C0AB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2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17153-BEF2-4F21-9E56-144007F04C5B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B52313-1913-4C9A-AE85-7555A2BAFD64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FBCFBBFB-B4FF-4DE0-BEC7-4CA62588853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32EB8BE-69DD-4E28-ACCB-8FE1C1F1E2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23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578A01D-384F-4F17-9F3D-F37A6E7AF1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59026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8A01D-384F-4F17-9F3D-F37A6E7AF1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14C8B-4C36-47AE-80D7-75EB462DF1C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9DEBC91-544C-4438-AC64-FDBEAE1F1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727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F19F352-ED0B-47A6-826E-FA35706C0AB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21DC7A62-1368-4CAA-8620-ABE4A48E46D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DF2B0A8-9CBD-42F5-9D6D-E56A2B8D8B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592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89C4D2-1057-4B5A-AE36-13DDD42B54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84590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9C4D2-1057-4B5A-AE36-13DDD42B5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A0DEE5-F3F3-4EEC-AEB3-E7CFC39073A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7672661-AFC6-4DA9-94EB-9197167FD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810158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042964-C669-4760-85D0-25AA046DF645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3" name="bg object 17">
              <a:extLst>
                <a:ext uri="{FF2B5EF4-FFF2-40B4-BE49-F238E27FC236}">
                  <a16:creationId xmlns:a16="http://schemas.microsoft.com/office/drawing/2014/main" id="{E6053008-4C4B-4015-9341-1B227BB4EDD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B67CB9B-2103-4AE8-9A47-AC4E7222BC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26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4C2CFCC-67B5-4774-B627-A52751D24A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2421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C2CFCC-67B5-4774-B627-A52751D24A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681103"/>
            <a:ext cx="3464867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D020E4-1F3D-4EBB-A44F-3B109A1D02F7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E9F2ED-6271-4852-BFB7-A316BA2FE532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F0E9423F-01C8-4774-B41A-3120ABD9D51D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F27F565-56FB-4FF5-9391-07F33029983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AB1AAE93-2FE7-4A2D-9AFA-0F25CFB0912B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9" name="bg object 19">
                <a:extLst>
                  <a:ext uri="{FF2B5EF4-FFF2-40B4-BE49-F238E27FC236}">
                    <a16:creationId xmlns:a16="http://schemas.microsoft.com/office/drawing/2014/main" id="{44555AF9-9A21-4E2B-A469-A83CA25227B0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0" name="bg object 20">
                <a:extLst>
                  <a:ext uri="{FF2B5EF4-FFF2-40B4-BE49-F238E27FC236}">
                    <a16:creationId xmlns:a16="http://schemas.microsoft.com/office/drawing/2014/main" id="{DC86B9AA-7E82-4267-932D-AF339218268C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1" name="bg object 21">
                <a:extLst>
                  <a:ext uri="{FF2B5EF4-FFF2-40B4-BE49-F238E27FC236}">
                    <a16:creationId xmlns:a16="http://schemas.microsoft.com/office/drawing/2014/main" id="{D9A4388D-0BAA-4667-9D0E-B685173D722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3" name="bg object 22">
                <a:extLst>
                  <a:ext uri="{FF2B5EF4-FFF2-40B4-BE49-F238E27FC236}">
                    <a16:creationId xmlns:a16="http://schemas.microsoft.com/office/drawing/2014/main" id="{45A0A015-840C-4E5F-9794-9B6B459C23C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7031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46F6244-4D14-474B-A044-9CA67FA7FC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7412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6F6244-4D14-474B-A044-9CA67FA7F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 rtl="0">
              <a:defRPr sz="1800" baseline="0"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icon</a:t>
            </a:r>
            <a:r>
              <a:rPr lang="pt-BR"/>
              <a:t> </a:t>
            </a:r>
            <a:r>
              <a:rPr lang="pt-BR" err="1"/>
              <a:t>below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an</a:t>
            </a:r>
            <a:r>
              <a:rPr lang="pt-BR"/>
              <a:t> </a:t>
            </a:r>
            <a:r>
              <a:rPr lang="pt-BR" err="1"/>
              <a:t>image</a:t>
            </a:r>
            <a:r>
              <a:rPr lang="pt-BR"/>
              <a:t> </a:t>
            </a:r>
            <a:r>
              <a:rPr lang="pt-BR" err="1"/>
              <a:t>or</a:t>
            </a:r>
            <a:r>
              <a:rPr lang="pt-BR"/>
              <a:t> remove </a:t>
            </a:r>
            <a:r>
              <a:rPr lang="pt-BR" err="1"/>
              <a:t>this</a:t>
            </a:r>
            <a:r>
              <a:rPr lang="pt-BR"/>
              <a:t> </a:t>
            </a:r>
            <a:r>
              <a:rPr lang="pt-BR" err="1"/>
              <a:t>placeholder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use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whitespace</a:t>
            </a:r>
            <a:r>
              <a:rPr lang="pt-BR"/>
              <a:t> in </a:t>
            </a:r>
            <a:r>
              <a:rPr lang="pt-BR" err="1"/>
              <a:t>another</a:t>
            </a:r>
            <a:r>
              <a:rPr lang="pt-BR"/>
              <a:t> </a:t>
            </a:r>
            <a:r>
              <a:rPr lang="pt-BR" err="1"/>
              <a:t>way</a:t>
            </a:r>
            <a:endParaRPr lang="pt-BR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507424" y="1785600"/>
            <a:ext cx="4725386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 rtl="0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F9C0F-9389-44E7-8539-7CC293CE3714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1EF810-2C1C-4798-80F4-1C32293299A3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1" name="bg object 17">
              <a:extLst>
                <a:ext uri="{FF2B5EF4-FFF2-40B4-BE49-F238E27FC236}">
                  <a16:creationId xmlns:a16="http://schemas.microsoft.com/office/drawing/2014/main" id="{F6060C81-AFA3-41BA-B122-662BFD14FCB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CC71BFA-976D-4870-85E5-CDFF6C8B6F42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A07DF219-2F36-4887-85AB-7424345C88A0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74FD9A75-C026-488C-AD1A-FF6EDFD68033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CA9B0B0E-72B3-4A3C-8CD6-52855B9C7456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4D258B55-0AD4-49B2-8442-79924F83A0CF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137AFD75-0454-4A14-8A87-997C1B0A8679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6625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02FE9E7-AB12-4E0D-95E8-8263612A4F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7133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FE9E7-AB12-4E0D-95E8-8263612A4F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 rtl="0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icon</a:t>
            </a:r>
            <a:r>
              <a:rPr lang="pt-BR"/>
              <a:t> </a:t>
            </a:r>
            <a:r>
              <a:rPr lang="pt-BR" err="1"/>
              <a:t>below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insert</a:t>
            </a:r>
            <a:r>
              <a:rPr lang="pt-BR"/>
              <a:t> </a:t>
            </a:r>
            <a:r>
              <a:rPr lang="pt-BR" err="1"/>
              <a:t>an</a:t>
            </a:r>
            <a:r>
              <a:rPr lang="pt-BR"/>
              <a:t> </a:t>
            </a:r>
            <a:r>
              <a:rPr lang="pt-BR" err="1"/>
              <a:t>image</a:t>
            </a:r>
            <a:r>
              <a:rPr lang="pt-BR"/>
              <a:t> </a:t>
            </a:r>
            <a:r>
              <a:rPr lang="pt-BR" err="1"/>
              <a:t>or</a:t>
            </a:r>
            <a:r>
              <a:rPr lang="pt-BR"/>
              <a:t> remove </a:t>
            </a:r>
            <a:r>
              <a:rPr lang="pt-BR" err="1"/>
              <a:t>this</a:t>
            </a:r>
            <a:r>
              <a:rPr lang="pt-BR"/>
              <a:t> </a:t>
            </a:r>
            <a:r>
              <a:rPr lang="pt-BR" err="1"/>
              <a:t>placeholder</a:t>
            </a:r>
            <a:r>
              <a:rPr lang="pt-BR"/>
              <a:t> </a:t>
            </a:r>
            <a:r>
              <a:rPr lang="pt-BR" err="1"/>
              <a:t>to</a:t>
            </a:r>
            <a:r>
              <a:rPr lang="pt-BR"/>
              <a:t> use </a:t>
            </a:r>
            <a:r>
              <a:rPr lang="pt-BR" err="1"/>
              <a:t>the</a:t>
            </a:r>
            <a:r>
              <a:rPr lang="pt-BR"/>
              <a:t> </a:t>
            </a:r>
            <a:r>
              <a:rPr lang="pt-BR" err="1"/>
              <a:t>whitespace</a:t>
            </a:r>
            <a:r>
              <a:rPr lang="pt-BR"/>
              <a:t> in </a:t>
            </a:r>
            <a:r>
              <a:rPr lang="pt-BR" err="1"/>
              <a:t>another</a:t>
            </a:r>
            <a:r>
              <a:rPr lang="pt-BR"/>
              <a:t> </a:t>
            </a:r>
            <a:r>
              <a:rPr lang="pt-BR" err="1"/>
              <a:t>way</a:t>
            </a:r>
            <a:endParaRPr lang="pt-BR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07424" y="1785600"/>
            <a:ext cx="6585474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8648D-5FD5-44E8-AB8E-ADCD8D36D577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511162-4B41-402F-9A43-1E62660FFF0D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0" name="bg object 17">
              <a:extLst>
                <a:ext uri="{FF2B5EF4-FFF2-40B4-BE49-F238E27FC236}">
                  <a16:creationId xmlns:a16="http://schemas.microsoft.com/office/drawing/2014/main" id="{4B95D08A-6F80-490C-8E97-3AE3D272767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0222B16-E7CB-4748-AC63-8156E81FDF6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2BD8CBF0-E8E9-4F53-BB2A-1331C26DF0FC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382FE26B-031C-4E79-8CEF-BF16D2E51C0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0081D81D-2255-407D-9D44-121A6AB10EFB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EA000850-38BC-4AF6-AEF2-D28FD770123F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6" name="bg object 22">
                <a:extLst>
                  <a:ext uri="{FF2B5EF4-FFF2-40B4-BE49-F238E27FC236}">
                    <a16:creationId xmlns:a16="http://schemas.microsoft.com/office/drawing/2014/main" id="{BA248E8F-113C-4A9C-84CA-3F4C6995745B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5215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125798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24" imgH="324" progId="TCLayout.ActiveDocument.1">
                  <p:embed/>
                </p:oleObj>
              </mc:Choice>
              <mc:Fallback>
                <p:oleObj name="Slide do think-cell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240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>
                <a:solidFill>
                  <a:schemeClr val="tx2"/>
                </a:solidFill>
              </a:rPr>
              <a:t>Click </a:t>
            </a:r>
            <a:r>
              <a:rPr lang="pt-BR" err="1">
                <a:solidFill>
                  <a:schemeClr val="tx2"/>
                </a:solidFill>
              </a:rPr>
              <a:t>to</a:t>
            </a:r>
            <a:r>
              <a:rPr lang="pt-BR">
                <a:solidFill>
                  <a:schemeClr val="tx2"/>
                </a:solidFill>
              </a:rPr>
              <a:t> </a:t>
            </a:r>
            <a:r>
              <a:rPr lang="pt-BR" err="1">
                <a:solidFill>
                  <a:schemeClr val="tx2"/>
                </a:solidFill>
              </a:rPr>
              <a:t>add</a:t>
            </a:r>
            <a:r>
              <a:rPr lang="pt-BR">
                <a:solidFill>
                  <a:schemeClr val="tx2"/>
                </a:solidFill>
              </a:rPr>
              <a:t> </a:t>
            </a:r>
            <a:r>
              <a:rPr lang="pt-BR" err="1">
                <a:solidFill>
                  <a:schemeClr val="tx2"/>
                </a:solidFill>
              </a:rPr>
              <a:t>title</a:t>
            </a:r>
            <a:endParaRPr lang="pt-BR">
              <a:solidFill>
                <a:schemeClr val="tx2"/>
              </a:solidFill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0FD2DA-04B4-4393-878A-37FD4BE7D6F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85C4AF-C45F-47C8-9BFC-58FDCDD979E8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97C11ECB-51F4-4C48-A7BD-68E097E7FE5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CA8CEC0-3D4C-4225-BD0B-D1D65DBDB0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381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B1AFD51-80A8-4C6E-A6C9-39AE9E4DAE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508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1AFD51-80A8-4C6E-A6C9-39AE9E4DAE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07424" y="2764203"/>
            <a:ext cx="2815624" cy="1314311"/>
          </a:xfrm>
        </p:spPr>
        <p:txBody>
          <a:bodyPr vert="horz" anchor="ctr" anchorCtr="0">
            <a:noAutofit/>
          </a:bodyPr>
          <a:lstStyle>
            <a:lvl1pPr rtl="0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63FB5C-9490-4FFE-96CE-CB657CA7F1E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F20D81-A4E3-41CE-91ED-5D94A97AA6A5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8" name="bg object 17">
              <a:extLst>
                <a:ext uri="{FF2B5EF4-FFF2-40B4-BE49-F238E27FC236}">
                  <a16:creationId xmlns:a16="http://schemas.microsoft.com/office/drawing/2014/main" id="{8C626A46-2024-4088-A6F7-0C76BD88FA2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8549A8-360D-4328-AD93-98B2F67CAED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A141CBDC-952F-43C1-A283-8EFF3E6FFDA6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A87231B9-70D6-41B8-AED0-9530C6DE010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11106D55-A188-4F5C-8DF3-E566A411FF6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F898E3A8-6EB1-4B33-A599-6703D8A24DB0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286B9A76-283D-451E-ADFF-D81C096308C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847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AF18E61-E667-4F3F-9C77-E2A76F06C8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584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F18E61-E667-4F3F-9C77-E2A76F06C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400" b="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337786-6D27-4E74-9738-94C07742E15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D70B6E-5B6B-4E9C-816F-6E92DD986A2B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DBD1D7F5-2A1F-413A-81EA-252D0C0F0926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1B79CED-1D3D-4D34-BB76-D9C927DE0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003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380E09F-5BE5-4520-A4B1-7507361EA7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6750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80E09F-5BE5-4520-A4B1-7507361EA7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1785600"/>
            <a:ext cx="4399221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22D4FC-2E74-4CE0-907B-C455ED204558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682D3A-10F8-482B-8579-818159AC77F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22" name="bg object 17">
              <a:extLst>
                <a:ext uri="{FF2B5EF4-FFF2-40B4-BE49-F238E27FC236}">
                  <a16:creationId xmlns:a16="http://schemas.microsoft.com/office/drawing/2014/main" id="{2D476503-16BF-4B49-B886-C6636B6DC12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FEDAA0-CDAD-49A5-B97D-21FA9AF60B0F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4" name="bg object 18">
                <a:extLst>
                  <a:ext uri="{FF2B5EF4-FFF2-40B4-BE49-F238E27FC236}">
                    <a16:creationId xmlns:a16="http://schemas.microsoft.com/office/drawing/2014/main" id="{1E77CF29-745B-42F3-A3DD-38B7FDCDE75F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5" name="bg object 19">
                <a:extLst>
                  <a:ext uri="{FF2B5EF4-FFF2-40B4-BE49-F238E27FC236}">
                    <a16:creationId xmlns:a16="http://schemas.microsoft.com/office/drawing/2014/main" id="{F6E40E8F-2645-4EE3-9A67-26BE27908F2F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6" name="bg object 20">
                <a:extLst>
                  <a:ext uri="{FF2B5EF4-FFF2-40B4-BE49-F238E27FC236}">
                    <a16:creationId xmlns:a16="http://schemas.microsoft.com/office/drawing/2014/main" id="{5AD3D783-0F9C-4BC8-84F9-CBBBF3D3EC3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7" name="bg object 21">
                <a:extLst>
                  <a:ext uri="{FF2B5EF4-FFF2-40B4-BE49-F238E27FC236}">
                    <a16:creationId xmlns:a16="http://schemas.microsoft.com/office/drawing/2014/main" id="{8A903768-2C07-4AC6-B572-3A9F1501CBE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3" name="bg object 22">
                <a:extLst>
                  <a:ext uri="{FF2B5EF4-FFF2-40B4-BE49-F238E27FC236}">
                    <a16:creationId xmlns:a16="http://schemas.microsoft.com/office/drawing/2014/main" id="{A8C981D7-C12C-41BC-B9B0-58013D730A63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853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8AC7EE2-8EAB-4224-A7F2-85328C0528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2738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AC7EE2-8EAB-4224-A7F2-85328C0528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D97D1E-C51E-46AB-A391-BA449437962B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B665EE1-7FEC-4B0A-968B-6C74755AC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74573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D5F61E-F69F-4C94-A60A-8391D1566481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8AE8A240-867E-4D98-A9F8-EC35E031820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F44887-88B0-4F3B-996B-0ECBEDD0CB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513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9C6052B-D9CF-421C-B979-08843479A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66870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C6052B-D9CF-421C-B979-08843479A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639BDB-3F70-4075-A606-BC9330E06D29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F9671DCA-84ED-488B-A70C-F435C2800C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474573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870E77-9B4C-47B3-92F2-63862C975221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9" name="bg object 17">
              <a:extLst>
                <a:ext uri="{FF2B5EF4-FFF2-40B4-BE49-F238E27FC236}">
                  <a16:creationId xmlns:a16="http://schemas.microsoft.com/office/drawing/2014/main" id="{47DCAF63-1612-4498-83D0-9A8D93C0081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24AF870-D7D5-4A74-A1E1-D2D2896A9F23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07BC300F-18C3-4C7B-B240-8EEE03B766A7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811DBAFE-42EA-4906-9F69-72E46C238A8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EA97DDB4-563B-4306-BED4-23ED4C45FAE7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F1FB150D-A516-42F7-8730-EF40B38A2FBD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2" name="bg object 22">
                <a:extLst>
                  <a:ext uri="{FF2B5EF4-FFF2-40B4-BE49-F238E27FC236}">
                    <a16:creationId xmlns:a16="http://schemas.microsoft.com/office/drawing/2014/main" id="{F5D17316-6745-45D9-A4FE-4AB22B844E60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6341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9DF69D-08EB-43CF-80C5-8A58F9DC4E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47524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9DF69D-08EB-43CF-80C5-8A58F9DC4E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1E1F08-ABBD-4098-8A00-52FCF6E873DA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DE15661-7B03-4DFC-83F2-3BED5453A4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76396B-EEAD-42D5-8F73-B81BC3BB094A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B1D60E12-8DB5-4DFC-A29D-AAF8C54AAD28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D05A1B5-90C1-4C83-B396-31D40E7128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961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E153E27-C6D1-4187-B1F7-3C9FDA5BBC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32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153E27-C6D1-4187-B1F7-3C9FDA5BBC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834C5"/>
              </a:gs>
              <a:gs pos="100000">
                <a:srgbClr val="12279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42C0EB-2F4D-451A-8FE9-C20F18CEF9C6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6CB1FA8D-2E08-4793-B021-574F33A16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6254496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F293BB-DD5A-49C6-9F80-0E45D3D831B3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3FC1E157-DBB2-4DBA-9F52-A7C14CE9323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CBABB50-F903-4542-AAFA-5BA7B289BB5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2" name="bg object 18">
                <a:extLst>
                  <a:ext uri="{FF2B5EF4-FFF2-40B4-BE49-F238E27FC236}">
                    <a16:creationId xmlns:a16="http://schemas.microsoft.com/office/drawing/2014/main" id="{DE8C34FF-6E0E-4A57-8530-53999D7ACD7E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3" name="bg object 19">
                <a:extLst>
                  <a:ext uri="{FF2B5EF4-FFF2-40B4-BE49-F238E27FC236}">
                    <a16:creationId xmlns:a16="http://schemas.microsoft.com/office/drawing/2014/main" id="{0FF680D5-E597-4C44-9580-66F00F0BCC0A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4" name="bg object 20">
                <a:extLst>
                  <a:ext uri="{FF2B5EF4-FFF2-40B4-BE49-F238E27FC236}">
                    <a16:creationId xmlns:a16="http://schemas.microsoft.com/office/drawing/2014/main" id="{4742C8D8-4C64-4C68-A002-529F98FC9CE1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5" name="bg object 21">
                <a:extLst>
                  <a:ext uri="{FF2B5EF4-FFF2-40B4-BE49-F238E27FC236}">
                    <a16:creationId xmlns:a16="http://schemas.microsoft.com/office/drawing/2014/main" id="{67208F9A-3445-4F29-9B5A-64141DDAAEEB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1" name="bg object 22">
                <a:extLst>
                  <a:ext uri="{FF2B5EF4-FFF2-40B4-BE49-F238E27FC236}">
                    <a16:creationId xmlns:a16="http://schemas.microsoft.com/office/drawing/2014/main" id="{7DBD24AE-1A12-4C74-A1C4-ABC9BCFA4F0C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2483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CEAFF0D-8BE0-4897-A0F6-7A12E1427F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4790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EAFF0D-8BE0-4897-A0F6-7A12E1427F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big </a:t>
            </a:r>
            <a:r>
              <a:rPr lang="pt-BR" err="1"/>
              <a:t>statement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26DD1B-C942-46E4-AFFA-1E98FEDE4B5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B57E11-B940-4350-AB2B-8B84BD961F8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0" name="bg object 17">
              <a:extLst>
                <a:ext uri="{FF2B5EF4-FFF2-40B4-BE49-F238E27FC236}">
                  <a16:creationId xmlns:a16="http://schemas.microsoft.com/office/drawing/2014/main" id="{72ED9F4D-DB26-4D56-94D0-BAABC4AA016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E0F78C5-5EA7-4296-B5F5-7458E00CC5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490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01F3AF-501D-4656-BBD9-DF33D85EA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320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01F3AF-501D-4656-BBD9-DF33D85EA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507424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07424" y="3826333"/>
            <a:ext cx="11177146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big </a:t>
            </a:r>
            <a:r>
              <a:rPr lang="pt-BR" err="1"/>
              <a:t>statement</a:t>
            </a:r>
            <a:r>
              <a:rPr lang="pt-BR"/>
              <a:t> </a:t>
            </a:r>
            <a:r>
              <a:rPr lang="pt-BR" err="1"/>
              <a:t>text</a:t>
            </a:r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1E7370-D9C0-44F2-901E-E72EDCFDCE3A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A27F3FEF-BE55-4680-AE2E-876177E6E513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96BFCE-E820-4162-9371-90B2D6F6F3FF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6" name="bg object 18">
                <a:extLst>
                  <a:ext uri="{FF2B5EF4-FFF2-40B4-BE49-F238E27FC236}">
                    <a16:creationId xmlns:a16="http://schemas.microsoft.com/office/drawing/2014/main" id="{8C91337B-E3A1-4117-B131-0B595C9C7F83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7" name="bg object 19">
                <a:extLst>
                  <a:ext uri="{FF2B5EF4-FFF2-40B4-BE49-F238E27FC236}">
                    <a16:creationId xmlns:a16="http://schemas.microsoft.com/office/drawing/2014/main" id="{CF39A4C9-6093-45BE-8CB7-C8211B542F71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18" name="bg object 20">
                <a:extLst>
                  <a:ext uri="{FF2B5EF4-FFF2-40B4-BE49-F238E27FC236}">
                    <a16:creationId xmlns:a16="http://schemas.microsoft.com/office/drawing/2014/main" id="{0D24EBB4-5A20-4DBB-AAEE-DD278775B029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19" name="bg object 21">
                <a:extLst>
                  <a:ext uri="{FF2B5EF4-FFF2-40B4-BE49-F238E27FC236}">
                    <a16:creationId xmlns:a16="http://schemas.microsoft.com/office/drawing/2014/main" id="{F6B4A259-AE21-4723-A252-A1C2F9EA7E0F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2A4C1AC7-8EF4-41D7-9729-EBDA65F79E65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1349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0D1C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11839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4" imgH="384" progId="TCLayout.ActiveDocument.1">
                  <p:embed/>
                </p:oleObj>
              </mc:Choice>
              <mc:Fallback>
                <p:oleObj name="Slide do think-cell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1834C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DB4B0-F60D-407B-880B-86A25650874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2F4A3A-DD7B-472B-AC12-27F1B875DD6E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F604E9F9-0E0C-4EB9-81E5-056F3665A10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3728EB-1A49-4E4A-9D0D-80F31BA073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47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AB4B2D-9D19-4FB6-956B-06EE1EF3BC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8735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AB4B2D-9D19-4FB6-956B-06EE1EF3BC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AE08E-106A-4CDD-B4A9-B28036B24F92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13B0F70-5674-4A88-BAAA-0892A63EA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24" y="454278"/>
            <a:ext cx="11177145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>
            <a:lvl1pPr rtl="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9EE506-5C50-4A89-89A4-87806E98AC9D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0" name="bg object 17">
              <a:extLst>
                <a:ext uri="{FF2B5EF4-FFF2-40B4-BE49-F238E27FC236}">
                  <a16:creationId xmlns:a16="http://schemas.microsoft.com/office/drawing/2014/main" id="{E6FA4C75-CCC7-4F67-B2AF-F3AEC94855E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116BFA-A6B5-46A8-B258-B727424719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089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2D00AC7-0E19-425F-9636-F655B5563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524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D00AC7-0E19-425F-9636-F655B5563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507424" y="2548118"/>
            <a:ext cx="3156386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rtl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pt-BR" sz="5400" err="1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Table</a:t>
            </a:r>
            <a:r>
              <a:rPr lang="pt-BR" sz="54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5400" err="1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of</a:t>
            </a:r>
            <a:r>
              <a:rPr lang="pt-BR" sz="54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5400" err="1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contents</a:t>
            </a:r>
            <a:endParaRPr lang="pt-BR" sz="5400">
              <a:solidFill>
                <a:srgbClr val="1834C5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91E900-CBB1-4B51-8605-0E4DD15B1FDD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7CBAD2-6CCF-476A-8383-35F469AF803C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B285DB5C-281B-44A1-83DB-F59E74DEC58E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5E2EFA6-BB67-4329-8A16-EADD613E85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802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737C94-7B87-4B58-AEFF-B73085FC48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938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737C94-7B87-4B58-AEFF-B73085FC48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6FD8B5-1652-4EF5-AFED-0E05E7AE1FBA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00D11A-B51A-4591-B120-AD6EAFE78520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8" name="bg object 17">
              <a:extLst>
                <a:ext uri="{FF2B5EF4-FFF2-40B4-BE49-F238E27FC236}">
                  <a16:creationId xmlns:a16="http://schemas.microsoft.com/office/drawing/2014/main" id="{B6040E8B-8FE6-4F8A-843C-ECCC8D15C5A4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3688D2-20AF-41FC-A76F-67FEBB56C6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658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37358FD-514B-4646-8575-6076A2D16D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4034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7358FD-514B-4646-8575-6076A2D16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C9A5F4-46C4-4AC5-9478-4E448679389F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2" name="bg object 17">
              <a:extLst>
                <a:ext uri="{FF2B5EF4-FFF2-40B4-BE49-F238E27FC236}">
                  <a16:creationId xmlns:a16="http://schemas.microsoft.com/office/drawing/2014/main" id="{F264983B-4A70-4A97-873A-D8AC7AE6F71B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BFC624-13A7-4A5C-AAB3-C1EC64358A2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4" name="bg object 18">
                <a:extLst>
                  <a:ext uri="{FF2B5EF4-FFF2-40B4-BE49-F238E27FC236}">
                    <a16:creationId xmlns:a16="http://schemas.microsoft.com/office/drawing/2014/main" id="{0ECE6F3F-E4B5-4B87-8663-895A26918000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E2317B1F-9189-4C7A-A88F-AC7F8F3C1921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23EEE037-0910-4A0B-9F74-8F58F6DFFA68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EA7540BD-C724-46C1-87E8-6A578A81216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5" name="bg object 22">
                <a:extLst>
                  <a:ext uri="{FF2B5EF4-FFF2-40B4-BE49-F238E27FC236}">
                    <a16:creationId xmlns:a16="http://schemas.microsoft.com/office/drawing/2014/main" id="{F574C0C3-D7E8-4447-BFF9-AF3E623106B6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7046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05B5A94-26F5-4CEA-887F-A904A4DC5B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3067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B5A94-26F5-4CEA-887F-A904A4DC5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AC9C3AE-93F9-48F7-9394-CD596F6A44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5497" y="1664256"/>
            <a:ext cx="6209072" cy="3323987"/>
          </a:xfrm>
        </p:spPr>
        <p:txBody>
          <a:bodyPr wrap="square" lIns="0" tIns="0" rIns="0" bIns="0" anchor="ctr">
            <a:noAutofit/>
          </a:bodyPr>
          <a:lstStyle>
            <a:lvl1pPr rtl="0">
              <a:defRPr lang="en-US" sz="1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pt-BR" err="1"/>
              <a:t>Text</a:t>
            </a:r>
            <a:endParaRPr lang="pt-BR"/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D29108CD-ECA7-493D-A419-756CCD725EDD}"/>
              </a:ext>
            </a:extLst>
          </p:cNvPr>
          <p:cNvSpPr txBox="1">
            <a:spLocks/>
          </p:cNvSpPr>
          <p:nvPr userDrawn="1"/>
        </p:nvSpPr>
        <p:spPr>
          <a:xfrm>
            <a:off x="507424" y="2973076"/>
            <a:ext cx="354555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sz="5100" err="1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Disclaimer</a:t>
            </a:r>
            <a:endParaRPr lang="pt-BR" sz="5100">
              <a:solidFill>
                <a:schemeClr val="tx2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33D3C2-F0DB-4012-B18C-7A1DE0A1ABC2}"/>
              </a:ext>
            </a:extLst>
          </p:cNvPr>
          <p:cNvCxnSpPr/>
          <p:nvPr userDrawn="1"/>
        </p:nvCxnSpPr>
        <p:spPr>
          <a:xfrm>
            <a:off x="4764240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CFD16F-6205-416D-A26A-62391C85586E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A5D1AD25-F44B-4D87-9C91-BB7B1FF1FEC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F932F8-8B1B-4039-8E29-9FB6ED1D7A68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71E68E88-9BC2-49A6-86C9-C88819B836A1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9" name="bg object 19">
                <a:extLst>
                  <a:ext uri="{FF2B5EF4-FFF2-40B4-BE49-F238E27FC236}">
                    <a16:creationId xmlns:a16="http://schemas.microsoft.com/office/drawing/2014/main" id="{066AF9D1-8711-4919-826F-BB8D5CD07008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0" name="bg object 20">
                <a:extLst>
                  <a:ext uri="{FF2B5EF4-FFF2-40B4-BE49-F238E27FC236}">
                    <a16:creationId xmlns:a16="http://schemas.microsoft.com/office/drawing/2014/main" id="{A9CE15BA-9F51-436F-BCC8-FA5252F286A2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1" name="bg object 21">
                <a:extLst>
                  <a:ext uri="{FF2B5EF4-FFF2-40B4-BE49-F238E27FC236}">
                    <a16:creationId xmlns:a16="http://schemas.microsoft.com/office/drawing/2014/main" id="{8EB2E344-E732-4C82-A4F8-23461A0319D4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9" name="bg object 22">
                <a:extLst>
                  <a:ext uri="{FF2B5EF4-FFF2-40B4-BE49-F238E27FC236}">
                    <a16:creationId xmlns:a16="http://schemas.microsoft.com/office/drawing/2014/main" id="{E5B0B5FF-7E7B-468B-8B56-86C1228F3E7E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7144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44907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4" imgH="384" progId="TCLayout.ActiveDocument.1">
                  <p:embed/>
                </p:oleObj>
              </mc:Choice>
              <mc:Fallback>
                <p:oleObj name="Slide do think-cell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g object 17">
            <a:extLst>
              <a:ext uri="{FF2B5EF4-FFF2-40B4-BE49-F238E27FC236}">
                <a16:creationId xmlns:a16="http://schemas.microsoft.com/office/drawing/2014/main" id="{D52EB799-80A3-4409-9CCD-875BC324FE0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62C9E9B-DD8F-4A13-99EA-17CC695509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667"/>
              </a:gs>
              <a:gs pos="100000">
                <a:srgbClr val="001667">
                  <a:alpha val="39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4FC84288-50F1-4D98-A016-3B029152628E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817751" y="5871590"/>
            <a:ext cx="389902" cy="482803"/>
          </a:xfrm>
          <a:prstGeom prst="rect">
            <a:avLst/>
          </a:prstGeom>
        </p:spPr>
      </p:pic>
      <p:pic>
        <p:nvPicPr>
          <p:cNvPr id="13" name="object 5">
            <a:extLst>
              <a:ext uri="{FF2B5EF4-FFF2-40B4-BE49-F238E27FC236}">
                <a16:creationId xmlns:a16="http://schemas.microsoft.com/office/drawing/2014/main" id="{45F62AD1-123E-40D5-BFC5-782578E6949A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814693" y="5975016"/>
            <a:ext cx="138362" cy="174813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C0374A8C-ADE1-4190-A360-85DE0EB62414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981927" y="5978726"/>
            <a:ext cx="147702" cy="171102"/>
          </a:xfrm>
          <a:prstGeom prst="rect">
            <a:avLst/>
          </a:prstGeom>
        </p:spPr>
      </p:pic>
      <p:pic>
        <p:nvPicPr>
          <p:cNvPr id="16" name="object 7">
            <a:extLst>
              <a:ext uri="{FF2B5EF4-FFF2-40B4-BE49-F238E27FC236}">
                <a16:creationId xmlns:a16="http://schemas.microsoft.com/office/drawing/2014/main" id="{39526EB8-BA2A-44B8-9FCA-1951D375E2C4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155249" y="5978726"/>
            <a:ext cx="135960" cy="167385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81D782E1-6E8A-4FA3-A584-5B88DDC38B39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319574" y="5978726"/>
            <a:ext cx="138597" cy="167385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D9AED16C-5314-43DE-B98E-588032BBC0BD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651568" y="6251121"/>
            <a:ext cx="161495" cy="99770"/>
          </a:xfrm>
          <a:prstGeom prst="rect">
            <a:avLst/>
          </a:prstGeom>
        </p:spPr>
      </p:pic>
      <p:sp>
        <p:nvSpPr>
          <p:cNvPr id="19" name="object 10">
            <a:extLst>
              <a:ext uri="{FF2B5EF4-FFF2-40B4-BE49-F238E27FC236}">
                <a16:creationId xmlns:a16="http://schemas.microsoft.com/office/drawing/2014/main" id="{1443B14D-92D9-4C84-A803-F778B4B31EB5}"/>
              </a:ext>
            </a:extLst>
          </p:cNvPr>
          <p:cNvSpPr/>
          <p:nvPr userDrawn="1"/>
        </p:nvSpPr>
        <p:spPr>
          <a:xfrm>
            <a:off x="867460" y="6253149"/>
            <a:ext cx="96520" cy="95885"/>
          </a:xfrm>
          <a:custGeom>
            <a:avLst/>
            <a:gdLst/>
            <a:ahLst/>
            <a:cxnLst/>
            <a:rect l="l" t="t" r="r" b="b"/>
            <a:pathLst>
              <a:path w="96519" h="95885">
                <a:moveTo>
                  <a:pt x="67081" y="85344"/>
                </a:moveTo>
                <a:lnTo>
                  <a:pt x="11480" y="85344"/>
                </a:lnTo>
                <a:lnTo>
                  <a:pt x="11480" y="0"/>
                </a:lnTo>
                <a:lnTo>
                  <a:pt x="0" y="0"/>
                </a:lnTo>
                <a:lnTo>
                  <a:pt x="0" y="95554"/>
                </a:lnTo>
                <a:lnTo>
                  <a:pt x="67081" y="95554"/>
                </a:lnTo>
                <a:lnTo>
                  <a:pt x="67081" y="85344"/>
                </a:lnTo>
                <a:close/>
              </a:path>
              <a:path w="96519" h="95885">
                <a:moveTo>
                  <a:pt x="96380" y="0"/>
                </a:moveTo>
                <a:lnTo>
                  <a:pt x="84899" y="0"/>
                </a:lnTo>
                <a:lnTo>
                  <a:pt x="84899" y="95554"/>
                </a:lnTo>
                <a:lnTo>
                  <a:pt x="96380" y="95554"/>
                </a:lnTo>
                <a:lnTo>
                  <a:pt x="96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0" name="object 11">
            <a:extLst>
              <a:ext uri="{FF2B5EF4-FFF2-40B4-BE49-F238E27FC236}">
                <a16:creationId xmlns:a16="http://schemas.microsoft.com/office/drawing/2014/main" id="{54DEB166-F5EA-4455-9976-4AD5B3680B44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83985" y="6251206"/>
            <a:ext cx="254713" cy="99348"/>
          </a:xfrm>
          <a:prstGeom prst="rect">
            <a:avLst/>
          </a:prstGeom>
        </p:spPr>
      </p:pic>
      <p:pic>
        <p:nvPicPr>
          <p:cNvPr id="21" name="object 12">
            <a:extLst>
              <a:ext uri="{FF2B5EF4-FFF2-40B4-BE49-F238E27FC236}">
                <a16:creationId xmlns:a16="http://schemas.microsoft.com/office/drawing/2014/main" id="{5B66357A-7262-48EF-B71F-E13D45660473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260202" y="6253141"/>
            <a:ext cx="85842" cy="95555"/>
          </a:xfrm>
          <a:prstGeom prst="rect">
            <a:avLst/>
          </a:prstGeom>
        </p:spPr>
      </p:pic>
      <p:pic>
        <p:nvPicPr>
          <p:cNvPr id="22" name="object 13">
            <a:extLst>
              <a:ext uri="{FF2B5EF4-FFF2-40B4-BE49-F238E27FC236}">
                <a16:creationId xmlns:a16="http://schemas.microsoft.com/office/drawing/2014/main" id="{9899FEE1-716A-40E1-BE37-3EFC28B51FD7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403216" y="6253141"/>
            <a:ext cx="84685" cy="95555"/>
          </a:xfrm>
          <a:prstGeom prst="rect">
            <a:avLst/>
          </a:prstGeom>
        </p:spPr>
      </p:pic>
      <p:pic>
        <p:nvPicPr>
          <p:cNvPr id="23" name="object 14">
            <a:extLst>
              <a:ext uri="{FF2B5EF4-FFF2-40B4-BE49-F238E27FC236}">
                <a16:creationId xmlns:a16="http://schemas.microsoft.com/office/drawing/2014/main" id="{C053B655-33A2-4723-B3D2-9A73B63D6169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1513486" y="6253141"/>
            <a:ext cx="104695" cy="95555"/>
          </a:xfrm>
          <a:prstGeom prst="rect">
            <a:avLst/>
          </a:prstGeom>
        </p:spPr>
      </p:pic>
      <p:sp>
        <p:nvSpPr>
          <p:cNvPr id="24" name="object 15">
            <a:extLst>
              <a:ext uri="{FF2B5EF4-FFF2-40B4-BE49-F238E27FC236}">
                <a16:creationId xmlns:a16="http://schemas.microsoft.com/office/drawing/2014/main" id="{FF5B691F-F2C8-4F9F-BFDE-75242D261EFF}"/>
              </a:ext>
            </a:extLst>
          </p:cNvPr>
          <p:cNvSpPr/>
          <p:nvPr userDrawn="1"/>
        </p:nvSpPr>
        <p:spPr>
          <a:xfrm>
            <a:off x="647199" y="6199630"/>
            <a:ext cx="977900" cy="0"/>
          </a:xfrm>
          <a:custGeom>
            <a:avLst/>
            <a:gdLst/>
            <a:ahLst/>
            <a:cxnLst/>
            <a:rect l="l" t="t" r="r" b="b"/>
            <a:pathLst>
              <a:path w="977900">
                <a:moveTo>
                  <a:pt x="0" y="0"/>
                </a:moveTo>
                <a:lnTo>
                  <a:pt x="977628" y="0"/>
                </a:lnTo>
              </a:path>
            </a:pathLst>
          </a:custGeom>
          <a:ln w="126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F639CB26-11B4-426E-A93E-A3EC52BB9660}"/>
              </a:ext>
            </a:extLst>
          </p:cNvPr>
          <p:cNvSpPr/>
          <p:nvPr userDrawn="1"/>
        </p:nvSpPr>
        <p:spPr>
          <a:xfrm>
            <a:off x="635889" y="1066914"/>
            <a:ext cx="2514600" cy="1433195"/>
          </a:xfrm>
          <a:custGeom>
            <a:avLst/>
            <a:gdLst/>
            <a:ahLst/>
            <a:cxnLst/>
            <a:rect l="l" t="t" r="r" b="b"/>
            <a:pathLst>
              <a:path w="2514600" h="1433195">
                <a:moveTo>
                  <a:pt x="339102" y="1310132"/>
                </a:moveTo>
                <a:lnTo>
                  <a:pt x="330111" y="1267180"/>
                </a:lnTo>
                <a:lnTo>
                  <a:pt x="304076" y="1234808"/>
                </a:lnTo>
                <a:lnTo>
                  <a:pt x="262407" y="1212481"/>
                </a:lnTo>
                <a:lnTo>
                  <a:pt x="206489" y="1199642"/>
                </a:lnTo>
                <a:lnTo>
                  <a:pt x="161137" y="1193927"/>
                </a:lnTo>
                <a:lnTo>
                  <a:pt x="129247" y="1187767"/>
                </a:lnTo>
                <a:lnTo>
                  <a:pt x="105346" y="1177671"/>
                </a:lnTo>
                <a:lnTo>
                  <a:pt x="90347" y="1162837"/>
                </a:lnTo>
                <a:lnTo>
                  <a:pt x="85153" y="1142504"/>
                </a:lnTo>
                <a:lnTo>
                  <a:pt x="91681" y="1118654"/>
                </a:lnTo>
                <a:lnTo>
                  <a:pt x="109918" y="1100429"/>
                </a:lnTo>
                <a:lnTo>
                  <a:pt x="137858" y="1088809"/>
                </a:lnTo>
                <a:lnTo>
                  <a:pt x="173482" y="1084719"/>
                </a:lnTo>
                <a:lnTo>
                  <a:pt x="211594" y="1087996"/>
                </a:lnTo>
                <a:lnTo>
                  <a:pt x="246849" y="1096467"/>
                </a:lnTo>
                <a:lnTo>
                  <a:pt x="277025" y="1108113"/>
                </a:lnTo>
                <a:lnTo>
                  <a:pt x="299720" y="1120902"/>
                </a:lnTo>
                <a:lnTo>
                  <a:pt x="329082" y="1068844"/>
                </a:lnTo>
                <a:lnTo>
                  <a:pt x="297370" y="1051331"/>
                </a:lnTo>
                <a:lnTo>
                  <a:pt x="259880" y="1037996"/>
                </a:lnTo>
                <a:lnTo>
                  <a:pt x="217881" y="1029487"/>
                </a:lnTo>
                <a:lnTo>
                  <a:pt x="172631" y="1026515"/>
                </a:lnTo>
                <a:lnTo>
                  <a:pt x="119608" y="1031798"/>
                </a:lnTo>
                <a:lnTo>
                  <a:pt x="75920" y="1047165"/>
                </a:lnTo>
                <a:lnTo>
                  <a:pt x="42964" y="1071867"/>
                </a:lnTo>
                <a:lnTo>
                  <a:pt x="22161" y="1105166"/>
                </a:lnTo>
                <a:lnTo>
                  <a:pt x="14909" y="1146314"/>
                </a:lnTo>
                <a:lnTo>
                  <a:pt x="22936" y="1186776"/>
                </a:lnTo>
                <a:lnTo>
                  <a:pt x="47180" y="1219022"/>
                </a:lnTo>
                <a:lnTo>
                  <a:pt x="87909" y="1242212"/>
                </a:lnTo>
                <a:lnTo>
                  <a:pt x="145389" y="1255522"/>
                </a:lnTo>
                <a:lnTo>
                  <a:pt x="190715" y="1260817"/>
                </a:lnTo>
                <a:lnTo>
                  <a:pt x="225488" y="1267904"/>
                </a:lnTo>
                <a:lnTo>
                  <a:pt x="250063" y="1279232"/>
                </a:lnTo>
                <a:lnTo>
                  <a:pt x="264655" y="1294688"/>
                </a:lnTo>
                <a:lnTo>
                  <a:pt x="269481" y="1314157"/>
                </a:lnTo>
                <a:lnTo>
                  <a:pt x="262432" y="1339697"/>
                </a:lnTo>
                <a:lnTo>
                  <a:pt x="242023" y="1358341"/>
                </a:lnTo>
                <a:lnTo>
                  <a:pt x="209321" y="1369758"/>
                </a:lnTo>
                <a:lnTo>
                  <a:pt x="165404" y="1373632"/>
                </a:lnTo>
                <a:lnTo>
                  <a:pt x="120916" y="1370330"/>
                </a:lnTo>
                <a:lnTo>
                  <a:pt x="84772" y="1361376"/>
                </a:lnTo>
                <a:lnTo>
                  <a:pt x="55422" y="1348181"/>
                </a:lnTo>
                <a:lnTo>
                  <a:pt x="31292" y="1332141"/>
                </a:lnTo>
                <a:lnTo>
                  <a:pt x="0" y="1382306"/>
                </a:lnTo>
                <a:lnTo>
                  <a:pt x="40843" y="1406486"/>
                </a:lnTo>
                <a:lnTo>
                  <a:pt x="83870" y="1421917"/>
                </a:lnTo>
                <a:lnTo>
                  <a:pt x="126263" y="1430083"/>
                </a:lnTo>
                <a:lnTo>
                  <a:pt x="165188" y="1432471"/>
                </a:lnTo>
                <a:lnTo>
                  <a:pt x="224383" y="1426883"/>
                </a:lnTo>
                <a:lnTo>
                  <a:pt x="272656" y="1410804"/>
                </a:lnTo>
                <a:lnTo>
                  <a:pt x="308711" y="1385290"/>
                </a:lnTo>
                <a:lnTo>
                  <a:pt x="331292" y="1351381"/>
                </a:lnTo>
                <a:lnTo>
                  <a:pt x="339102" y="1310132"/>
                </a:lnTo>
                <a:close/>
              </a:path>
              <a:path w="2514600" h="1433195">
                <a:moveTo>
                  <a:pt x="750341" y="1034351"/>
                </a:moveTo>
                <a:lnTo>
                  <a:pt x="682650" y="1034351"/>
                </a:lnTo>
                <a:lnTo>
                  <a:pt x="682650" y="1254887"/>
                </a:lnTo>
                <a:lnTo>
                  <a:pt x="674306" y="1306334"/>
                </a:lnTo>
                <a:lnTo>
                  <a:pt x="651116" y="1342123"/>
                </a:lnTo>
                <a:lnTo>
                  <a:pt x="615924" y="1363027"/>
                </a:lnTo>
                <a:lnTo>
                  <a:pt x="571525" y="1369822"/>
                </a:lnTo>
                <a:lnTo>
                  <a:pt x="527075" y="1363052"/>
                </a:lnTo>
                <a:lnTo>
                  <a:pt x="491731" y="1342199"/>
                </a:lnTo>
                <a:lnTo>
                  <a:pt x="468414" y="1306423"/>
                </a:lnTo>
                <a:lnTo>
                  <a:pt x="459994" y="1254887"/>
                </a:lnTo>
                <a:lnTo>
                  <a:pt x="459994" y="1034351"/>
                </a:lnTo>
                <a:lnTo>
                  <a:pt x="392099" y="1034351"/>
                </a:lnTo>
                <a:lnTo>
                  <a:pt x="392099" y="1261033"/>
                </a:lnTo>
                <a:lnTo>
                  <a:pt x="398856" y="1314678"/>
                </a:lnTo>
                <a:lnTo>
                  <a:pt x="417703" y="1357922"/>
                </a:lnTo>
                <a:lnTo>
                  <a:pt x="446506" y="1391069"/>
                </a:lnTo>
                <a:lnTo>
                  <a:pt x="483133" y="1414373"/>
                </a:lnTo>
                <a:lnTo>
                  <a:pt x="525449" y="1428153"/>
                </a:lnTo>
                <a:lnTo>
                  <a:pt x="571309" y="1432674"/>
                </a:lnTo>
                <a:lnTo>
                  <a:pt x="617169" y="1428153"/>
                </a:lnTo>
                <a:lnTo>
                  <a:pt x="659460" y="1414373"/>
                </a:lnTo>
                <a:lnTo>
                  <a:pt x="696036" y="1391069"/>
                </a:lnTo>
                <a:lnTo>
                  <a:pt x="724789" y="1357922"/>
                </a:lnTo>
                <a:lnTo>
                  <a:pt x="743597" y="1314678"/>
                </a:lnTo>
                <a:lnTo>
                  <a:pt x="750341" y="1261033"/>
                </a:lnTo>
                <a:lnTo>
                  <a:pt x="750341" y="1034351"/>
                </a:lnTo>
                <a:close/>
              </a:path>
              <a:path w="2514600" h="1433195">
                <a:moveTo>
                  <a:pt x="1152855" y="1363675"/>
                </a:moveTo>
                <a:lnTo>
                  <a:pt x="907643" y="1363675"/>
                </a:lnTo>
                <a:lnTo>
                  <a:pt x="1149235" y="1083233"/>
                </a:lnTo>
                <a:lnTo>
                  <a:pt x="1149235" y="1034351"/>
                </a:lnTo>
                <a:lnTo>
                  <a:pt x="825042" y="1034351"/>
                </a:lnTo>
                <a:lnTo>
                  <a:pt x="825042" y="1095730"/>
                </a:lnTo>
                <a:lnTo>
                  <a:pt x="1062393" y="1095730"/>
                </a:lnTo>
                <a:lnTo>
                  <a:pt x="817816" y="1375740"/>
                </a:lnTo>
                <a:lnTo>
                  <a:pt x="817816" y="1424419"/>
                </a:lnTo>
                <a:lnTo>
                  <a:pt x="1152855" y="1424419"/>
                </a:lnTo>
                <a:lnTo>
                  <a:pt x="1152855" y="1363675"/>
                </a:lnTo>
                <a:close/>
              </a:path>
              <a:path w="2514600" h="1433195">
                <a:moveTo>
                  <a:pt x="1254391" y="91859"/>
                </a:moveTo>
                <a:lnTo>
                  <a:pt x="1254188" y="91643"/>
                </a:lnTo>
                <a:lnTo>
                  <a:pt x="1253324" y="91008"/>
                </a:lnTo>
                <a:lnTo>
                  <a:pt x="1192085" y="99377"/>
                </a:lnTo>
                <a:lnTo>
                  <a:pt x="1135519" y="111175"/>
                </a:lnTo>
                <a:lnTo>
                  <a:pt x="1083551" y="126428"/>
                </a:lnTo>
                <a:lnTo>
                  <a:pt x="1036104" y="145186"/>
                </a:lnTo>
                <a:lnTo>
                  <a:pt x="993089" y="167474"/>
                </a:lnTo>
                <a:lnTo>
                  <a:pt x="954417" y="193332"/>
                </a:lnTo>
                <a:lnTo>
                  <a:pt x="920000" y="222783"/>
                </a:lnTo>
                <a:lnTo>
                  <a:pt x="889762" y="255879"/>
                </a:lnTo>
                <a:lnTo>
                  <a:pt x="866381" y="288518"/>
                </a:lnTo>
                <a:lnTo>
                  <a:pt x="846302" y="324256"/>
                </a:lnTo>
                <a:lnTo>
                  <a:pt x="829513" y="363118"/>
                </a:lnTo>
                <a:lnTo>
                  <a:pt x="816000" y="405180"/>
                </a:lnTo>
                <a:lnTo>
                  <a:pt x="805764" y="450494"/>
                </a:lnTo>
                <a:lnTo>
                  <a:pt x="798855" y="498589"/>
                </a:lnTo>
                <a:lnTo>
                  <a:pt x="795070" y="551078"/>
                </a:lnTo>
                <a:lnTo>
                  <a:pt x="794689" y="594448"/>
                </a:lnTo>
                <a:lnTo>
                  <a:pt x="794588" y="606463"/>
                </a:lnTo>
                <a:lnTo>
                  <a:pt x="797344" y="665302"/>
                </a:lnTo>
                <a:lnTo>
                  <a:pt x="803338" y="727659"/>
                </a:lnTo>
                <a:lnTo>
                  <a:pt x="807923" y="765644"/>
                </a:lnTo>
                <a:lnTo>
                  <a:pt x="809180" y="774255"/>
                </a:lnTo>
                <a:lnTo>
                  <a:pt x="809294" y="775081"/>
                </a:lnTo>
                <a:lnTo>
                  <a:pt x="847115" y="756424"/>
                </a:lnTo>
                <a:lnTo>
                  <a:pt x="897051" y="726147"/>
                </a:lnTo>
                <a:lnTo>
                  <a:pt x="955852" y="684301"/>
                </a:lnTo>
                <a:lnTo>
                  <a:pt x="987221" y="658863"/>
                </a:lnTo>
                <a:lnTo>
                  <a:pt x="1019175" y="630339"/>
                </a:lnTo>
                <a:lnTo>
                  <a:pt x="1051179" y="598627"/>
                </a:lnTo>
                <a:lnTo>
                  <a:pt x="1082675" y="563689"/>
                </a:lnTo>
                <a:lnTo>
                  <a:pt x="1113142" y="525437"/>
                </a:lnTo>
                <a:lnTo>
                  <a:pt x="1142022" y="483806"/>
                </a:lnTo>
                <a:lnTo>
                  <a:pt x="1168781" y="438721"/>
                </a:lnTo>
                <a:lnTo>
                  <a:pt x="1192885" y="390118"/>
                </a:lnTo>
                <a:lnTo>
                  <a:pt x="1213764" y="337921"/>
                </a:lnTo>
                <a:lnTo>
                  <a:pt x="1230909" y="282079"/>
                </a:lnTo>
                <a:lnTo>
                  <a:pt x="1243685" y="222783"/>
                </a:lnTo>
                <a:lnTo>
                  <a:pt x="1243749" y="222491"/>
                </a:lnTo>
                <a:lnTo>
                  <a:pt x="1251762" y="159105"/>
                </a:lnTo>
                <a:lnTo>
                  <a:pt x="1254391" y="91859"/>
                </a:lnTo>
                <a:close/>
              </a:path>
              <a:path w="2514600" h="1433195">
                <a:moveTo>
                  <a:pt x="1587512" y="1034135"/>
                </a:moveTo>
                <a:lnTo>
                  <a:pt x="1523860" y="1034135"/>
                </a:lnTo>
                <a:lnTo>
                  <a:pt x="1523860" y="1229499"/>
                </a:lnTo>
                <a:lnTo>
                  <a:pt x="1517573" y="1274914"/>
                </a:lnTo>
                <a:lnTo>
                  <a:pt x="1499603" y="1313611"/>
                </a:lnTo>
                <a:lnTo>
                  <a:pt x="1471307" y="1343660"/>
                </a:lnTo>
                <a:lnTo>
                  <a:pt x="1434045" y="1363116"/>
                </a:lnTo>
                <a:lnTo>
                  <a:pt x="1389138" y="1370025"/>
                </a:lnTo>
                <a:lnTo>
                  <a:pt x="1344206" y="1362875"/>
                </a:lnTo>
                <a:lnTo>
                  <a:pt x="1306868" y="1342936"/>
                </a:lnTo>
                <a:lnTo>
                  <a:pt x="1278509" y="1312519"/>
                </a:lnTo>
                <a:lnTo>
                  <a:pt x="1260487" y="1273937"/>
                </a:lnTo>
                <a:lnTo>
                  <a:pt x="1254188" y="1229499"/>
                </a:lnTo>
                <a:lnTo>
                  <a:pt x="1260373" y="1185125"/>
                </a:lnTo>
                <a:lnTo>
                  <a:pt x="1278140" y="1146695"/>
                </a:lnTo>
                <a:lnTo>
                  <a:pt x="1306322" y="1116469"/>
                </a:lnTo>
                <a:lnTo>
                  <a:pt x="1343710" y="1096683"/>
                </a:lnTo>
                <a:lnTo>
                  <a:pt x="1389138" y="1089583"/>
                </a:lnTo>
                <a:lnTo>
                  <a:pt x="1433626" y="1096441"/>
                </a:lnTo>
                <a:lnTo>
                  <a:pt x="1470850" y="1115733"/>
                </a:lnTo>
                <a:lnTo>
                  <a:pt x="1499298" y="1145590"/>
                </a:lnTo>
                <a:lnTo>
                  <a:pt x="1517472" y="1184148"/>
                </a:lnTo>
                <a:lnTo>
                  <a:pt x="1523834" y="1229283"/>
                </a:lnTo>
                <a:lnTo>
                  <a:pt x="1523860" y="1229499"/>
                </a:lnTo>
                <a:lnTo>
                  <a:pt x="1523860" y="1034135"/>
                </a:lnTo>
                <a:lnTo>
                  <a:pt x="1519834" y="1034135"/>
                </a:lnTo>
                <a:lnTo>
                  <a:pt x="1519834" y="1086624"/>
                </a:lnTo>
                <a:lnTo>
                  <a:pt x="1493748" y="1061593"/>
                </a:lnTo>
                <a:lnTo>
                  <a:pt x="1462062" y="1042441"/>
                </a:lnTo>
                <a:lnTo>
                  <a:pt x="1424673" y="1030185"/>
                </a:lnTo>
                <a:lnTo>
                  <a:pt x="1381467" y="1025880"/>
                </a:lnTo>
                <a:lnTo>
                  <a:pt x="1335887" y="1030960"/>
                </a:lnTo>
                <a:lnTo>
                  <a:pt x="1294384" y="1045578"/>
                </a:lnTo>
                <a:lnTo>
                  <a:pt x="1258011" y="1068819"/>
                </a:lnTo>
                <a:lnTo>
                  <a:pt x="1227861" y="1099731"/>
                </a:lnTo>
                <a:lnTo>
                  <a:pt x="1205001" y="1137399"/>
                </a:lnTo>
                <a:lnTo>
                  <a:pt x="1190485" y="1180896"/>
                </a:lnTo>
                <a:lnTo>
                  <a:pt x="1185418" y="1229283"/>
                </a:lnTo>
                <a:lnTo>
                  <a:pt x="1190485" y="1277670"/>
                </a:lnTo>
                <a:lnTo>
                  <a:pt x="1205001" y="1321168"/>
                </a:lnTo>
                <a:lnTo>
                  <a:pt x="1227861" y="1358836"/>
                </a:lnTo>
                <a:lnTo>
                  <a:pt x="1258011" y="1389748"/>
                </a:lnTo>
                <a:lnTo>
                  <a:pt x="1294384" y="1412976"/>
                </a:lnTo>
                <a:lnTo>
                  <a:pt x="1335887" y="1427594"/>
                </a:lnTo>
                <a:lnTo>
                  <a:pt x="1381467" y="1432674"/>
                </a:lnTo>
                <a:lnTo>
                  <a:pt x="1424787" y="1428407"/>
                </a:lnTo>
                <a:lnTo>
                  <a:pt x="1462214" y="1416253"/>
                </a:lnTo>
                <a:lnTo>
                  <a:pt x="1493862" y="1397228"/>
                </a:lnTo>
                <a:lnTo>
                  <a:pt x="1519834" y="1372362"/>
                </a:lnTo>
                <a:lnTo>
                  <a:pt x="1519834" y="1424419"/>
                </a:lnTo>
                <a:lnTo>
                  <a:pt x="1587512" y="1424419"/>
                </a:lnTo>
                <a:lnTo>
                  <a:pt x="1587512" y="1372362"/>
                </a:lnTo>
                <a:lnTo>
                  <a:pt x="1587512" y="1370025"/>
                </a:lnTo>
                <a:lnTo>
                  <a:pt x="1587512" y="1089583"/>
                </a:lnTo>
                <a:lnTo>
                  <a:pt x="1587512" y="1086624"/>
                </a:lnTo>
                <a:lnTo>
                  <a:pt x="1587512" y="1034135"/>
                </a:lnTo>
                <a:close/>
              </a:path>
              <a:path w="2514600" h="1433195">
                <a:moveTo>
                  <a:pt x="1674469" y="61099"/>
                </a:moveTo>
                <a:lnTo>
                  <a:pt x="1672247" y="28257"/>
                </a:lnTo>
                <a:lnTo>
                  <a:pt x="1668399" y="0"/>
                </a:lnTo>
                <a:lnTo>
                  <a:pt x="1667979" y="0"/>
                </a:lnTo>
                <a:lnTo>
                  <a:pt x="1630514" y="21323"/>
                </a:lnTo>
                <a:lnTo>
                  <a:pt x="1587207" y="38392"/>
                </a:lnTo>
                <a:lnTo>
                  <a:pt x="1539328" y="51879"/>
                </a:lnTo>
                <a:lnTo>
                  <a:pt x="1488160" y="62445"/>
                </a:lnTo>
                <a:lnTo>
                  <a:pt x="1434973" y="70777"/>
                </a:lnTo>
                <a:lnTo>
                  <a:pt x="1381023" y="77533"/>
                </a:lnTo>
                <a:lnTo>
                  <a:pt x="1327619" y="83375"/>
                </a:lnTo>
                <a:lnTo>
                  <a:pt x="1326972" y="84861"/>
                </a:lnTo>
                <a:lnTo>
                  <a:pt x="1326222" y="137820"/>
                </a:lnTo>
                <a:lnTo>
                  <a:pt x="1322057" y="190538"/>
                </a:lnTo>
                <a:lnTo>
                  <a:pt x="1314488" y="242849"/>
                </a:lnTo>
                <a:lnTo>
                  <a:pt x="1303731" y="293827"/>
                </a:lnTo>
                <a:lnTo>
                  <a:pt x="1288986" y="344957"/>
                </a:lnTo>
                <a:lnTo>
                  <a:pt x="1270990" y="394271"/>
                </a:lnTo>
                <a:lnTo>
                  <a:pt x="1249629" y="442277"/>
                </a:lnTo>
                <a:lnTo>
                  <a:pt x="1224902" y="488911"/>
                </a:lnTo>
                <a:lnTo>
                  <a:pt x="1196860" y="534149"/>
                </a:lnTo>
                <a:lnTo>
                  <a:pt x="1165529" y="577913"/>
                </a:lnTo>
                <a:lnTo>
                  <a:pt x="1130922" y="620141"/>
                </a:lnTo>
                <a:lnTo>
                  <a:pt x="1102791" y="650748"/>
                </a:lnTo>
                <a:lnTo>
                  <a:pt x="1073353" y="679996"/>
                </a:lnTo>
                <a:lnTo>
                  <a:pt x="1042619" y="707885"/>
                </a:lnTo>
                <a:lnTo>
                  <a:pt x="1010653" y="734441"/>
                </a:lnTo>
                <a:lnTo>
                  <a:pt x="1010653" y="734860"/>
                </a:lnTo>
                <a:lnTo>
                  <a:pt x="1053172" y="720928"/>
                </a:lnTo>
                <a:lnTo>
                  <a:pt x="1096733" y="705142"/>
                </a:lnTo>
                <a:lnTo>
                  <a:pt x="1140980" y="687387"/>
                </a:lnTo>
                <a:lnTo>
                  <a:pt x="1185633" y="667550"/>
                </a:lnTo>
                <a:lnTo>
                  <a:pt x="1230350" y="645528"/>
                </a:lnTo>
                <a:lnTo>
                  <a:pt x="1274826" y="621195"/>
                </a:lnTo>
                <a:lnTo>
                  <a:pt x="1318742" y="594448"/>
                </a:lnTo>
                <a:lnTo>
                  <a:pt x="1361782" y="565175"/>
                </a:lnTo>
                <a:lnTo>
                  <a:pt x="1403616" y="533260"/>
                </a:lnTo>
                <a:lnTo>
                  <a:pt x="1443926" y="498589"/>
                </a:lnTo>
                <a:lnTo>
                  <a:pt x="1482407" y="461060"/>
                </a:lnTo>
                <a:lnTo>
                  <a:pt x="1518742" y="420547"/>
                </a:lnTo>
                <a:lnTo>
                  <a:pt x="1552600" y="376961"/>
                </a:lnTo>
                <a:lnTo>
                  <a:pt x="1598002" y="308127"/>
                </a:lnTo>
                <a:lnTo>
                  <a:pt x="1630959" y="246316"/>
                </a:lnTo>
                <a:lnTo>
                  <a:pt x="1653286" y="191122"/>
                </a:lnTo>
                <a:lnTo>
                  <a:pt x="1666773" y="142125"/>
                </a:lnTo>
                <a:lnTo>
                  <a:pt x="1673174" y="99377"/>
                </a:lnTo>
                <a:lnTo>
                  <a:pt x="1674418" y="62445"/>
                </a:lnTo>
                <a:lnTo>
                  <a:pt x="1674469" y="61099"/>
                </a:lnTo>
                <a:close/>
              </a:path>
              <a:path w="2514600" h="1433195">
                <a:moveTo>
                  <a:pt x="1719110" y="273850"/>
                </a:moveTo>
                <a:lnTo>
                  <a:pt x="1719059" y="221386"/>
                </a:lnTo>
                <a:lnTo>
                  <a:pt x="1718627" y="221386"/>
                </a:lnTo>
                <a:lnTo>
                  <a:pt x="1718627" y="220967"/>
                </a:lnTo>
                <a:lnTo>
                  <a:pt x="1697177" y="273672"/>
                </a:lnTo>
                <a:lnTo>
                  <a:pt x="1672120" y="324726"/>
                </a:lnTo>
                <a:lnTo>
                  <a:pt x="1643557" y="373951"/>
                </a:lnTo>
                <a:lnTo>
                  <a:pt x="1611566" y="421182"/>
                </a:lnTo>
                <a:lnTo>
                  <a:pt x="1577340" y="464921"/>
                </a:lnTo>
                <a:lnTo>
                  <a:pt x="1541005" y="505625"/>
                </a:lnTo>
                <a:lnTo>
                  <a:pt x="1502918" y="543420"/>
                </a:lnTo>
                <a:lnTo>
                  <a:pt x="1463433" y="578396"/>
                </a:lnTo>
                <a:lnTo>
                  <a:pt x="1422895" y="610641"/>
                </a:lnTo>
                <a:lnTo>
                  <a:pt x="1381671" y="640257"/>
                </a:lnTo>
                <a:lnTo>
                  <a:pt x="1340091" y="667346"/>
                </a:lnTo>
                <a:lnTo>
                  <a:pt x="1298524" y="691997"/>
                </a:lnTo>
                <a:lnTo>
                  <a:pt x="1257300" y="714324"/>
                </a:lnTo>
                <a:lnTo>
                  <a:pt x="1216748" y="734441"/>
                </a:lnTo>
                <a:lnTo>
                  <a:pt x="1177353" y="752373"/>
                </a:lnTo>
                <a:lnTo>
                  <a:pt x="1139317" y="768286"/>
                </a:lnTo>
                <a:lnTo>
                  <a:pt x="1103058" y="782256"/>
                </a:lnTo>
                <a:lnTo>
                  <a:pt x="1066406" y="795261"/>
                </a:lnTo>
                <a:lnTo>
                  <a:pt x="998067" y="816648"/>
                </a:lnTo>
                <a:lnTo>
                  <a:pt x="966825" y="825233"/>
                </a:lnTo>
                <a:lnTo>
                  <a:pt x="966825" y="825868"/>
                </a:lnTo>
                <a:lnTo>
                  <a:pt x="1018159" y="827430"/>
                </a:lnTo>
                <a:lnTo>
                  <a:pt x="1068146" y="826846"/>
                </a:lnTo>
                <a:lnTo>
                  <a:pt x="1116749" y="824128"/>
                </a:lnTo>
                <a:lnTo>
                  <a:pt x="1163904" y="819302"/>
                </a:lnTo>
                <a:lnTo>
                  <a:pt x="1209586" y="812368"/>
                </a:lnTo>
                <a:lnTo>
                  <a:pt x="1253744" y="803338"/>
                </a:lnTo>
                <a:lnTo>
                  <a:pt x="1296314" y="792213"/>
                </a:lnTo>
                <a:lnTo>
                  <a:pt x="1350111" y="774255"/>
                </a:lnTo>
                <a:lnTo>
                  <a:pt x="1400733" y="752767"/>
                </a:lnTo>
                <a:lnTo>
                  <a:pt x="1448092" y="727811"/>
                </a:lnTo>
                <a:lnTo>
                  <a:pt x="1492123" y="699439"/>
                </a:lnTo>
                <a:lnTo>
                  <a:pt x="1532737" y="667702"/>
                </a:lnTo>
                <a:lnTo>
                  <a:pt x="1569847" y="632625"/>
                </a:lnTo>
                <a:lnTo>
                  <a:pt x="1602600" y="595337"/>
                </a:lnTo>
                <a:lnTo>
                  <a:pt x="1631416" y="555536"/>
                </a:lnTo>
                <a:lnTo>
                  <a:pt x="1656257" y="513397"/>
                </a:lnTo>
                <a:lnTo>
                  <a:pt x="1677085" y="469112"/>
                </a:lnTo>
                <a:lnTo>
                  <a:pt x="1693824" y="422833"/>
                </a:lnTo>
                <a:lnTo>
                  <a:pt x="1706435" y="374751"/>
                </a:lnTo>
                <a:lnTo>
                  <a:pt x="1714881" y="325031"/>
                </a:lnTo>
                <a:lnTo>
                  <a:pt x="1719110" y="273850"/>
                </a:lnTo>
                <a:close/>
              </a:path>
              <a:path w="2514600" h="1433195">
                <a:moveTo>
                  <a:pt x="2039670" y="1182077"/>
                </a:moveTo>
                <a:lnTo>
                  <a:pt x="2034273" y="1137970"/>
                </a:lnTo>
                <a:lnTo>
                  <a:pt x="2018741" y="1099959"/>
                </a:lnTo>
                <a:lnTo>
                  <a:pt x="1994128" y="1068920"/>
                </a:lnTo>
                <a:lnTo>
                  <a:pt x="1961476" y="1045692"/>
                </a:lnTo>
                <a:lnTo>
                  <a:pt x="1921802" y="1031125"/>
                </a:lnTo>
                <a:lnTo>
                  <a:pt x="1876158" y="1026083"/>
                </a:lnTo>
                <a:lnTo>
                  <a:pt x="1841512" y="1029157"/>
                </a:lnTo>
                <a:lnTo>
                  <a:pt x="1807044" y="1039190"/>
                </a:lnTo>
                <a:lnTo>
                  <a:pt x="1775040" y="1057440"/>
                </a:lnTo>
                <a:lnTo>
                  <a:pt x="1747799" y="1085138"/>
                </a:lnTo>
                <a:lnTo>
                  <a:pt x="1747799" y="1034351"/>
                </a:lnTo>
                <a:lnTo>
                  <a:pt x="1680959" y="1034351"/>
                </a:lnTo>
                <a:lnTo>
                  <a:pt x="1680959" y="1424419"/>
                </a:lnTo>
                <a:lnTo>
                  <a:pt x="1748231" y="1424419"/>
                </a:lnTo>
                <a:lnTo>
                  <a:pt x="1748231" y="1205572"/>
                </a:lnTo>
                <a:lnTo>
                  <a:pt x="1757464" y="1156855"/>
                </a:lnTo>
                <a:lnTo>
                  <a:pt x="1782533" y="1120470"/>
                </a:lnTo>
                <a:lnTo>
                  <a:pt x="1819465" y="1097686"/>
                </a:lnTo>
                <a:lnTo>
                  <a:pt x="1864258" y="1089799"/>
                </a:lnTo>
                <a:lnTo>
                  <a:pt x="1909749" y="1097508"/>
                </a:lnTo>
                <a:lnTo>
                  <a:pt x="1943557" y="1119860"/>
                </a:lnTo>
                <a:lnTo>
                  <a:pt x="1964601" y="1155700"/>
                </a:lnTo>
                <a:lnTo>
                  <a:pt x="1971852" y="1203883"/>
                </a:lnTo>
                <a:lnTo>
                  <a:pt x="1971852" y="1424419"/>
                </a:lnTo>
                <a:lnTo>
                  <a:pt x="2039670" y="1424419"/>
                </a:lnTo>
                <a:lnTo>
                  <a:pt x="2039670" y="1182077"/>
                </a:lnTo>
                <a:close/>
              </a:path>
              <a:path w="2514600" h="1433195">
                <a:moveTo>
                  <a:pt x="2514079" y="1229499"/>
                </a:moveTo>
                <a:lnTo>
                  <a:pt x="2508821" y="1181773"/>
                </a:lnTo>
                <a:lnTo>
                  <a:pt x="2493746" y="1138542"/>
                </a:lnTo>
                <a:lnTo>
                  <a:pt x="2469832" y="1100836"/>
                </a:lnTo>
                <a:lnTo>
                  <a:pt x="2444661" y="1076121"/>
                </a:lnTo>
                <a:lnTo>
                  <a:pt x="2444661" y="1229499"/>
                </a:lnTo>
                <a:lnTo>
                  <a:pt x="2437866" y="1275562"/>
                </a:lnTo>
                <a:lnTo>
                  <a:pt x="2418727" y="1314348"/>
                </a:lnTo>
                <a:lnTo>
                  <a:pt x="2389174" y="1344155"/>
                </a:lnTo>
                <a:lnTo>
                  <a:pt x="2351074" y="1363281"/>
                </a:lnTo>
                <a:lnTo>
                  <a:pt x="2306358" y="1370025"/>
                </a:lnTo>
                <a:lnTo>
                  <a:pt x="2261768" y="1363281"/>
                </a:lnTo>
                <a:lnTo>
                  <a:pt x="2223655" y="1344155"/>
                </a:lnTo>
                <a:lnTo>
                  <a:pt x="2194064" y="1314348"/>
                </a:lnTo>
                <a:lnTo>
                  <a:pt x="2174887" y="1275562"/>
                </a:lnTo>
                <a:lnTo>
                  <a:pt x="2168042" y="1229499"/>
                </a:lnTo>
                <a:lnTo>
                  <a:pt x="2174887" y="1183576"/>
                </a:lnTo>
                <a:lnTo>
                  <a:pt x="2194128" y="1144955"/>
                </a:lnTo>
                <a:lnTo>
                  <a:pt x="2223770" y="1115301"/>
                </a:lnTo>
                <a:lnTo>
                  <a:pt x="2261832" y="1096302"/>
                </a:lnTo>
                <a:lnTo>
                  <a:pt x="2306358" y="1089583"/>
                </a:lnTo>
                <a:lnTo>
                  <a:pt x="2350909" y="1096302"/>
                </a:lnTo>
                <a:lnTo>
                  <a:pt x="2388997" y="1115301"/>
                </a:lnTo>
                <a:lnTo>
                  <a:pt x="2418626" y="1144955"/>
                </a:lnTo>
                <a:lnTo>
                  <a:pt x="2436952" y="1181773"/>
                </a:lnTo>
                <a:lnTo>
                  <a:pt x="2444661" y="1229499"/>
                </a:lnTo>
                <a:lnTo>
                  <a:pt x="2444661" y="1076121"/>
                </a:lnTo>
                <a:lnTo>
                  <a:pt x="2438120" y="1069695"/>
                </a:lnTo>
                <a:lnTo>
                  <a:pt x="2399614" y="1046162"/>
                </a:lnTo>
                <a:lnTo>
                  <a:pt x="2355354" y="1031278"/>
                </a:lnTo>
                <a:lnTo>
                  <a:pt x="2306358" y="1026083"/>
                </a:lnTo>
                <a:lnTo>
                  <a:pt x="2257412" y="1031278"/>
                </a:lnTo>
                <a:lnTo>
                  <a:pt x="2213216" y="1046162"/>
                </a:lnTo>
                <a:lnTo>
                  <a:pt x="2174786" y="1069695"/>
                </a:lnTo>
                <a:lnTo>
                  <a:pt x="2143137" y="1100836"/>
                </a:lnTo>
                <a:lnTo>
                  <a:pt x="2119274" y="1138542"/>
                </a:lnTo>
                <a:lnTo>
                  <a:pt x="2104224" y="1181773"/>
                </a:lnTo>
                <a:lnTo>
                  <a:pt x="2098979" y="1229499"/>
                </a:lnTo>
                <a:lnTo>
                  <a:pt x="2104224" y="1277213"/>
                </a:lnTo>
                <a:lnTo>
                  <a:pt x="2119274" y="1320444"/>
                </a:lnTo>
                <a:lnTo>
                  <a:pt x="2143137" y="1358150"/>
                </a:lnTo>
                <a:lnTo>
                  <a:pt x="2174786" y="1389291"/>
                </a:lnTo>
                <a:lnTo>
                  <a:pt x="2213216" y="1412824"/>
                </a:lnTo>
                <a:lnTo>
                  <a:pt x="2257412" y="1427695"/>
                </a:lnTo>
                <a:lnTo>
                  <a:pt x="2306358" y="1432890"/>
                </a:lnTo>
                <a:lnTo>
                  <a:pt x="2355316" y="1427695"/>
                </a:lnTo>
                <a:lnTo>
                  <a:pt x="2399563" y="1412824"/>
                </a:lnTo>
                <a:lnTo>
                  <a:pt x="2438057" y="1389291"/>
                </a:lnTo>
                <a:lnTo>
                  <a:pt x="2457678" y="1370025"/>
                </a:lnTo>
                <a:lnTo>
                  <a:pt x="2469781" y="1358150"/>
                </a:lnTo>
                <a:lnTo>
                  <a:pt x="2493708" y="1320444"/>
                </a:lnTo>
                <a:lnTo>
                  <a:pt x="2508821" y="1277213"/>
                </a:lnTo>
                <a:lnTo>
                  <a:pt x="2514079" y="1229499"/>
                </a:lnTo>
                <a:close/>
              </a:path>
            </a:pathLst>
          </a:custGeom>
          <a:solidFill>
            <a:srgbClr val="E1E0DD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69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82F253-4BFD-487D-A7DD-6EA228D859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1430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89" imgH="396" progId="TCLayout.ActiveDocument.1">
                  <p:embed/>
                </p:oleObj>
              </mc:Choice>
              <mc:Fallback>
                <p:oleObj name="Slide do think-cell" r:id="rId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82F253-4BFD-487D-A7DD-6EA228D859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347C7D1-8738-4684-9E51-5316354CEDF8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59" name="bg object 17">
              <a:extLst>
                <a:ext uri="{FF2B5EF4-FFF2-40B4-BE49-F238E27FC236}">
                  <a16:creationId xmlns:a16="http://schemas.microsoft.com/office/drawing/2014/main" id="{3BF37E84-9652-445B-AF7D-6EF87C0C419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A1597C6-7FAD-4237-A82D-AE000166DC4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61" name="bg object 18">
                <a:extLst>
                  <a:ext uri="{FF2B5EF4-FFF2-40B4-BE49-F238E27FC236}">
                    <a16:creationId xmlns:a16="http://schemas.microsoft.com/office/drawing/2014/main" id="{75CE21F0-72EA-42E8-B23C-7E6E11DA2162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62" name="bg object 19">
                <a:extLst>
                  <a:ext uri="{FF2B5EF4-FFF2-40B4-BE49-F238E27FC236}">
                    <a16:creationId xmlns:a16="http://schemas.microsoft.com/office/drawing/2014/main" id="{861D8AFB-8738-416D-9693-E167091ED5A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63" name="bg object 20">
                <a:extLst>
                  <a:ext uri="{FF2B5EF4-FFF2-40B4-BE49-F238E27FC236}">
                    <a16:creationId xmlns:a16="http://schemas.microsoft.com/office/drawing/2014/main" id="{DC309B31-BD75-458F-811C-FD570293319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64" name="bg object 21">
                <a:extLst>
                  <a:ext uri="{FF2B5EF4-FFF2-40B4-BE49-F238E27FC236}">
                    <a16:creationId xmlns:a16="http://schemas.microsoft.com/office/drawing/2014/main" id="{9FC7AE5D-FF20-4CE9-BB63-0375F24D257D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65" name="bg object 22">
                <a:extLst>
                  <a:ext uri="{FF2B5EF4-FFF2-40B4-BE49-F238E27FC236}">
                    <a16:creationId xmlns:a16="http://schemas.microsoft.com/office/drawing/2014/main" id="{0A33EA73-AA55-4FCE-B7B8-6820CF51DC98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1F67B44-0952-4B7C-806D-00D19AB0CAFB}"/>
              </a:ext>
            </a:extLst>
          </p:cNvPr>
          <p:cNvGrpSpPr/>
          <p:nvPr userDrawn="1"/>
        </p:nvGrpSpPr>
        <p:grpSpPr>
          <a:xfrm>
            <a:off x="-600" y="0"/>
            <a:ext cx="12193200" cy="6858000"/>
            <a:chOff x="-600" y="0"/>
            <a:chExt cx="12193200" cy="6858000"/>
          </a:xfrm>
        </p:grpSpPr>
        <p:sp>
          <p:nvSpPr>
            <p:cNvPr id="67" name="No fly zone">
              <a:extLst>
                <a:ext uri="{FF2B5EF4-FFF2-40B4-BE49-F238E27FC236}">
                  <a16:creationId xmlns:a16="http://schemas.microsoft.com/office/drawing/2014/main" id="{02C0E483-901F-4F68-BC4C-0198480D5EC0}"/>
                </a:ext>
              </a:extLst>
            </p:cNvPr>
            <p:cNvSpPr/>
            <p:nvPr/>
          </p:nvSpPr>
          <p:spPr>
            <a:xfrm>
              <a:off x="-600" y="0"/>
              <a:ext cx="12193199" cy="6858000"/>
            </a:xfrm>
            <a:custGeom>
              <a:avLst/>
              <a:gdLst>
                <a:gd name="connsiteX0" fmla="*/ 0 w 12193199"/>
                <a:gd name="connsiteY0" fmla="*/ 0 h 6858000"/>
                <a:gd name="connsiteX1" fmla="*/ 12193199 w 12193199"/>
                <a:gd name="connsiteY1" fmla="*/ 0 h 6858000"/>
                <a:gd name="connsiteX2" fmla="*/ 12193199 w 12193199"/>
                <a:gd name="connsiteY2" fmla="*/ 622800 h 6858000"/>
                <a:gd name="connsiteX3" fmla="*/ 12191999 w 12193199"/>
                <a:gd name="connsiteY3" fmla="*/ 622800 h 6858000"/>
                <a:gd name="connsiteX4" fmla="*/ 12191999 w 12193199"/>
                <a:gd name="connsiteY4" fmla="*/ 6160597 h 6858000"/>
                <a:gd name="connsiteX5" fmla="*/ 12193199 w 12193199"/>
                <a:gd name="connsiteY5" fmla="*/ 6160597 h 6858000"/>
                <a:gd name="connsiteX6" fmla="*/ 12193199 w 12193199"/>
                <a:gd name="connsiteY6" fmla="*/ 6858000 h 6858000"/>
                <a:gd name="connsiteX7" fmla="*/ 12191999 w 12193199"/>
                <a:gd name="connsiteY7" fmla="*/ 6858000 h 6858000"/>
                <a:gd name="connsiteX8" fmla="*/ 11561999 w 12193199"/>
                <a:gd name="connsiteY8" fmla="*/ 6858000 h 6858000"/>
                <a:gd name="connsiteX9" fmla="*/ 630001 w 12193199"/>
                <a:gd name="connsiteY9" fmla="*/ 6858000 h 6858000"/>
                <a:gd name="connsiteX10" fmla="*/ 1 w 12193199"/>
                <a:gd name="connsiteY10" fmla="*/ 6858000 h 6858000"/>
                <a:gd name="connsiteX11" fmla="*/ 1 w 12193199"/>
                <a:gd name="connsiteY11" fmla="*/ 6160597 h 6858000"/>
                <a:gd name="connsiteX12" fmla="*/ 1 w 12193199"/>
                <a:gd name="connsiteY12" fmla="*/ 622800 h 6858000"/>
                <a:gd name="connsiteX13" fmla="*/ 0 w 12193199"/>
                <a:gd name="connsiteY13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3199" h="6858000">
                  <a:moveTo>
                    <a:pt x="0" y="0"/>
                  </a:moveTo>
                  <a:lnTo>
                    <a:pt x="12193199" y="0"/>
                  </a:lnTo>
                  <a:lnTo>
                    <a:pt x="12193199" y="622800"/>
                  </a:lnTo>
                  <a:lnTo>
                    <a:pt x="12191999" y="622800"/>
                  </a:lnTo>
                  <a:lnTo>
                    <a:pt x="12191999" y="6160597"/>
                  </a:lnTo>
                  <a:lnTo>
                    <a:pt x="12193199" y="6160597"/>
                  </a:lnTo>
                  <a:lnTo>
                    <a:pt x="12193199" y="6858000"/>
                  </a:lnTo>
                  <a:lnTo>
                    <a:pt x="12191999" y="6858000"/>
                  </a:lnTo>
                  <a:lnTo>
                    <a:pt x="11561999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pt-BR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8" name="Slide edges">
              <a:extLst>
                <a:ext uri="{FF2B5EF4-FFF2-40B4-BE49-F238E27FC236}">
                  <a16:creationId xmlns:a16="http://schemas.microsoft.com/office/drawing/2014/main" id="{A3766790-7D4E-46BB-88D1-3B1D67ACC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6E6F7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myWhite">
              <a:extLst>
                <a:ext uri="{FF2B5EF4-FFF2-40B4-BE49-F238E27FC236}">
                  <a16:creationId xmlns:a16="http://schemas.microsoft.com/office/drawing/2014/main" id="{3D5F4F08-A9BB-4888-9F39-EDBD19979B91}"/>
                </a:ext>
              </a:extLst>
            </p:cNvPr>
            <p:cNvSpPr/>
            <p:nvPr/>
          </p:nvSpPr>
          <p:spPr>
            <a:xfrm>
              <a:off x="507423" y="454278"/>
              <a:ext cx="11177144" cy="5530596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sz="1200">
                <a:solidFill>
                  <a:srgbClr val="FFFFFF"/>
                </a:solidFill>
              </a:endParaRPr>
            </a:p>
          </p:txBody>
        </p:sp>
        <p:grpSp>
          <p:nvGrpSpPr>
            <p:cNvPr id="70" name="Baselines / anchors">
              <a:extLst>
                <a:ext uri="{FF2B5EF4-FFF2-40B4-BE49-F238E27FC236}">
                  <a16:creationId xmlns:a16="http://schemas.microsoft.com/office/drawing/2014/main" id="{371C01DE-A58B-4534-8C41-2D3B65539CD3}"/>
                </a:ext>
              </a:extLst>
            </p:cNvPr>
            <p:cNvGrpSpPr/>
            <p:nvPr/>
          </p:nvGrpSpPr>
          <p:grpSpPr>
            <a:xfrm>
              <a:off x="-600" y="454278"/>
              <a:ext cx="12193200" cy="5530596"/>
              <a:chOff x="12623800" y="622800"/>
              <a:chExt cx="11176000" cy="5536800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23F0B42-5454-44E3-A9D3-956F11239C6B}"/>
                  </a:ext>
                </a:extLst>
              </p:cNvPr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CD929A5-EC27-4841-B139-FAC258052675}"/>
                  </a:ext>
                </a:extLst>
              </p:cNvPr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F4E2A2A-417C-4B25-B232-D269E29E46D8}"/>
                  </a:ext>
                </a:extLst>
              </p:cNvPr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0A7D0A5-68CC-4C92-86EF-4EFBDC8F084B}"/>
                  </a:ext>
                </a:extLst>
              </p:cNvPr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1D81097-A4F5-4B12-A1A0-4DC7124F65F5}"/>
                  </a:ext>
                </a:extLst>
              </p:cNvPr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FAC71AD-2023-46E6-AF86-63BAC843C9B7}"/>
                  </a:ext>
                </a:extLst>
              </p:cNvPr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81E288B7-1F20-4CA3-878F-FE9FB5B8E089}"/>
                  </a:ext>
                </a:extLst>
              </p:cNvPr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E6CC18E-D273-43DE-849B-2F64D44BB5BA}"/>
                  </a:ext>
                </a:extLst>
              </p:cNvPr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0FE8849E-1CBE-4E2E-A5E6-BA67B7622C62}"/>
                  </a:ext>
                </a:extLst>
              </p:cNvPr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768F3FB-41F3-4AFE-A35E-8892FD9EFA42}"/>
                  </a:ext>
                </a:extLst>
              </p:cNvPr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40A7F939-BD4A-470D-A439-4C6B018CCC94}"/>
                  </a:ext>
                </a:extLst>
              </p:cNvPr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D3A3DDA-CBD0-4117-B2CB-3CFDB69B9C40}"/>
                  </a:ext>
                </a:extLst>
              </p:cNvPr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BB44B96-5059-4C82-A59A-D14644B86CE0}"/>
                  </a:ext>
                </a:extLst>
              </p:cNvPr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BA2BAB4E-FD2E-460B-8DCC-D24091365720}"/>
                  </a:ext>
                </a:extLst>
              </p:cNvPr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B43CA24C-6542-4A3E-8D87-7525C6B933E8}"/>
                  </a:ext>
                </a:extLst>
              </p:cNvPr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94705FA-8822-4819-BB5C-D190C6F0467F}"/>
                  </a:ext>
                </a:extLst>
              </p:cNvPr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71F7AA7E-C1BB-4083-8DB2-4DF17090EB3B}"/>
                  </a:ext>
                </a:extLst>
              </p:cNvPr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41EBB71D-526D-482F-98C2-3B9CD38D4101}"/>
                  </a:ext>
                </a:extLst>
              </p:cNvPr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A996C444-70ED-4B84-95A9-FE899688EE19}"/>
                  </a:ext>
                </a:extLst>
              </p:cNvPr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E2A4F159-B57F-4024-A72E-132C5A1DA787}"/>
                  </a:ext>
                </a:extLst>
              </p:cNvPr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Footnote measure">
              <a:extLst>
                <a:ext uri="{FF2B5EF4-FFF2-40B4-BE49-F238E27FC236}">
                  <a16:creationId xmlns:a16="http://schemas.microsoft.com/office/drawing/2014/main" id="{76A74D79-952B-4C64-811C-2D98A231A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5984873"/>
              <a:ext cx="11177144" cy="415498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>
                <a:latin typeface="+mn-lt"/>
              </a:endParaRPr>
            </a:p>
          </p:txBody>
        </p:sp>
        <p:sp>
          <p:nvSpPr>
            <p:cNvPr id="72" name="Whitespace measure">
              <a:extLst>
                <a:ext uri="{FF2B5EF4-FFF2-40B4-BE49-F238E27FC236}">
                  <a16:creationId xmlns:a16="http://schemas.microsoft.com/office/drawing/2014/main" id="{5191DBDF-F1B5-4DA8-B804-C4B40BAC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3" y="1328098"/>
              <a:ext cx="11177144" cy="576902"/>
            </a:xfrm>
            <a:prstGeom prst="rect">
              <a:avLst/>
            </a:prstGeom>
            <a:solidFill>
              <a:srgbClr val="D4DF33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>
                <a:latin typeface="+mn-lt"/>
              </a:endParaRPr>
            </a:p>
          </p:txBody>
        </p:sp>
        <p:grpSp>
          <p:nvGrpSpPr>
            <p:cNvPr id="73" name="Five column measure">
              <a:extLst>
                <a:ext uri="{FF2B5EF4-FFF2-40B4-BE49-F238E27FC236}">
                  <a16:creationId xmlns:a16="http://schemas.microsoft.com/office/drawing/2014/main" id="{4A8572C3-F577-43D7-934C-420A360554DE}"/>
                </a:ext>
              </a:extLst>
            </p:cNvPr>
            <p:cNvGrpSpPr/>
            <p:nvPr/>
          </p:nvGrpSpPr>
          <p:grpSpPr>
            <a:xfrm>
              <a:off x="507423" y="5839337"/>
              <a:ext cx="11177144" cy="79536"/>
              <a:chOff x="629400" y="5975122"/>
              <a:chExt cx="10933200" cy="79536"/>
            </a:xfrm>
          </p:grpSpPr>
          <p:sp>
            <p:nvSpPr>
              <p:cNvPr id="90" name="Rectangle 5">
                <a:extLst>
                  <a:ext uri="{FF2B5EF4-FFF2-40B4-BE49-F238E27FC236}">
                    <a16:creationId xmlns:a16="http://schemas.microsoft.com/office/drawing/2014/main" id="{5CA1FE0E-0F36-4A27-A371-FC097E4C5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1" name="Rectangle 7">
                <a:extLst>
                  <a:ext uri="{FF2B5EF4-FFF2-40B4-BE49-F238E27FC236}">
                    <a16:creationId xmlns:a16="http://schemas.microsoft.com/office/drawing/2014/main" id="{B9DB395E-9447-4A12-AE31-5753B0D67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2" name="Rectangle 9">
                <a:extLst>
                  <a:ext uri="{FF2B5EF4-FFF2-40B4-BE49-F238E27FC236}">
                    <a16:creationId xmlns:a16="http://schemas.microsoft.com/office/drawing/2014/main" id="{1056CE62-2305-494A-8E28-40DA692DD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2F21D4A6-38DD-4D2C-A10D-D8FB9BBD2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94" name="Rectangle 13">
                <a:extLst>
                  <a:ext uri="{FF2B5EF4-FFF2-40B4-BE49-F238E27FC236}">
                    <a16:creationId xmlns:a16="http://schemas.microsoft.com/office/drawing/2014/main" id="{F2E757B2-171A-4BDE-BAA5-4EE4BD98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rgbClr val="6E6F73">
                  <a:alpha val="1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</p:grpSp>
        <p:sp>
          <p:nvSpPr>
            <p:cNvPr id="74" name="Live area">
              <a:extLst>
                <a:ext uri="{FF2B5EF4-FFF2-40B4-BE49-F238E27FC236}">
                  <a16:creationId xmlns:a16="http://schemas.microsoft.com/office/drawing/2014/main" id="{5CBE33E1-0EBE-4B59-8CF0-C4F82860CC16}"/>
                </a:ext>
              </a:extLst>
            </p:cNvPr>
            <p:cNvSpPr/>
            <p:nvPr/>
          </p:nvSpPr>
          <p:spPr>
            <a:xfrm>
              <a:off x="507423" y="1905000"/>
              <a:ext cx="11177144" cy="4079874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rtl="0">
                <a:lnSpc>
                  <a:spcPct val="90000"/>
                </a:lnSpc>
                <a:spcAft>
                  <a:spcPts val="1000"/>
                </a:spcAft>
              </a:pPr>
              <a:endParaRPr lang="pt-BR" sz="1200">
                <a:solidFill>
                  <a:schemeClr val="bg1"/>
                </a:solidFill>
                <a:latin typeface="+mn-lt"/>
              </a:endParaRPr>
            </a:p>
          </p:txBody>
        </p:sp>
        <p:grpSp>
          <p:nvGrpSpPr>
            <p:cNvPr id="75" name="Gutter space">
              <a:extLst>
                <a:ext uri="{FF2B5EF4-FFF2-40B4-BE49-F238E27FC236}">
                  <a16:creationId xmlns:a16="http://schemas.microsoft.com/office/drawing/2014/main" id="{2FA17ABE-0BD9-4AC2-9782-E0C19AB94002}"/>
                </a:ext>
              </a:extLst>
            </p:cNvPr>
            <p:cNvGrpSpPr/>
            <p:nvPr/>
          </p:nvGrpSpPr>
          <p:grpSpPr>
            <a:xfrm>
              <a:off x="507423" y="454278"/>
              <a:ext cx="11177144" cy="5530596"/>
              <a:chOff x="629400" y="623550"/>
              <a:chExt cx="10933199" cy="5537047"/>
            </a:xfrm>
          </p:grpSpPr>
          <p:sp>
            <p:nvSpPr>
              <p:cNvPr id="77" name="Rectangle 34">
                <a:extLst>
                  <a:ext uri="{FF2B5EF4-FFF2-40B4-BE49-F238E27FC236}">
                    <a16:creationId xmlns:a16="http://schemas.microsoft.com/office/drawing/2014/main" id="{1EA8F609-1262-47BA-83BB-3A8AFE976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78" name="Rectangle 35">
                <a:extLst>
                  <a:ext uri="{FF2B5EF4-FFF2-40B4-BE49-F238E27FC236}">
                    <a16:creationId xmlns:a16="http://schemas.microsoft.com/office/drawing/2014/main" id="{20F03C6C-9CAE-426D-9020-A649FE90B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79" name="Rectangle 36">
                <a:extLst>
                  <a:ext uri="{FF2B5EF4-FFF2-40B4-BE49-F238E27FC236}">
                    <a16:creationId xmlns:a16="http://schemas.microsoft.com/office/drawing/2014/main" id="{8892B671-2792-45BA-A939-19B58932C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0" name="Rectangle 37">
                <a:extLst>
                  <a:ext uri="{FF2B5EF4-FFF2-40B4-BE49-F238E27FC236}">
                    <a16:creationId xmlns:a16="http://schemas.microsoft.com/office/drawing/2014/main" id="{886B7ABE-9775-4144-B679-ADA703D23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1" name="Rectangle 38">
                <a:extLst>
                  <a:ext uri="{FF2B5EF4-FFF2-40B4-BE49-F238E27FC236}">
                    <a16:creationId xmlns:a16="http://schemas.microsoft.com/office/drawing/2014/main" id="{48472F58-53DC-4F0E-92A0-DFAD8BE98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2" name="Rectangle 39">
                <a:extLst>
                  <a:ext uri="{FF2B5EF4-FFF2-40B4-BE49-F238E27FC236}">
                    <a16:creationId xmlns:a16="http://schemas.microsoft.com/office/drawing/2014/main" id="{A6C14F12-F472-4E25-9DD1-76CC74DF2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3" name="Rectangle 40">
                <a:extLst>
                  <a:ext uri="{FF2B5EF4-FFF2-40B4-BE49-F238E27FC236}">
                    <a16:creationId xmlns:a16="http://schemas.microsoft.com/office/drawing/2014/main" id="{972B2B6F-E68A-4FFF-A1F5-C0CA6A065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B2E2A8BE-5B68-40B5-8E95-6E65168BF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5" name="Rectangle 42">
                <a:extLst>
                  <a:ext uri="{FF2B5EF4-FFF2-40B4-BE49-F238E27FC236}">
                    <a16:creationId xmlns:a16="http://schemas.microsoft.com/office/drawing/2014/main" id="{3BF8BCCB-23CA-45AE-8C3D-BFC2CF932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6" name="Rectangle 43">
                <a:extLst>
                  <a:ext uri="{FF2B5EF4-FFF2-40B4-BE49-F238E27FC236}">
                    <a16:creationId xmlns:a16="http://schemas.microsoft.com/office/drawing/2014/main" id="{344D4591-669A-4A4E-8885-BE0EDF8DF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7" name="Rectangle 44">
                <a:extLst>
                  <a:ext uri="{FF2B5EF4-FFF2-40B4-BE49-F238E27FC236}">
                    <a16:creationId xmlns:a16="http://schemas.microsoft.com/office/drawing/2014/main" id="{DD0E6A84-F91E-4FEC-8F80-9D78A33CE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rgbClr val="6E6F73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8" name="Rectangle 40">
                <a:extLst>
                  <a:ext uri="{FF2B5EF4-FFF2-40B4-BE49-F238E27FC236}">
                    <a16:creationId xmlns:a16="http://schemas.microsoft.com/office/drawing/2014/main" id="{F7073374-FC08-48F1-8E13-B282FFEEA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  <p:sp>
            <p:nvSpPr>
              <p:cNvPr id="89" name="Rectangle 38">
                <a:extLst>
                  <a:ext uri="{FF2B5EF4-FFF2-40B4-BE49-F238E27FC236}">
                    <a16:creationId xmlns:a16="http://schemas.microsoft.com/office/drawing/2014/main" id="{74F291F5-772D-4573-AE17-265560266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4599" y="623550"/>
                <a:ext cx="288000" cy="553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BR">
                  <a:latin typeface="+mn-lt"/>
                </a:endParaRPr>
              </a:p>
            </p:txBody>
          </p:sp>
        </p:grpSp>
        <p:sp>
          <p:nvSpPr>
            <p:cNvPr id="76" name="Footnote example">
              <a:extLst>
                <a:ext uri="{FF2B5EF4-FFF2-40B4-BE49-F238E27FC236}">
                  <a16:creationId xmlns:a16="http://schemas.microsoft.com/office/drawing/2014/main" id="{E642C092-80B8-4804-B2C0-B1CD284F7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24" y="5984873"/>
              <a:ext cx="9030914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 rtl="0">
                <a:lnSpc>
                  <a:spcPct val="90000"/>
                </a:lnSpc>
              </a:pP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1.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xxxx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  2.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xxxx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  3.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xxxx</a:t>
              </a:r>
              <a:endParaRPr lang="pt-BR" sz="1000">
                <a:solidFill>
                  <a:srgbClr val="A6A6A6"/>
                </a:solidFill>
                <a:sym typeface="Arial" panose="020B0604020202020204" pitchFamily="34" charset="0"/>
              </a:endParaRPr>
            </a:p>
            <a:p>
              <a:pPr rtl="0">
                <a:lnSpc>
                  <a:spcPct val="90000"/>
                </a:lnSpc>
              </a:pP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Note: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List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footnotes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in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numerical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order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Footnote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numbers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are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not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bracketed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. Use 10pt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font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. Do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not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put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a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period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at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end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of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note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or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</a:t>
              </a:r>
              <a:endParaRPr lang="pt-BR" sz="1000">
                <a:solidFill>
                  <a:srgbClr val="A6A6A6"/>
                </a:solidFill>
                <a:sym typeface="Arial" panose="020B0604020202020204" pitchFamily="34" charset="0"/>
              </a:endParaRPr>
            </a:p>
            <a:p>
              <a:pPr rtl="0">
                <a:lnSpc>
                  <a:spcPct val="90000"/>
                </a:lnSpc>
              </a:pP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: Include a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for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every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chart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that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you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use.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Separate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with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a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semicolon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; BCG-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related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sources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go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at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the</a:t>
              </a:r>
              <a:r>
                <a:rPr lang="pt-BR" sz="1000">
                  <a:solidFill>
                    <a:srgbClr val="A6A6A6"/>
                  </a:solidFill>
                  <a:sym typeface="Arial" panose="020B0604020202020204" pitchFamily="34" charset="0"/>
                </a:rPr>
                <a:t> </a:t>
              </a:r>
              <a:r>
                <a:rPr lang="pt-BR" sz="1000" err="1">
                  <a:solidFill>
                    <a:srgbClr val="A6A6A6"/>
                  </a:solidFill>
                  <a:sym typeface="Arial" panose="020B0604020202020204" pitchFamily="34" charset="0"/>
                </a:rPr>
                <a:t>end</a:t>
              </a:r>
              <a:endParaRPr lang="pt-BR" sz="1000">
                <a:solidFill>
                  <a:srgbClr val="A6A6A6"/>
                </a:solidFill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641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6837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265569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pt-BR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386906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>
              <a:lnSpc>
                <a:spcPct val="95000"/>
              </a:lnSpc>
            </a:pPr>
            <a:endParaRPr lang="pt-BR" sz="120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07424" y="907198"/>
            <a:ext cx="3448800" cy="34930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endParaRPr lang="pt-BR" sz="54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946497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54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AEAF1-F245-4A57-8CA1-C9F31E03437E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0A3E27-CEFD-47A7-B020-34B7C5BFB2FA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CB0BD4D6-7AB5-4E14-A9AC-ABBA88C24B4D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F75D81E-5B24-45E3-AD63-CD2912E5D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162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0140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endParaRPr lang="pt-BR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76832-3D01-4980-BE64-ED463B1DDAB0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E1A3AB-64AF-44C2-A81A-3896FB613FE5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95C7B36F-E24C-43A3-A382-32088F561DBF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A06E242-73D4-44D0-87D5-654CB3C62C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845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013660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507424" y="622800"/>
            <a:ext cx="7312575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rtl="0"/>
            <a:r>
              <a:rPr lang="pt-BR" sz="28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507424" y="1206000"/>
            <a:ext cx="11687778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0AED65-D6F2-4566-B5CA-A43E36F34DD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970BF5F-27D6-496D-9F17-F7D1E93A24D7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6C830D55-D7A2-423B-BF34-32DE9868F43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EA01CD-509B-4B57-A839-FD7BDBB79A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082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418009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07424" y="3262146"/>
            <a:ext cx="1884129" cy="3877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28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CA69E-40E8-4FE0-86D5-6C131AA527B1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2D3B0B-2433-4C81-A3C5-72E939D46CA9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9" name="bg object 17">
              <a:extLst>
                <a:ext uri="{FF2B5EF4-FFF2-40B4-BE49-F238E27FC236}">
                  <a16:creationId xmlns:a16="http://schemas.microsoft.com/office/drawing/2014/main" id="{F9930B42-3C58-4F9B-B085-78ED31FC3050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A442078-0AC5-4384-9A7B-32ED5E85E1A4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1" name="bg object 18">
                <a:extLst>
                  <a:ext uri="{FF2B5EF4-FFF2-40B4-BE49-F238E27FC236}">
                    <a16:creationId xmlns:a16="http://schemas.microsoft.com/office/drawing/2014/main" id="{1B8B8BD6-BA6D-4CC8-B25C-B26FF7A1B45C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2" name="bg object 19">
                <a:extLst>
                  <a:ext uri="{FF2B5EF4-FFF2-40B4-BE49-F238E27FC236}">
                    <a16:creationId xmlns:a16="http://schemas.microsoft.com/office/drawing/2014/main" id="{2E2AD5B3-4B85-4ECA-AD17-E66AF7A707D7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3" name="bg object 20">
                <a:extLst>
                  <a:ext uri="{FF2B5EF4-FFF2-40B4-BE49-F238E27FC236}">
                    <a16:creationId xmlns:a16="http://schemas.microsoft.com/office/drawing/2014/main" id="{8D3BEAD5-E9CE-48B0-BB02-7894C97344E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4" name="bg object 21">
                <a:extLst>
                  <a:ext uri="{FF2B5EF4-FFF2-40B4-BE49-F238E27FC236}">
                    <a16:creationId xmlns:a16="http://schemas.microsoft.com/office/drawing/2014/main" id="{31216006-4AF3-4B08-9D0A-8FD0D56085EE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1" name="bg object 22">
                <a:extLst>
                  <a:ext uri="{FF2B5EF4-FFF2-40B4-BE49-F238E27FC236}">
                    <a16:creationId xmlns:a16="http://schemas.microsoft.com/office/drawing/2014/main" id="{CACDE6E7-8556-4DB9-A449-1D60EE94D555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6535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05542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265569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pt-BR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386906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>
              <a:lnSpc>
                <a:spcPct val="95000"/>
              </a:lnSpc>
            </a:pPr>
            <a:endParaRPr lang="pt-BR" sz="1200">
              <a:solidFill>
                <a:srgbClr val="FFFFFF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07424" y="907197"/>
            <a:ext cx="3448800" cy="34930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endParaRPr lang="pt-BR" sz="5400">
              <a:solidFill>
                <a:schemeClr val="accent4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946497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rtl="0"/>
            <a:r>
              <a:rPr lang="pt-BR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A0E245-727A-4CF1-99B8-EF248C2615D4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2F09BD0A-6EC2-4BF5-A202-286DF68981E9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0061AF4-95A8-40D9-BC64-479BC8032C7B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E721CA07-F407-4673-893C-78F7403F125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6" name="bg object 19">
                <a:extLst>
                  <a:ext uri="{FF2B5EF4-FFF2-40B4-BE49-F238E27FC236}">
                    <a16:creationId xmlns:a16="http://schemas.microsoft.com/office/drawing/2014/main" id="{8A7F4BDD-57CE-44A3-BD92-005A95F8BE2F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7" name="bg object 20">
                <a:extLst>
                  <a:ext uri="{FF2B5EF4-FFF2-40B4-BE49-F238E27FC236}">
                    <a16:creationId xmlns:a16="http://schemas.microsoft.com/office/drawing/2014/main" id="{BB9E24E7-1A48-45EE-B6A5-B8C864ACEBD0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8" name="bg object 21">
                <a:extLst>
                  <a:ext uri="{FF2B5EF4-FFF2-40B4-BE49-F238E27FC236}">
                    <a16:creationId xmlns:a16="http://schemas.microsoft.com/office/drawing/2014/main" id="{2FEF7FE5-E629-48E3-9871-7FE70E11F29E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9" name="bg object 22">
                <a:extLst>
                  <a:ext uri="{FF2B5EF4-FFF2-40B4-BE49-F238E27FC236}">
                    <a16:creationId xmlns:a16="http://schemas.microsoft.com/office/drawing/2014/main" id="{31F7C069-A685-465E-9F2B-8CBE98B53EDE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9038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52105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</a:pPr>
            <a:endParaRPr lang="pt-BR" sz="20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7A6EC6-9D8C-40DD-A4FA-8420A3A305AC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5072AA5F-B4F6-495F-BA11-D3CD28B56C22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77622DF-BD3A-4ACF-A7BA-AA1ABBB23B71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33ED98B1-081B-46AC-9ED9-A39DAB7E7844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85D9529A-3A2B-4D36-81DF-FBE802E0D503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C39C0918-C601-4395-8B29-7026D1C72F36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B451F4A7-5D5F-4490-8101-A63E12869813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9E5AE78C-C221-4340-AE99-C0B6DBDCC5FC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8938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395479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507424" y="622800"/>
            <a:ext cx="7312575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rtl="0"/>
            <a:r>
              <a:rPr lang="pt-BR" sz="2800">
                <a:solidFill>
                  <a:schemeClr val="tx2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507424" y="1206000"/>
            <a:ext cx="11687778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9910CF-38EB-47BD-9E8E-EF80C23C2F50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4" name="bg object 17">
              <a:extLst>
                <a:ext uri="{FF2B5EF4-FFF2-40B4-BE49-F238E27FC236}">
                  <a16:creationId xmlns:a16="http://schemas.microsoft.com/office/drawing/2014/main" id="{3E4C2006-9CB3-4845-AE44-87FA1A1FA025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6C9BEE7-B49A-40FB-95A9-2B5018C99052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23" name="bg object 18">
                <a:extLst>
                  <a:ext uri="{FF2B5EF4-FFF2-40B4-BE49-F238E27FC236}">
                    <a16:creationId xmlns:a16="http://schemas.microsoft.com/office/drawing/2014/main" id="{7A619A33-EFEB-4DB1-8D87-DFDDAB38FDC3}"/>
                  </a:ext>
                </a:extLst>
              </p:cNvPr>
              <p:cNvPicPr/>
              <p:nvPr userDrawn="1"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24" name="bg object 19">
                <a:extLst>
                  <a:ext uri="{FF2B5EF4-FFF2-40B4-BE49-F238E27FC236}">
                    <a16:creationId xmlns:a16="http://schemas.microsoft.com/office/drawing/2014/main" id="{6246BC8F-5C3C-4B7D-BA72-4D24FCCC9052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5" name="bg object 20">
                <a:extLst>
                  <a:ext uri="{FF2B5EF4-FFF2-40B4-BE49-F238E27FC236}">
                    <a16:creationId xmlns:a16="http://schemas.microsoft.com/office/drawing/2014/main" id="{1844DD3F-5DCD-48CE-A56E-FF59D14308E7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26" name="bg object 21">
                <a:extLst>
                  <a:ext uri="{FF2B5EF4-FFF2-40B4-BE49-F238E27FC236}">
                    <a16:creationId xmlns:a16="http://schemas.microsoft.com/office/drawing/2014/main" id="{138E814F-C021-4114-A259-351F5CF9C621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27" name="bg object 22">
                <a:extLst>
                  <a:ext uri="{FF2B5EF4-FFF2-40B4-BE49-F238E27FC236}">
                    <a16:creationId xmlns:a16="http://schemas.microsoft.com/office/drawing/2014/main" id="{80C5A4F3-3DC6-42A4-AE6C-F8389E0A82F5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7588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4564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pt-BR" sz="120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A06E9-78FC-4120-9EBA-FACDB4FA5B3C}"/>
              </a:ext>
            </a:extLst>
          </p:cNvPr>
          <p:cNvSpPr txBox="1"/>
          <p:nvPr userDrawn="1"/>
        </p:nvSpPr>
        <p:spPr>
          <a:xfrm>
            <a:off x="507424" y="3262146"/>
            <a:ext cx="1884129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24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Agenda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F1971-FEE8-4AF6-A8CF-B29608A55E25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1B776D-FD52-4FEC-B41E-9FC8E81C107B}"/>
              </a:ext>
            </a:extLst>
          </p:cNvPr>
          <p:cNvGrpSpPr/>
          <p:nvPr userDrawn="1"/>
        </p:nvGrpSpPr>
        <p:grpSpPr>
          <a:xfrm>
            <a:off x="10629294" y="6470062"/>
            <a:ext cx="1053891" cy="249233"/>
            <a:chOff x="10629294" y="6470062"/>
            <a:chExt cx="1053891" cy="249233"/>
          </a:xfrm>
        </p:grpSpPr>
        <p:sp>
          <p:nvSpPr>
            <p:cNvPr id="16" name="bg object 17">
              <a:extLst>
                <a:ext uri="{FF2B5EF4-FFF2-40B4-BE49-F238E27FC236}">
                  <a16:creationId xmlns:a16="http://schemas.microsoft.com/office/drawing/2014/main" id="{A82F5DAF-0F24-4939-A306-7FF96885C951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30D652"/>
                </a:gs>
                <a:gs pos="0">
                  <a:srgbClr val="00AA60"/>
                </a:gs>
              </a:gsLst>
              <a:lin ang="8100000" scaled="1"/>
              <a:tileRect/>
            </a:gra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016D8CF-BE36-4115-B6A5-EC54DDA77EF7}"/>
                </a:ext>
              </a:extLst>
            </p:cNvPr>
            <p:cNvGrpSpPr/>
            <p:nvPr userDrawn="1"/>
          </p:nvGrpSpPr>
          <p:grpSpPr>
            <a:xfrm>
              <a:off x="10943399" y="6556421"/>
              <a:ext cx="739786" cy="124205"/>
              <a:chOff x="10943399" y="6556421"/>
              <a:chExt cx="739786" cy="124205"/>
            </a:xfrm>
          </p:grpSpPr>
          <p:pic>
            <p:nvPicPr>
              <p:cNvPr id="18" name="bg object 18">
                <a:extLst>
                  <a:ext uri="{FF2B5EF4-FFF2-40B4-BE49-F238E27FC236}">
                    <a16:creationId xmlns:a16="http://schemas.microsoft.com/office/drawing/2014/main" id="{321C5020-532D-4E37-9930-619790883B0D}"/>
                  </a:ext>
                </a:extLst>
              </p:cNvPr>
              <p:cNvPicPr/>
              <p:nvPr userDrawn="1"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943399" y="6556614"/>
                <a:ext cx="99780" cy="123882"/>
              </a:xfrm>
              <a:prstGeom prst="rect">
                <a:avLst/>
              </a:prstGeom>
            </p:spPr>
          </p:pic>
          <p:pic>
            <p:nvPicPr>
              <p:cNvPr id="19" name="bg object 19">
                <a:extLst>
                  <a:ext uri="{FF2B5EF4-FFF2-40B4-BE49-F238E27FC236}">
                    <a16:creationId xmlns:a16="http://schemas.microsoft.com/office/drawing/2014/main" id="{4F7EE3E7-4BA6-40D2-9FE3-6E914C88F163}"/>
                  </a:ext>
                </a:extLst>
              </p:cNvPr>
              <p:cNvPicPr/>
              <p:nvPr userDrawn="1"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58775" y="6559006"/>
                <a:ext cx="105414" cy="121555"/>
              </a:xfrm>
              <a:prstGeom prst="rect">
                <a:avLst/>
              </a:prstGeom>
            </p:spPr>
          </p:pic>
          <p:pic>
            <p:nvPicPr>
              <p:cNvPr id="20" name="bg object 20">
                <a:extLst>
                  <a:ext uri="{FF2B5EF4-FFF2-40B4-BE49-F238E27FC236}">
                    <a16:creationId xmlns:a16="http://schemas.microsoft.com/office/drawing/2014/main" id="{0C3CB0D3-F20A-490B-A9FB-2C750969D139}"/>
                  </a:ext>
                </a:extLst>
              </p:cNvPr>
              <p:cNvPicPr/>
              <p:nvPr userDrawn="1"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84048" y="6556421"/>
                <a:ext cx="226487" cy="124141"/>
              </a:xfrm>
              <a:prstGeom prst="rect">
                <a:avLst/>
              </a:prstGeom>
            </p:spPr>
          </p:pic>
          <p:pic>
            <p:nvPicPr>
              <p:cNvPr id="31" name="bg object 21">
                <a:extLst>
                  <a:ext uri="{FF2B5EF4-FFF2-40B4-BE49-F238E27FC236}">
                    <a16:creationId xmlns:a16="http://schemas.microsoft.com/office/drawing/2014/main" id="{926BE78B-6D8C-4B05-A7C8-F1D0CE67BC42}"/>
                  </a:ext>
                </a:extLst>
              </p:cNvPr>
              <p:cNvPicPr/>
              <p:nvPr userDrawn="1"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438032" y="6556485"/>
                <a:ext cx="105556" cy="121557"/>
              </a:xfrm>
              <a:prstGeom prst="rect">
                <a:avLst/>
              </a:prstGeom>
            </p:spPr>
          </p:pic>
          <p:pic>
            <p:nvPicPr>
              <p:cNvPr id="32" name="bg object 22">
                <a:extLst>
                  <a:ext uri="{FF2B5EF4-FFF2-40B4-BE49-F238E27FC236}">
                    <a16:creationId xmlns:a16="http://schemas.microsoft.com/office/drawing/2014/main" id="{7F744419-2054-4D87-9E63-D0C79CE02744}"/>
                  </a:ext>
                </a:extLst>
              </p:cNvPr>
              <p:cNvPicPr/>
              <p:nvPr userDrawn="1"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1561037" y="6556485"/>
                <a:ext cx="122148" cy="1241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7022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 flip="none" rotWithShape="1">
          <a:gsLst>
            <a:gs pos="0">
              <a:srgbClr val="1834C5"/>
            </a:gs>
            <a:gs pos="100000">
              <a:srgbClr val="12279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048147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rtl="0">
              <a:lnSpc>
                <a:spcPct val="90000"/>
              </a:lnSpc>
              <a:spcAft>
                <a:spcPts val="1000"/>
              </a:spcAft>
            </a:pPr>
            <a:endParaRPr lang="pt-BR" sz="1200">
              <a:solidFill>
                <a:prstClr val="white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Copyright © 2026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by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Boston Consulting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Group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All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rights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700" err="1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reserved</a:t>
            </a:r>
            <a:r>
              <a:rPr lang="pt-BR" sz="70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B0D84A-F6E0-4B17-AA86-EBD5FA3015EF}"/>
              </a:ext>
            </a:extLst>
          </p:cNvPr>
          <p:cNvSpPr txBox="1"/>
          <p:nvPr userDrawn="1"/>
        </p:nvSpPr>
        <p:spPr>
          <a:xfrm>
            <a:off x="507424" y="2548118"/>
            <a:ext cx="3156386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rtl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pt-BR" sz="5400" err="1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Table</a:t>
            </a:r>
            <a:r>
              <a:rPr lang="pt-BR" sz="54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5400" err="1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of</a:t>
            </a:r>
            <a:r>
              <a:rPr lang="pt-BR" sz="54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pt-BR" sz="5400" err="1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contents</a:t>
            </a:r>
            <a:endParaRPr lang="pt-BR" sz="5400">
              <a:solidFill>
                <a:srgbClr val="1834C5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7B5E0-3475-431D-817D-A27AE6E6A56F}"/>
              </a:ext>
            </a:extLst>
          </p:cNvPr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1A5252-9E1E-459C-BD4F-8350ABBDA863}"/>
              </a:ext>
            </a:extLst>
          </p:cNvPr>
          <p:cNvGrpSpPr/>
          <p:nvPr userDrawn="1"/>
        </p:nvGrpSpPr>
        <p:grpSpPr>
          <a:xfrm>
            <a:off x="10629294" y="6470062"/>
            <a:ext cx="1054330" cy="249233"/>
            <a:chOff x="10629294" y="6470062"/>
            <a:chExt cx="1054330" cy="249233"/>
          </a:xfrm>
        </p:grpSpPr>
        <p:sp>
          <p:nvSpPr>
            <p:cNvPr id="15" name="bg object 17">
              <a:extLst>
                <a:ext uri="{FF2B5EF4-FFF2-40B4-BE49-F238E27FC236}">
                  <a16:creationId xmlns:a16="http://schemas.microsoft.com/office/drawing/2014/main" id="{EDDB6BD6-D6EC-40DE-B7E9-14600105AE0C}"/>
                </a:ext>
              </a:extLst>
            </p:cNvPr>
            <p:cNvSpPr/>
            <p:nvPr userDrawn="1"/>
          </p:nvSpPr>
          <p:spPr>
            <a:xfrm>
              <a:off x="10629294" y="6470062"/>
              <a:ext cx="268444" cy="249233"/>
            </a:xfrm>
            <a:custGeom>
              <a:avLst/>
              <a:gdLst/>
              <a:ahLst/>
              <a:cxnLst/>
              <a:rect l="l" t="t" r="r" b="b"/>
              <a:pathLst>
                <a:path w="337184" h="313055">
                  <a:moveTo>
                    <a:pt x="336906" y="83654"/>
                  </a:moveTo>
                  <a:lnTo>
                    <a:pt x="336688" y="83654"/>
                  </a:lnTo>
                  <a:lnTo>
                    <a:pt x="328933" y="103412"/>
                  </a:lnTo>
                  <a:lnTo>
                    <a:pt x="319805" y="122702"/>
                  </a:lnTo>
                  <a:lnTo>
                    <a:pt x="297741" y="159149"/>
                  </a:lnTo>
                  <a:lnTo>
                    <a:pt x="263772" y="199759"/>
                  </a:lnTo>
                  <a:lnTo>
                    <a:pt x="226007" y="233055"/>
                  </a:lnTo>
                  <a:lnTo>
                    <a:pt x="186698" y="259691"/>
                  </a:lnTo>
                  <a:lnTo>
                    <a:pt x="148097" y="280318"/>
                  </a:lnTo>
                  <a:lnTo>
                    <a:pt x="112454" y="295590"/>
                  </a:lnTo>
                  <a:lnTo>
                    <a:pt x="74203" y="308583"/>
                  </a:lnTo>
                  <a:lnTo>
                    <a:pt x="62816" y="311827"/>
                  </a:lnTo>
                  <a:lnTo>
                    <a:pt x="62816" y="312067"/>
                  </a:lnTo>
                  <a:lnTo>
                    <a:pt x="126102" y="310598"/>
                  </a:lnTo>
                  <a:lnTo>
                    <a:pt x="182872" y="299353"/>
                  </a:lnTo>
                  <a:lnTo>
                    <a:pt x="238176" y="275016"/>
                  </a:lnTo>
                  <a:lnTo>
                    <a:pt x="282538" y="239047"/>
                  </a:lnTo>
                  <a:lnTo>
                    <a:pt x="307369" y="206022"/>
                  </a:lnTo>
                  <a:lnTo>
                    <a:pt x="324848" y="168607"/>
                  </a:lnTo>
                  <a:lnTo>
                    <a:pt x="334760" y="127569"/>
                  </a:lnTo>
                  <a:lnTo>
                    <a:pt x="336906" y="83654"/>
                  </a:lnTo>
                  <a:close/>
                </a:path>
                <a:path w="337184" h="313055">
                  <a:moveTo>
                    <a:pt x="167210" y="34388"/>
                  </a:moveTo>
                  <a:lnTo>
                    <a:pt x="124284" y="42008"/>
                  </a:lnTo>
                  <a:lnTo>
                    <a:pt x="88061" y="54861"/>
                  </a:lnTo>
                  <a:lnTo>
                    <a:pt x="34739" y="96688"/>
                  </a:lnTo>
                  <a:lnTo>
                    <a:pt x="15693" y="129717"/>
                  </a:lnTo>
                  <a:lnTo>
                    <a:pt x="4131" y="170227"/>
                  </a:lnTo>
                  <a:lnTo>
                    <a:pt x="0" y="218535"/>
                  </a:lnTo>
                  <a:lnTo>
                    <a:pt x="3252" y="275016"/>
                  </a:lnTo>
                  <a:lnTo>
                    <a:pt x="3922" y="282229"/>
                  </a:lnTo>
                  <a:lnTo>
                    <a:pt x="5420" y="292875"/>
                  </a:lnTo>
                  <a:lnTo>
                    <a:pt x="5808" y="293115"/>
                  </a:lnTo>
                  <a:lnTo>
                    <a:pt x="25226" y="282229"/>
                  </a:lnTo>
                  <a:lnTo>
                    <a:pt x="83561" y="236544"/>
                  </a:lnTo>
                  <a:lnTo>
                    <a:pt x="114575" y="200687"/>
                  </a:lnTo>
                  <a:lnTo>
                    <a:pt x="141554" y="155448"/>
                  </a:lnTo>
                  <a:lnTo>
                    <a:pt x="160545" y="100298"/>
                  </a:lnTo>
                  <a:lnTo>
                    <a:pt x="167598" y="34708"/>
                  </a:lnTo>
                  <a:lnTo>
                    <a:pt x="167210" y="34388"/>
                  </a:lnTo>
                  <a:close/>
                </a:path>
                <a:path w="337184" h="313055">
                  <a:moveTo>
                    <a:pt x="318449" y="0"/>
                  </a:moveTo>
                  <a:lnTo>
                    <a:pt x="318293" y="0"/>
                  </a:lnTo>
                  <a:lnTo>
                    <a:pt x="292982" y="13031"/>
                  </a:lnTo>
                  <a:lnTo>
                    <a:pt x="262217" y="21722"/>
                  </a:lnTo>
                  <a:lnTo>
                    <a:pt x="228487" y="27428"/>
                  </a:lnTo>
                  <a:lnTo>
                    <a:pt x="194277" y="31506"/>
                  </a:lnTo>
                  <a:lnTo>
                    <a:pt x="194045" y="32067"/>
                  </a:lnTo>
                  <a:lnTo>
                    <a:pt x="192250" y="71996"/>
                  </a:lnTo>
                  <a:lnTo>
                    <a:pt x="185561" y="111084"/>
                  </a:lnTo>
                  <a:lnTo>
                    <a:pt x="161509" y="175997"/>
                  </a:lnTo>
                  <a:lnTo>
                    <a:pt x="122611" y="234331"/>
                  </a:lnTo>
                  <a:lnTo>
                    <a:pt x="90435" y="267487"/>
                  </a:lnTo>
                  <a:lnTo>
                    <a:pt x="78463" y="277799"/>
                  </a:lnTo>
                  <a:lnTo>
                    <a:pt x="119802" y="262515"/>
                  </a:lnTo>
                  <a:lnTo>
                    <a:pt x="162091" y="242154"/>
                  </a:lnTo>
                  <a:lnTo>
                    <a:pt x="203620" y="215850"/>
                  </a:lnTo>
                  <a:lnTo>
                    <a:pt x="242354" y="182859"/>
                  </a:lnTo>
                  <a:lnTo>
                    <a:pt x="276256" y="142438"/>
                  </a:lnTo>
                  <a:lnTo>
                    <a:pt x="304805" y="93076"/>
                  </a:lnTo>
                  <a:lnTo>
                    <a:pt x="317857" y="53702"/>
                  </a:lnTo>
                  <a:lnTo>
                    <a:pt x="320657" y="23087"/>
                  </a:lnTo>
                  <a:lnTo>
                    <a:pt x="31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rtl="0"/>
              <a:endParaRPr lang="pt-BR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3064F3D-C4A3-42B1-A8C3-276DD8431E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10942960" y="6555277"/>
              <a:ext cx="740664" cy="126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474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015C853-DA35-7526-4A1D-B77D57F05B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6786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15C853-DA35-7526-4A1D-B77D57F05B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7286958-D78A-4899-49D2-0A0F00C6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6D3A4-88E6-1405-A825-5BD341122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469F6-ECB5-55B3-DE85-131F0612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433DAFA-91E5-5041-8A6F-F1954D78DFD6}" type="datetimeFigureOut">
              <a:rPr lang="pt-BR" smtClean="0"/>
              <a:pPr/>
              <a:t>Baseline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78E1E-89E1-FD6B-61D9-E5363A47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73657-82BE-4D2A-0305-36B5D0E4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18056B8F-DFAE-E646-BC01-20389110310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02823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BD47447-98B7-E3A4-81EA-03C3B8D66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2455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D47447-98B7-E3A4-81EA-03C3B8D66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AC525938-8624-4E75-3359-5F0D742D05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vert="horz" anchor="b"/>
          <a:lstStyle>
            <a:lvl1pPr algn="ctr" rtl="0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20DA24-0EEC-EFE4-8BB6-869F5760E2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 rtl="0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7CA8CF-0F65-6050-D8EE-2A413559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C1BF5E1-DEF1-46C2-B3A5-6F2100B6A77E}" type="datetimeFigureOut">
              <a:rPr lang="pt-BR" smtClean="0"/>
              <a:pPr/>
              <a:t>Baseline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32D8FB-634E-468A-F0A1-146B8BBA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22A296-8EDD-821C-8ACC-4C9AD49E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43387DD-2CFC-4AAE-AD0D-06398D359C5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84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112.xml"/><Relationship Id="rId47" Type="http://schemas.openxmlformats.org/officeDocument/2006/relationships/slideLayout" Target="../slideLayouts/slideLayout117.xml"/><Relationship Id="rId63" Type="http://schemas.openxmlformats.org/officeDocument/2006/relationships/slideLayout" Target="../slideLayouts/slideLayout133.xml"/><Relationship Id="rId68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37" Type="http://schemas.openxmlformats.org/officeDocument/2006/relationships/slideLayout" Target="../slideLayouts/slideLayout107.xml"/><Relationship Id="rId40" Type="http://schemas.openxmlformats.org/officeDocument/2006/relationships/slideLayout" Target="../slideLayouts/slideLayout110.xml"/><Relationship Id="rId45" Type="http://schemas.openxmlformats.org/officeDocument/2006/relationships/slideLayout" Target="../slideLayouts/slideLayout115.xml"/><Relationship Id="rId53" Type="http://schemas.openxmlformats.org/officeDocument/2006/relationships/slideLayout" Target="../slideLayouts/slideLayout123.xml"/><Relationship Id="rId58" Type="http://schemas.openxmlformats.org/officeDocument/2006/relationships/slideLayout" Target="../slideLayouts/slideLayout128.xml"/><Relationship Id="rId66" Type="http://schemas.openxmlformats.org/officeDocument/2006/relationships/slideLayout" Target="../slideLayouts/slideLayout136.xml"/><Relationship Id="rId74" Type="http://schemas.openxmlformats.org/officeDocument/2006/relationships/oleObject" Target="../embeddings/oleObject19.bin"/><Relationship Id="rId5" Type="http://schemas.openxmlformats.org/officeDocument/2006/relationships/slideLayout" Target="../slideLayouts/slideLayout75.xml"/><Relationship Id="rId61" Type="http://schemas.openxmlformats.org/officeDocument/2006/relationships/slideLayout" Target="../slideLayouts/slideLayout131.xml"/><Relationship Id="rId1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35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13.xml"/><Relationship Id="rId48" Type="http://schemas.openxmlformats.org/officeDocument/2006/relationships/slideLayout" Target="../slideLayouts/slideLayout118.xml"/><Relationship Id="rId56" Type="http://schemas.openxmlformats.org/officeDocument/2006/relationships/slideLayout" Target="../slideLayouts/slideLayout126.xml"/><Relationship Id="rId64" Type="http://schemas.openxmlformats.org/officeDocument/2006/relationships/slideLayout" Target="../slideLayouts/slideLayout134.xml"/><Relationship Id="rId69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78.xml"/><Relationship Id="rId51" Type="http://schemas.openxmlformats.org/officeDocument/2006/relationships/slideLayout" Target="../slideLayouts/slideLayout121.xml"/><Relationship Id="rId72" Type="http://schemas.openxmlformats.org/officeDocument/2006/relationships/theme" Target="../theme/theme2.xml"/><Relationship Id="rId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03.xml"/><Relationship Id="rId38" Type="http://schemas.openxmlformats.org/officeDocument/2006/relationships/slideLayout" Target="../slideLayouts/slideLayout108.xml"/><Relationship Id="rId46" Type="http://schemas.openxmlformats.org/officeDocument/2006/relationships/slideLayout" Target="../slideLayouts/slideLayout116.xml"/><Relationship Id="rId59" Type="http://schemas.openxmlformats.org/officeDocument/2006/relationships/slideLayout" Target="../slideLayouts/slideLayout129.xml"/><Relationship Id="rId67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111.xml"/><Relationship Id="rId54" Type="http://schemas.openxmlformats.org/officeDocument/2006/relationships/slideLayout" Target="../slideLayouts/slideLayout124.xml"/><Relationship Id="rId62" Type="http://schemas.openxmlformats.org/officeDocument/2006/relationships/slideLayout" Target="../slideLayouts/slideLayout132.xml"/><Relationship Id="rId70" Type="http://schemas.openxmlformats.org/officeDocument/2006/relationships/slideLayout" Target="../slideLayouts/slideLayout140.xml"/><Relationship Id="rId75" Type="http://schemas.openxmlformats.org/officeDocument/2006/relationships/image" Target="../media/image1.emf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19.xml"/><Relationship Id="rId5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22.xml"/><Relationship Id="rId60" Type="http://schemas.openxmlformats.org/officeDocument/2006/relationships/slideLayout" Target="../slideLayouts/slideLayout130.xml"/><Relationship Id="rId65" Type="http://schemas.openxmlformats.org/officeDocument/2006/relationships/slideLayout" Target="../slideLayouts/slideLayout135.xml"/><Relationship Id="rId73" Type="http://schemas.openxmlformats.org/officeDocument/2006/relationships/tags" Target="../tags/tag76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20.xml"/><Relationship Id="rId55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77.xml"/><Relationship Id="rId71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 userDrawn="1">
            <p:custDataLst>
              <p:tags r:id="rId72"/>
            </p:custDataLst>
            <p:extLst>
              <p:ext uri="{D42A27DB-BD31-4B8C-83A1-F6EECF244321}">
                <p14:modId xmlns:p14="http://schemas.microsoft.com/office/powerpoint/2010/main" val="423481814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73" imgW="270" imgH="270" progId="TCLayout.ActiveDocument.1">
                  <p:embed/>
                </p:oleObj>
              </mc:Choice>
              <mc:Fallback>
                <p:oleObj name="Slide do think-cell" r:id="rId7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/>
              <a:t>‹nº›</a:t>
            </a:fld>
            <a:endParaRPr 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7424" y="1905000"/>
            <a:ext cx="11177144" cy="40798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07424" y="454278"/>
            <a:ext cx="1117714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4678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marL="12700" algn="l" defTabSz="914400" rtl="0" eaLnBrk="1" latinLnBrk="0" hangingPunct="1">
        <a:lnSpc>
          <a:spcPts val="2590"/>
        </a:lnSpc>
        <a:spcBef>
          <a:spcPts val="425"/>
        </a:spcBef>
        <a:buNone/>
        <a:defRPr sz="2400" kern="0" spc="10">
          <a:solidFill>
            <a:srgbClr val="1834C5"/>
          </a:solidFill>
          <a:latin typeface="+mj-lt"/>
          <a:ea typeface="+mj-ea"/>
          <a:cs typeface="+mj-cs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​"/>
        <a:defRPr lang="en-US" sz="1200" kern="120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•"/>
        <a:defRPr lang="en-US" sz="1200" kern="120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–"/>
        <a:defRPr lang="en-US" sz="1200" kern="120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​"/>
        <a:defRPr lang="en-US" sz="1600" b="1" kern="1200">
          <a:solidFill>
            <a:srgbClr val="1834C5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​"/>
        <a:defRPr lang="en-US" sz="1600" b="1" kern="1200" smtClean="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1834C5"/>
        </a:buClr>
        <a:buFont typeface="Arial" panose="020B0604020202020204" pitchFamily="34" charset="0"/>
        <a:buChar char="•"/>
        <a:defRPr lang="en-US" sz="1600" kern="1200" smtClean="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1834C5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1834C5"/>
        </a:buClr>
        <a:buFont typeface="Arial" panose="020B0604020202020204" pitchFamily="34" charset="0"/>
        <a:buChar char="​"/>
        <a:defRPr lang="en-US" sz="5400" b="1" kern="1200" baseline="0" smtClean="0">
          <a:solidFill>
            <a:srgbClr val="1834C5"/>
          </a:solidFill>
          <a:latin typeface="+mn-lt"/>
          <a:ea typeface="+mn-ea"/>
          <a:cs typeface="+mn-cs"/>
          <a:sym typeface="Arial" panose="020B0604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1834C5"/>
        </a:buClr>
        <a:buFont typeface="Arial" panose="020B0604020202020204" pitchFamily="34" charset="0"/>
        <a:buChar char="​"/>
        <a:defRPr lang="en-US" sz="2400" b="1" kern="1200" baseline="0" dirty="0">
          <a:solidFill>
            <a:srgbClr val="1834C5"/>
          </a:solidFill>
          <a:latin typeface="+mn-lt"/>
          <a:ea typeface="+mn-ea"/>
          <a:cs typeface="+mn-cs"/>
          <a:sym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0">
          <p15:clr>
            <a:srgbClr val="F26B43"/>
          </p15:clr>
        </p15:guide>
        <p15:guide id="2" pos="318">
          <p15:clr>
            <a:srgbClr val="F26B43"/>
          </p15:clr>
        </p15:guide>
        <p15:guide id="3" pos="7362">
          <p15:clr>
            <a:srgbClr val="F26B43"/>
          </p15:clr>
        </p15:guide>
        <p15:guide id="4" orient="horz" pos="37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 userDrawn="1">
            <p:custDataLst>
              <p:tags r:id="rId73"/>
            </p:custDataLst>
            <p:extLst>
              <p:ext uri="{D42A27DB-BD31-4B8C-83A1-F6EECF244321}">
                <p14:modId xmlns:p14="http://schemas.microsoft.com/office/powerpoint/2010/main" val="372376879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74" imgW="270" imgH="270" progId="TCLayout.ActiveDocument.1">
                  <p:embed/>
                </p:oleObj>
              </mc:Choice>
              <mc:Fallback>
                <p:oleObj name="Slide do think-cell" r:id="rId7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1931048" y="6599022"/>
            <a:ext cx="150682" cy="166071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>
            <a:defPPr>
              <a:defRPr lang="en-US"/>
            </a:defPPr>
            <a:lvl1pPr marL="12700">
              <a:spcBef>
                <a:spcPts val="95"/>
              </a:spcBef>
              <a:defRPr sz="1000" kern="0" spc="-50">
                <a:solidFill>
                  <a:srgbClr val="04C358"/>
                </a:solidFill>
                <a:cs typeface="Microsoft Sans Serif"/>
              </a:defRPr>
            </a:lvl1pPr>
          </a:lstStyle>
          <a:p>
            <a:pPr lvl="0" rtl="0"/>
            <a:fld id="{DFCF27A5-1A5B-48D3-A060-2758FFBB1ADD}" type="slidenum">
              <a:rPr lang="pt-BR" smtClean="0">
                <a:latin typeface="+mn-lt"/>
                <a:ea typeface="+mn-ea"/>
                <a:cs typeface="+mn-cs"/>
                <a:sym typeface="Arial" panose="020B0604020202020204" pitchFamily="34" charset="0"/>
              </a:rPr>
              <a:pPr lvl="0" rtl="0"/>
              <a:t>‹nº›</a:t>
            </a:fld>
            <a:endParaRPr lang="pt-BR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7424" y="1905000"/>
            <a:ext cx="11177144" cy="40798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  <a:p>
            <a:pPr lvl="5"/>
            <a:r>
              <a:rPr lang="pt-BR" err="1"/>
              <a:t>Level</a:t>
            </a:r>
            <a:r>
              <a:rPr lang="pt-BR"/>
              <a:t> </a:t>
            </a:r>
            <a:r>
              <a:rPr lang="pt-BR" err="1"/>
              <a:t>six</a:t>
            </a:r>
            <a:endParaRPr lang="pt-BR"/>
          </a:p>
          <a:p>
            <a:pPr lvl="6"/>
            <a:r>
              <a:rPr lang="pt-BR" err="1"/>
              <a:t>Level</a:t>
            </a:r>
            <a:r>
              <a:rPr lang="pt-BR"/>
              <a:t> </a:t>
            </a:r>
            <a:r>
              <a:rPr lang="pt-BR" err="1"/>
              <a:t>seven</a:t>
            </a:r>
            <a:endParaRPr lang="pt-BR"/>
          </a:p>
          <a:p>
            <a:pPr lvl="7"/>
            <a:r>
              <a:rPr lang="pt-BR" err="1"/>
              <a:t>Level</a:t>
            </a:r>
            <a:r>
              <a:rPr lang="pt-BR"/>
              <a:t> </a:t>
            </a:r>
            <a:r>
              <a:rPr lang="pt-BR" err="1"/>
              <a:t>eight</a:t>
            </a:r>
            <a:endParaRPr lang="pt-BR"/>
          </a:p>
          <a:p>
            <a:pPr lvl="8"/>
            <a:r>
              <a:rPr lang="pt-BR" err="1"/>
              <a:t>Level</a:t>
            </a:r>
            <a:r>
              <a:rPr lang="pt-BR"/>
              <a:t> nine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07424" y="454278"/>
            <a:ext cx="11177144" cy="720725"/>
          </a:xfrm>
          <a:prstGeom prst="rect">
            <a:avLst/>
          </a:prstGeom>
        </p:spPr>
        <p:txBody>
          <a:bodyPr vert="horz" wrap="square" lIns="0" tIns="53975" rIns="0" bIns="0" rtlCol="0" anchor="t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add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79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  <p:sldLayoutId id="2147483774" r:id="rId43"/>
    <p:sldLayoutId id="2147483775" r:id="rId44"/>
    <p:sldLayoutId id="2147483776" r:id="rId45"/>
    <p:sldLayoutId id="2147483777" r:id="rId46"/>
    <p:sldLayoutId id="2147483778" r:id="rId47"/>
    <p:sldLayoutId id="2147483779" r:id="rId48"/>
    <p:sldLayoutId id="2147483780" r:id="rId49"/>
    <p:sldLayoutId id="2147483781" r:id="rId50"/>
    <p:sldLayoutId id="2147483782" r:id="rId51"/>
    <p:sldLayoutId id="2147483783" r:id="rId52"/>
    <p:sldLayoutId id="2147483784" r:id="rId53"/>
    <p:sldLayoutId id="2147483785" r:id="rId54"/>
    <p:sldLayoutId id="2147483786" r:id="rId55"/>
    <p:sldLayoutId id="2147483787" r:id="rId56"/>
    <p:sldLayoutId id="2147483788" r:id="rId57"/>
    <p:sldLayoutId id="2147483789" r:id="rId58"/>
    <p:sldLayoutId id="2147483790" r:id="rId59"/>
    <p:sldLayoutId id="2147483791" r:id="rId60"/>
    <p:sldLayoutId id="2147483792" r:id="rId61"/>
    <p:sldLayoutId id="2147483793" r:id="rId62"/>
    <p:sldLayoutId id="2147483794" r:id="rId63"/>
    <p:sldLayoutId id="2147483795" r:id="rId64"/>
    <p:sldLayoutId id="2147483796" r:id="rId65"/>
    <p:sldLayoutId id="2147483797" r:id="rId66"/>
    <p:sldLayoutId id="2147483798" r:id="rId67"/>
    <p:sldLayoutId id="2147483799" r:id="rId68"/>
    <p:sldLayoutId id="2147483800" r:id="rId69"/>
    <p:sldLayoutId id="2147483801" r:id="rId70"/>
    <p:sldLayoutId id="2147483802" r:id="rId71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sldNum="0" hdr="0" ftr="0" dt="0"/>
  <p:txStyles>
    <p:titleStyle>
      <a:lvl1pPr marL="12700" algn="l" defTabSz="914400" rtl="0" eaLnBrk="1" latinLnBrk="0" hangingPunct="1">
        <a:lnSpc>
          <a:spcPts val="2590"/>
        </a:lnSpc>
        <a:spcBef>
          <a:spcPts val="425"/>
        </a:spcBef>
        <a:buNone/>
        <a:defRPr sz="2400" kern="0" spc="10">
          <a:solidFill>
            <a:srgbClr val="1834C5"/>
          </a:solidFill>
          <a:latin typeface="+mj-lt"/>
          <a:ea typeface="+mj-ea"/>
          <a:cs typeface="+mj-cs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​"/>
        <a:defRPr lang="en-US" sz="1200" kern="120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•"/>
        <a:defRPr lang="en-US" sz="1200" kern="120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–"/>
        <a:defRPr lang="en-US" sz="1200" kern="120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​"/>
        <a:defRPr lang="en-US" sz="1600" b="1" kern="1200">
          <a:solidFill>
            <a:srgbClr val="1834C5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1834C5"/>
        </a:buClr>
        <a:buFont typeface="Arial" panose="020B0604020202020204" pitchFamily="34" charset="0"/>
        <a:buChar char="​"/>
        <a:defRPr lang="en-US" sz="1600" b="1" kern="1200" smtClean="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1834C5"/>
        </a:buClr>
        <a:buFont typeface="Arial" panose="020B0604020202020204" pitchFamily="34" charset="0"/>
        <a:buChar char="•"/>
        <a:defRPr lang="en-US" sz="1600" kern="1200" smtClean="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1834C5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404040"/>
          </a:solidFill>
          <a:latin typeface="+mn-lt"/>
          <a:ea typeface="+mn-ea"/>
          <a:cs typeface="+mn-cs"/>
          <a:sym typeface="Arial" panose="020B0604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1834C5"/>
        </a:buClr>
        <a:buFont typeface="Arial" panose="020B0604020202020204" pitchFamily="34" charset="0"/>
        <a:buChar char="​"/>
        <a:defRPr lang="en-US" sz="5400" b="1" kern="1200" baseline="0" smtClean="0">
          <a:solidFill>
            <a:srgbClr val="1834C5"/>
          </a:solidFill>
          <a:latin typeface="+mn-lt"/>
          <a:ea typeface="+mn-ea"/>
          <a:cs typeface="+mn-cs"/>
          <a:sym typeface="Arial" panose="020B0604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1834C5"/>
        </a:buClr>
        <a:buFont typeface="Arial" panose="020B0604020202020204" pitchFamily="34" charset="0"/>
        <a:buChar char="​"/>
        <a:defRPr lang="en-US" sz="2400" b="1" kern="1200" baseline="0" dirty="0">
          <a:solidFill>
            <a:srgbClr val="1834C5"/>
          </a:solidFill>
          <a:latin typeface="+mn-lt"/>
          <a:ea typeface="+mn-ea"/>
          <a:cs typeface="+mn-cs"/>
          <a:sym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0">
          <p15:clr>
            <a:srgbClr val="F26B43"/>
          </p15:clr>
        </p15:guide>
        <p15:guide id="2" pos="318">
          <p15:clr>
            <a:srgbClr val="F26B43"/>
          </p15:clr>
        </p15:guide>
        <p15:guide id="3" pos="7362">
          <p15:clr>
            <a:srgbClr val="F26B43"/>
          </p15:clr>
        </p15:guide>
        <p15:guide id="4" orient="horz" pos="37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9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" Target="slide2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image" Target="../media/image30.emf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image" Target="../media/image29.emf"/><Relationship Id="rId5" Type="http://schemas.openxmlformats.org/officeDocument/2006/relationships/tags" Target="../tags/tag157.xml"/><Relationship Id="rId10" Type="http://schemas.openxmlformats.org/officeDocument/2006/relationships/oleObject" Target="../embeddings/oleObject92.bin"/><Relationship Id="rId4" Type="http://schemas.openxmlformats.org/officeDocument/2006/relationships/tags" Target="../tags/tag156.xml"/><Relationship Id="rId9" Type="http://schemas.openxmlformats.org/officeDocument/2006/relationships/notesSlide" Target="../notesSlides/notesSlide2.xml"/><Relationship Id="rId1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72.xml"/><Relationship Id="rId18" Type="http://schemas.openxmlformats.org/officeDocument/2006/relationships/tags" Target="../tags/tag177.xml"/><Relationship Id="rId26" Type="http://schemas.openxmlformats.org/officeDocument/2006/relationships/tags" Target="../tags/tag185.xml"/><Relationship Id="rId3" Type="http://schemas.openxmlformats.org/officeDocument/2006/relationships/tags" Target="../tags/tag162.xml"/><Relationship Id="rId21" Type="http://schemas.openxmlformats.org/officeDocument/2006/relationships/tags" Target="../tags/tag180.xml"/><Relationship Id="rId34" Type="http://schemas.openxmlformats.org/officeDocument/2006/relationships/chart" Target="../charts/chart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17" Type="http://schemas.openxmlformats.org/officeDocument/2006/relationships/tags" Target="../tags/tag176.xml"/><Relationship Id="rId25" Type="http://schemas.openxmlformats.org/officeDocument/2006/relationships/tags" Target="../tags/tag184.xml"/><Relationship Id="rId33" Type="http://schemas.openxmlformats.org/officeDocument/2006/relationships/chart" Target="../charts/chart1.xml"/><Relationship Id="rId2" Type="http://schemas.openxmlformats.org/officeDocument/2006/relationships/tags" Target="../tags/tag161.xml"/><Relationship Id="rId16" Type="http://schemas.openxmlformats.org/officeDocument/2006/relationships/tags" Target="../tags/tag175.xml"/><Relationship Id="rId20" Type="http://schemas.openxmlformats.org/officeDocument/2006/relationships/tags" Target="../tags/tag179.xml"/><Relationship Id="rId29" Type="http://schemas.openxmlformats.org/officeDocument/2006/relationships/slideLayout" Target="../slideLayouts/slideLayout74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24" Type="http://schemas.openxmlformats.org/officeDocument/2006/relationships/tags" Target="../tags/tag183.xml"/><Relationship Id="rId32" Type="http://schemas.openxmlformats.org/officeDocument/2006/relationships/image" Target="../media/image23.png"/><Relationship Id="rId5" Type="http://schemas.openxmlformats.org/officeDocument/2006/relationships/tags" Target="../tags/tag164.xml"/><Relationship Id="rId15" Type="http://schemas.openxmlformats.org/officeDocument/2006/relationships/tags" Target="../tags/tag174.xml"/><Relationship Id="rId23" Type="http://schemas.openxmlformats.org/officeDocument/2006/relationships/tags" Target="../tags/tag182.xml"/><Relationship Id="rId28" Type="http://schemas.openxmlformats.org/officeDocument/2006/relationships/tags" Target="../tags/tag187.xml"/><Relationship Id="rId36" Type="http://schemas.openxmlformats.org/officeDocument/2006/relationships/chart" Target="../charts/chart4.xml"/><Relationship Id="rId10" Type="http://schemas.openxmlformats.org/officeDocument/2006/relationships/tags" Target="../tags/tag169.xml"/><Relationship Id="rId19" Type="http://schemas.openxmlformats.org/officeDocument/2006/relationships/tags" Target="../tags/tag178.xml"/><Relationship Id="rId31" Type="http://schemas.openxmlformats.org/officeDocument/2006/relationships/image" Target="../media/image14.emf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tags" Target="../tags/tag173.xml"/><Relationship Id="rId22" Type="http://schemas.openxmlformats.org/officeDocument/2006/relationships/tags" Target="../tags/tag181.xml"/><Relationship Id="rId27" Type="http://schemas.openxmlformats.org/officeDocument/2006/relationships/tags" Target="../tags/tag186.xml"/><Relationship Id="rId30" Type="http://schemas.openxmlformats.org/officeDocument/2006/relationships/oleObject" Target="../embeddings/oleObject93.bin"/><Relationship Id="rId35" Type="http://schemas.openxmlformats.org/officeDocument/2006/relationships/chart" Target="../charts/chart3.xml"/><Relationship Id="rId8" Type="http://schemas.openxmlformats.org/officeDocument/2006/relationships/tags" Target="../tags/tag16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213.xml"/><Relationship Id="rId21" Type="http://schemas.openxmlformats.org/officeDocument/2006/relationships/tags" Target="../tags/tag208.xml"/><Relationship Id="rId42" Type="http://schemas.openxmlformats.org/officeDocument/2006/relationships/tags" Target="../tags/tag229.xml"/><Relationship Id="rId47" Type="http://schemas.openxmlformats.org/officeDocument/2006/relationships/tags" Target="../tags/tag234.xml"/><Relationship Id="rId63" Type="http://schemas.openxmlformats.org/officeDocument/2006/relationships/oleObject" Target="../embeddings/oleObject94.bin"/><Relationship Id="rId68" Type="http://schemas.openxmlformats.org/officeDocument/2006/relationships/chart" Target="../charts/chart7.xml"/><Relationship Id="rId7" Type="http://schemas.openxmlformats.org/officeDocument/2006/relationships/tags" Target="../tags/tag194.xml"/><Relationship Id="rId2" Type="http://schemas.openxmlformats.org/officeDocument/2006/relationships/tags" Target="../tags/tag189.xml"/><Relationship Id="rId16" Type="http://schemas.openxmlformats.org/officeDocument/2006/relationships/tags" Target="../tags/tag203.xml"/><Relationship Id="rId29" Type="http://schemas.openxmlformats.org/officeDocument/2006/relationships/tags" Target="../tags/tag216.xml"/><Relationship Id="rId11" Type="http://schemas.openxmlformats.org/officeDocument/2006/relationships/tags" Target="../tags/tag198.xml"/><Relationship Id="rId24" Type="http://schemas.openxmlformats.org/officeDocument/2006/relationships/tags" Target="../tags/tag211.xml"/><Relationship Id="rId32" Type="http://schemas.openxmlformats.org/officeDocument/2006/relationships/tags" Target="../tags/tag219.xml"/><Relationship Id="rId37" Type="http://schemas.openxmlformats.org/officeDocument/2006/relationships/tags" Target="../tags/tag224.xml"/><Relationship Id="rId40" Type="http://schemas.openxmlformats.org/officeDocument/2006/relationships/tags" Target="../tags/tag227.xml"/><Relationship Id="rId45" Type="http://schemas.openxmlformats.org/officeDocument/2006/relationships/tags" Target="../tags/tag232.xml"/><Relationship Id="rId53" Type="http://schemas.openxmlformats.org/officeDocument/2006/relationships/tags" Target="../tags/tag240.xml"/><Relationship Id="rId58" Type="http://schemas.openxmlformats.org/officeDocument/2006/relationships/tags" Target="../tags/tag245.xml"/><Relationship Id="rId66" Type="http://schemas.openxmlformats.org/officeDocument/2006/relationships/chart" Target="../charts/chart6.xml"/><Relationship Id="rId5" Type="http://schemas.openxmlformats.org/officeDocument/2006/relationships/tags" Target="../tags/tag192.xml"/><Relationship Id="rId61" Type="http://schemas.openxmlformats.org/officeDocument/2006/relationships/tags" Target="../tags/tag248.xml"/><Relationship Id="rId19" Type="http://schemas.openxmlformats.org/officeDocument/2006/relationships/tags" Target="../tags/tag206.xml"/><Relationship Id="rId14" Type="http://schemas.openxmlformats.org/officeDocument/2006/relationships/tags" Target="../tags/tag201.xml"/><Relationship Id="rId22" Type="http://schemas.openxmlformats.org/officeDocument/2006/relationships/tags" Target="../tags/tag209.xml"/><Relationship Id="rId27" Type="http://schemas.openxmlformats.org/officeDocument/2006/relationships/tags" Target="../tags/tag214.xml"/><Relationship Id="rId30" Type="http://schemas.openxmlformats.org/officeDocument/2006/relationships/tags" Target="../tags/tag217.xml"/><Relationship Id="rId35" Type="http://schemas.openxmlformats.org/officeDocument/2006/relationships/tags" Target="../tags/tag222.xml"/><Relationship Id="rId43" Type="http://schemas.openxmlformats.org/officeDocument/2006/relationships/tags" Target="../tags/tag230.xml"/><Relationship Id="rId48" Type="http://schemas.openxmlformats.org/officeDocument/2006/relationships/tags" Target="../tags/tag235.xml"/><Relationship Id="rId56" Type="http://schemas.openxmlformats.org/officeDocument/2006/relationships/tags" Target="../tags/tag243.xml"/><Relationship Id="rId64" Type="http://schemas.openxmlformats.org/officeDocument/2006/relationships/image" Target="../media/image14.emf"/><Relationship Id="rId69" Type="http://schemas.openxmlformats.org/officeDocument/2006/relationships/chart" Target="../charts/chart8.xml"/><Relationship Id="rId8" Type="http://schemas.openxmlformats.org/officeDocument/2006/relationships/tags" Target="../tags/tag195.xml"/><Relationship Id="rId51" Type="http://schemas.openxmlformats.org/officeDocument/2006/relationships/tags" Target="../tags/tag238.xml"/><Relationship Id="rId3" Type="http://schemas.openxmlformats.org/officeDocument/2006/relationships/tags" Target="../tags/tag190.xml"/><Relationship Id="rId12" Type="http://schemas.openxmlformats.org/officeDocument/2006/relationships/tags" Target="../tags/tag199.xml"/><Relationship Id="rId17" Type="http://schemas.openxmlformats.org/officeDocument/2006/relationships/tags" Target="../tags/tag204.xml"/><Relationship Id="rId25" Type="http://schemas.openxmlformats.org/officeDocument/2006/relationships/tags" Target="../tags/tag212.xml"/><Relationship Id="rId33" Type="http://schemas.openxmlformats.org/officeDocument/2006/relationships/tags" Target="../tags/tag220.xml"/><Relationship Id="rId38" Type="http://schemas.openxmlformats.org/officeDocument/2006/relationships/tags" Target="../tags/tag225.xml"/><Relationship Id="rId46" Type="http://schemas.openxmlformats.org/officeDocument/2006/relationships/tags" Target="../tags/tag233.xml"/><Relationship Id="rId59" Type="http://schemas.openxmlformats.org/officeDocument/2006/relationships/tags" Target="../tags/tag246.xml"/><Relationship Id="rId67" Type="http://schemas.openxmlformats.org/officeDocument/2006/relationships/image" Target="../media/image23.png"/><Relationship Id="rId20" Type="http://schemas.openxmlformats.org/officeDocument/2006/relationships/tags" Target="../tags/tag207.xml"/><Relationship Id="rId41" Type="http://schemas.openxmlformats.org/officeDocument/2006/relationships/tags" Target="../tags/tag228.xml"/><Relationship Id="rId54" Type="http://schemas.openxmlformats.org/officeDocument/2006/relationships/tags" Target="../tags/tag241.xml"/><Relationship Id="rId62" Type="http://schemas.openxmlformats.org/officeDocument/2006/relationships/slideLayout" Target="../slideLayouts/slideLayout74.xml"/><Relationship Id="rId70" Type="http://schemas.openxmlformats.org/officeDocument/2006/relationships/chart" Target="../charts/chart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5" Type="http://schemas.openxmlformats.org/officeDocument/2006/relationships/tags" Target="../tags/tag202.xml"/><Relationship Id="rId23" Type="http://schemas.openxmlformats.org/officeDocument/2006/relationships/tags" Target="../tags/tag210.xml"/><Relationship Id="rId28" Type="http://schemas.openxmlformats.org/officeDocument/2006/relationships/tags" Target="../tags/tag215.xml"/><Relationship Id="rId36" Type="http://schemas.openxmlformats.org/officeDocument/2006/relationships/tags" Target="../tags/tag223.xml"/><Relationship Id="rId49" Type="http://schemas.openxmlformats.org/officeDocument/2006/relationships/tags" Target="../tags/tag236.xml"/><Relationship Id="rId57" Type="http://schemas.openxmlformats.org/officeDocument/2006/relationships/tags" Target="../tags/tag244.xml"/><Relationship Id="rId10" Type="http://schemas.openxmlformats.org/officeDocument/2006/relationships/tags" Target="../tags/tag197.xml"/><Relationship Id="rId31" Type="http://schemas.openxmlformats.org/officeDocument/2006/relationships/tags" Target="../tags/tag218.xml"/><Relationship Id="rId44" Type="http://schemas.openxmlformats.org/officeDocument/2006/relationships/tags" Target="../tags/tag231.xml"/><Relationship Id="rId52" Type="http://schemas.openxmlformats.org/officeDocument/2006/relationships/tags" Target="../tags/tag239.xml"/><Relationship Id="rId60" Type="http://schemas.openxmlformats.org/officeDocument/2006/relationships/tags" Target="../tags/tag247.xml"/><Relationship Id="rId65" Type="http://schemas.openxmlformats.org/officeDocument/2006/relationships/chart" Target="../charts/chart5.xml"/><Relationship Id="rId4" Type="http://schemas.openxmlformats.org/officeDocument/2006/relationships/tags" Target="../tags/tag191.xml"/><Relationship Id="rId9" Type="http://schemas.openxmlformats.org/officeDocument/2006/relationships/tags" Target="../tags/tag196.xml"/><Relationship Id="rId13" Type="http://schemas.openxmlformats.org/officeDocument/2006/relationships/tags" Target="../tags/tag200.xml"/><Relationship Id="rId18" Type="http://schemas.openxmlformats.org/officeDocument/2006/relationships/tags" Target="../tags/tag205.xml"/><Relationship Id="rId39" Type="http://schemas.openxmlformats.org/officeDocument/2006/relationships/tags" Target="../tags/tag226.xml"/><Relationship Id="rId34" Type="http://schemas.openxmlformats.org/officeDocument/2006/relationships/tags" Target="../tags/tag221.xml"/><Relationship Id="rId50" Type="http://schemas.openxmlformats.org/officeDocument/2006/relationships/tags" Target="../tags/tag237.xml"/><Relationship Id="rId55" Type="http://schemas.openxmlformats.org/officeDocument/2006/relationships/tags" Target="../tags/tag2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92.bin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7" Type="http://schemas.openxmlformats.org/officeDocument/2006/relationships/image" Target="../media/image14.emf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oleObject" Target="../embeddings/oleObject95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8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266.xml"/><Relationship Id="rId18" Type="http://schemas.openxmlformats.org/officeDocument/2006/relationships/tags" Target="../tags/tag271.xml"/><Relationship Id="rId26" Type="http://schemas.openxmlformats.org/officeDocument/2006/relationships/tags" Target="../tags/tag279.xml"/><Relationship Id="rId39" Type="http://schemas.openxmlformats.org/officeDocument/2006/relationships/tags" Target="../tags/tag292.xml"/><Relationship Id="rId21" Type="http://schemas.openxmlformats.org/officeDocument/2006/relationships/tags" Target="../tags/tag274.xml"/><Relationship Id="rId34" Type="http://schemas.openxmlformats.org/officeDocument/2006/relationships/tags" Target="../tags/tag287.xml"/><Relationship Id="rId42" Type="http://schemas.openxmlformats.org/officeDocument/2006/relationships/image" Target="../media/image14.emf"/><Relationship Id="rId47" Type="http://schemas.openxmlformats.org/officeDocument/2006/relationships/image" Target="../media/image33.png"/><Relationship Id="rId50" Type="http://schemas.openxmlformats.org/officeDocument/2006/relationships/chart" Target="../charts/chart11.xml"/><Relationship Id="rId7" Type="http://schemas.openxmlformats.org/officeDocument/2006/relationships/tags" Target="../tags/tag260.xml"/><Relationship Id="rId2" Type="http://schemas.openxmlformats.org/officeDocument/2006/relationships/tags" Target="../tags/tag255.xml"/><Relationship Id="rId16" Type="http://schemas.openxmlformats.org/officeDocument/2006/relationships/tags" Target="../tags/tag269.xml"/><Relationship Id="rId29" Type="http://schemas.openxmlformats.org/officeDocument/2006/relationships/tags" Target="../tags/tag282.xml"/><Relationship Id="rId11" Type="http://schemas.openxmlformats.org/officeDocument/2006/relationships/tags" Target="../tags/tag264.xml"/><Relationship Id="rId24" Type="http://schemas.openxmlformats.org/officeDocument/2006/relationships/tags" Target="../tags/tag277.xml"/><Relationship Id="rId32" Type="http://schemas.openxmlformats.org/officeDocument/2006/relationships/tags" Target="../tags/tag285.xml"/><Relationship Id="rId37" Type="http://schemas.openxmlformats.org/officeDocument/2006/relationships/tags" Target="../tags/tag290.xml"/><Relationship Id="rId40" Type="http://schemas.openxmlformats.org/officeDocument/2006/relationships/slideLayout" Target="../slideLayouts/slideLayout74.xml"/><Relationship Id="rId45" Type="http://schemas.microsoft.com/office/2007/relationships/hdphoto" Target="../media/hdphoto1.wdp"/><Relationship Id="rId5" Type="http://schemas.openxmlformats.org/officeDocument/2006/relationships/tags" Target="../tags/tag258.xml"/><Relationship Id="rId15" Type="http://schemas.openxmlformats.org/officeDocument/2006/relationships/tags" Target="../tags/tag268.xml"/><Relationship Id="rId23" Type="http://schemas.openxmlformats.org/officeDocument/2006/relationships/tags" Target="../tags/tag276.xml"/><Relationship Id="rId28" Type="http://schemas.openxmlformats.org/officeDocument/2006/relationships/tags" Target="../tags/tag281.xml"/><Relationship Id="rId36" Type="http://schemas.openxmlformats.org/officeDocument/2006/relationships/tags" Target="../tags/tag289.xml"/><Relationship Id="rId49" Type="http://schemas.openxmlformats.org/officeDocument/2006/relationships/image" Target="../media/image34.png"/><Relationship Id="rId10" Type="http://schemas.openxmlformats.org/officeDocument/2006/relationships/tags" Target="../tags/tag263.xml"/><Relationship Id="rId19" Type="http://schemas.openxmlformats.org/officeDocument/2006/relationships/tags" Target="../tags/tag272.xml"/><Relationship Id="rId31" Type="http://schemas.openxmlformats.org/officeDocument/2006/relationships/tags" Target="../tags/tag284.xml"/><Relationship Id="rId44" Type="http://schemas.openxmlformats.org/officeDocument/2006/relationships/image" Target="../media/image31.png"/><Relationship Id="rId4" Type="http://schemas.openxmlformats.org/officeDocument/2006/relationships/tags" Target="../tags/tag257.xml"/><Relationship Id="rId9" Type="http://schemas.openxmlformats.org/officeDocument/2006/relationships/tags" Target="../tags/tag262.xml"/><Relationship Id="rId14" Type="http://schemas.openxmlformats.org/officeDocument/2006/relationships/tags" Target="../tags/tag267.xml"/><Relationship Id="rId22" Type="http://schemas.openxmlformats.org/officeDocument/2006/relationships/tags" Target="../tags/tag275.xml"/><Relationship Id="rId27" Type="http://schemas.openxmlformats.org/officeDocument/2006/relationships/tags" Target="../tags/tag280.xml"/><Relationship Id="rId30" Type="http://schemas.openxmlformats.org/officeDocument/2006/relationships/tags" Target="../tags/tag283.xml"/><Relationship Id="rId35" Type="http://schemas.openxmlformats.org/officeDocument/2006/relationships/tags" Target="../tags/tag288.xml"/><Relationship Id="rId43" Type="http://schemas.openxmlformats.org/officeDocument/2006/relationships/chart" Target="../charts/chart10.xml"/><Relationship Id="rId48" Type="http://schemas.microsoft.com/office/2007/relationships/hdphoto" Target="../media/hdphoto2.wdp"/><Relationship Id="rId8" Type="http://schemas.openxmlformats.org/officeDocument/2006/relationships/tags" Target="../tags/tag261.xml"/><Relationship Id="rId3" Type="http://schemas.openxmlformats.org/officeDocument/2006/relationships/tags" Target="../tags/tag256.xml"/><Relationship Id="rId12" Type="http://schemas.openxmlformats.org/officeDocument/2006/relationships/tags" Target="../tags/tag265.xml"/><Relationship Id="rId17" Type="http://schemas.openxmlformats.org/officeDocument/2006/relationships/tags" Target="../tags/tag270.xml"/><Relationship Id="rId25" Type="http://schemas.openxmlformats.org/officeDocument/2006/relationships/tags" Target="../tags/tag278.xml"/><Relationship Id="rId33" Type="http://schemas.openxmlformats.org/officeDocument/2006/relationships/tags" Target="../tags/tag286.xml"/><Relationship Id="rId38" Type="http://schemas.openxmlformats.org/officeDocument/2006/relationships/tags" Target="../tags/tag291.xml"/><Relationship Id="rId46" Type="http://schemas.openxmlformats.org/officeDocument/2006/relationships/image" Target="../media/image32.png"/><Relationship Id="rId20" Type="http://schemas.openxmlformats.org/officeDocument/2006/relationships/tags" Target="../tags/tag273.xml"/><Relationship Id="rId41" Type="http://schemas.openxmlformats.org/officeDocument/2006/relationships/oleObject" Target="../embeddings/oleObject96.bin"/><Relationship Id="rId1" Type="http://schemas.openxmlformats.org/officeDocument/2006/relationships/tags" Target="../tags/tag254.xml"/><Relationship Id="rId6" Type="http://schemas.openxmlformats.org/officeDocument/2006/relationships/tags" Target="../tags/tag2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9.xml"/><Relationship Id="rId1" Type="http://schemas.openxmlformats.org/officeDocument/2006/relationships/tags" Target="../tags/tag293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9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A46EFAE-867E-4FD7-8AB6-5198DF6DED2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09531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9" imgH="396" progId="TCLayout.ActiveDocument.1">
                  <p:embed/>
                </p:oleObj>
              </mc:Choice>
              <mc:Fallback>
                <p:oleObj name="Slide do think-cell" r:id="rId4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46EFAE-867E-4FD7-8AB6-5198DF6DED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EF593-CCED-458A-B206-9A660A0484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Agosto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FBC79-5883-4692-892D-523AA357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dirty="0" err="1"/>
              <a:t>Radiocomunicação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FBB07-FA2F-4CA5-94D7-33A3B75A7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Gates Serviços </a:t>
            </a:r>
            <a:r>
              <a:rPr lang="en-US" dirty="0" err="1"/>
              <a:t>Corporativos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4836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C8606493-2650-9633-09D1-3C102C53475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0" imgW="404" imgH="405" progId="TCLayout.ActiveDocument.1">
                  <p:embed/>
                </p:oleObj>
              </mc:Choice>
              <mc:Fallback>
                <p:oleObj name="Slide do think-cell" r:id="rId10" imgW="404" imgH="40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606493-2650-9633-09D1-3C102C534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7011DB3-9AD9-AE4E-45F0-CF650606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pt-BR" dirty="0"/>
              <a:t>Agenda</a:t>
            </a:r>
          </a:p>
        </p:txBody>
      </p:sp>
      <p:sp>
        <p:nvSpPr>
          <p:cNvPr id="4" name="Rectangle 45">
            <a:hlinkClick r:id="" action="ppaction://noaction"/>
            <a:extLst>
              <a:ext uri="{FF2B5EF4-FFF2-40B4-BE49-F238E27FC236}">
                <a16:creationId xmlns:a16="http://schemas.microsoft.com/office/drawing/2014/main" id="{B373B514-A28D-216A-03EB-9FB9695FF28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287658" y="3733167"/>
            <a:ext cx="6396918" cy="28118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834C5"/>
                </a:solidFill>
              </a14:hiddenFill>
            </a:ex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450"/>
              </a:spcBef>
              <a:spcAft>
                <a:spcPts val="225"/>
              </a:spcAft>
            </a:pPr>
            <a:r>
              <a:rPr lang="pt-BR" sz="1801" dirty="0">
                <a:solidFill>
                  <a:schemeClr val="tx1"/>
                </a:solidFill>
              </a:rPr>
              <a:t>Backup: Projeto Atitude de Dono</a:t>
            </a:r>
          </a:p>
        </p:txBody>
      </p:sp>
      <p:sp>
        <p:nvSpPr>
          <p:cNvPr id="6" name="Oval 44">
            <a:extLst>
              <a:ext uri="{FF2B5EF4-FFF2-40B4-BE49-F238E27FC236}">
                <a16:creationId xmlns:a16="http://schemas.microsoft.com/office/drawing/2014/main" id="{173501A6-C508-F027-5274-F68C2CD8E32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01548" y="2946512"/>
            <a:ext cx="219975" cy="219571"/>
          </a:xfrm>
          <a:prstGeom prst="ellipse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pt-BR" sz="1801">
              <a:solidFill>
                <a:schemeClr val="tx1"/>
              </a:solidFill>
            </a:endParaRPr>
          </a:p>
        </p:txBody>
      </p:sp>
      <p:pic>
        <p:nvPicPr>
          <p:cNvPr id="8" name="Picture 43">
            <a:extLst>
              <a:ext uri="{FF2B5EF4-FFF2-40B4-BE49-F238E27FC236}">
                <a16:creationId xmlns:a16="http://schemas.microsoft.com/office/drawing/2014/main" id="{A4858907-AC4F-FC72-3379-482E56A4094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901548" y="2946512"/>
            <a:ext cx="219975" cy="219571"/>
          </a:xfrm>
          <a:prstGeom prst="rect">
            <a:avLst/>
          </a:prstGeom>
        </p:spPr>
      </p:pic>
      <p:sp>
        <p:nvSpPr>
          <p:cNvPr id="10" name="Rectangle 41">
            <a:hlinkClick r:id="rId13" action="ppaction://hlinksldjump"/>
            <a:extLst>
              <a:ext uri="{FF2B5EF4-FFF2-40B4-BE49-F238E27FC236}">
                <a16:creationId xmlns:a16="http://schemas.microsoft.com/office/drawing/2014/main" id="{99DEC07E-2B3A-2588-AE2F-337DDFEFF20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287658" y="3309032"/>
            <a:ext cx="6396918" cy="28118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834C5"/>
                </a:solidFill>
              </a14:hiddenFill>
            </a:ex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450"/>
              </a:spcBef>
              <a:spcAft>
                <a:spcPts val="225"/>
              </a:spcAft>
            </a:pPr>
            <a:r>
              <a:rPr lang="pt-BR" sz="1801" dirty="0">
                <a:solidFill>
                  <a:schemeClr val="tx1"/>
                </a:solidFill>
              </a:rPr>
              <a:t>Estratégia Negociação</a:t>
            </a:r>
          </a:p>
        </p:txBody>
      </p:sp>
      <p:sp>
        <p:nvSpPr>
          <p:cNvPr id="12" name="Rectangle 40">
            <a:hlinkClick r:id="rId14" action="ppaction://hlinksldjump"/>
            <a:extLst>
              <a:ext uri="{FF2B5EF4-FFF2-40B4-BE49-F238E27FC236}">
                <a16:creationId xmlns:a16="http://schemas.microsoft.com/office/drawing/2014/main" id="{EB189523-A59D-A7CB-BA0E-3000F478000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287658" y="2884897"/>
            <a:ext cx="6396918" cy="28118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834C5"/>
                </a:solidFill>
              </a14:hiddenFill>
            </a:ex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450"/>
              </a:spcBef>
              <a:spcAft>
                <a:spcPts val="225"/>
              </a:spcAft>
            </a:pPr>
            <a:r>
              <a:rPr lang="pt-BR" sz="1801" dirty="0">
                <a:solidFill>
                  <a:schemeClr val="tx1"/>
                </a:solidFill>
              </a:rPr>
              <a:t>Escopo atual &amp; visão de mercado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878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4D61-1DC6-1A24-F4A0-9F661C18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C38F9AE-8C51-3527-C908-43D9ACCCD7F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5523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0" imgW="389" imgH="396" progId="TCLayout.ActiveDocument.1">
                  <p:embed/>
                </p:oleObj>
              </mc:Choice>
              <mc:Fallback>
                <p:oleObj name="Slide do think-cell" r:id="rId30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38F9AE-8C51-3527-C908-43D9ACCCD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06D67C0-2263-D286-68F4-8F05C847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89" y="185042"/>
            <a:ext cx="11177145" cy="720725"/>
          </a:xfrm>
        </p:spPr>
        <p:txBody>
          <a:bodyPr vert="horz" rIns="0"/>
          <a:lstStyle/>
          <a:p>
            <a:r>
              <a:rPr lang="pt-BR" b="1" i="1" dirty="0">
                <a:solidFill>
                  <a:srgbClr val="04C358"/>
                </a:solidFill>
                <a:sym typeface="Suzano Sans Bold"/>
              </a:rPr>
              <a:t>Radiocomunicação</a:t>
            </a:r>
            <a:r>
              <a:rPr lang="pt-BR" b="1" dirty="0">
                <a:solidFill>
                  <a:srgbClr val="04C358"/>
                </a:solidFill>
                <a:sym typeface="Suzano Sans Bold"/>
              </a:rPr>
              <a:t> | </a:t>
            </a:r>
            <a:r>
              <a:rPr lang="pt-BR" dirty="0">
                <a:solidFill>
                  <a:schemeClr val="tx2"/>
                </a:solidFill>
                <a:sym typeface="Suzano Sans Bold"/>
              </a:rPr>
              <a:t>Escopo Atual (As </a:t>
            </a:r>
            <a:r>
              <a:rPr lang="pt-BR" dirty="0" err="1">
                <a:solidFill>
                  <a:schemeClr val="tx2"/>
                </a:solidFill>
                <a:sym typeface="Suzano Sans Bold"/>
              </a:rPr>
              <a:t>Is</a:t>
            </a:r>
            <a:r>
              <a:rPr lang="pt-BR" dirty="0">
                <a:solidFill>
                  <a:schemeClr val="tx2"/>
                </a:solidFill>
                <a:sym typeface="Suzano Sans Bold"/>
              </a:rPr>
              <a:t>) e Visão Geral de Mercado</a:t>
            </a:r>
            <a:endParaRPr lang="pt-BR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3008C70-A405-CDEE-2061-3183D4210217}"/>
              </a:ext>
            </a:extLst>
          </p:cNvPr>
          <p:cNvSpPr txBox="1"/>
          <p:nvPr/>
        </p:nvSpPr>
        <p:spPr>
          <a:xfrm>
            <a:off x="619583" y="1960563"/>
            <a:ext cx="270828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1600">
                <a:solidFill>
                  <a:srgbClr val="00B050"/>
                </a:solidFill>
                <a:latin typeface="Suzano Display" panose="02010503030508060203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Data base: 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Outubro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Prazo de Pagamento: 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90ddl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Paramétrica: </a:t>
            </a:r>
          </a:p>
          <a:p>
            <a:r>
              <a:rPr lang="pt-BR" sz="900" dirty="0">
                <a:solidFill>
                  <a:schemeClr val="tx1"/>
                </a:solidFill>
                <a:latin typeface="+mj-lt"/>
              </a:rPr>
              <a:t>    -  Equipamentos: Câmbio (+)</a:t>
            </a:r>
            <a:endParaRPr lang="pt-BR" sz="900" b="1" dirty="0">
              <a:latin typeface="+mj-lt"/>
            </a:endParaRPr>
          </a:p>
          <a:p>
            <a:r>
              <a:rPr lang="pt-BR" sz="900" dirty="0">
                <a:solidFill>
                  <a:schemeClr val="tx1"/>
                </a:solidFill>
                <a:latin typeface="+mj-lt"/>
              </a:rPr>
              <a:t>    -  Veiculos: IPCA e MDO: 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Vigência atual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: Jun/22 à Jul/27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Cláusula saída: 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6 meses sobre o faturamento do mês anterior à saída integral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Tecnologia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: </a:t>
            </a:r>
            <a:r>
              <a:rPr lang="pt-BR" sz="900" dirty="0" err="1">
                <a:solidFill>
                  <a:schemeClr val="tx1"/>
                </a:solidFill>
                <a:latin typeface="+mj-lt"/>
              </a:rPr>
              <a:t>Tier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 III</a:t>
            </a:r>
          </a:p>
        </p:txBody>
      </p:sp>
      <p:sp>
        <p:nvSpPr>
          <p:cNvPr id="48" name="TextBox 65">
            <a:extLst>
              <a:ext uri="{FF2B5EF4-FFF2-40B4-BE49-F238E27FC236}">
                <a16:creationId xmlns:a16="http://schemas.microsoft.com/office/drawing/2014/main" id="{27088CE7-D71A-FEC7-D308-F9AF51E17501}"/>
              </a:ext>
            </a:extLst>
          </p:cNvPr>
          <p:cNvSpPr txBox="1"/>
          <p:nvPr/>
        </p:nvSpPr>
        <p:spPr>
          <a:xfrm>
            <a:off x="604034" y="1409700"/>
            <a:ext cx="2504141" cy="530915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1400" b="1" i="1">
                <a:solidFill>
                  <a:srgbClr val="404040"/>
                </a:solidFill>
              </a:defRPr>
            </a:lvl1pPr>
          </a:lstStyle>
          <a:p>
            <a:pPr algn="just"/>
            <a:r>
              <a:rPr lang="pt-BR" sz="950" b="0" dirty="0">
                <a:latin typeface="+mj-lt"/>
              </a:rPr>
              <a:t>Serviço de Radiocomunicação composta por locação rádio com acessórios, infraestrutura e suporte técnico in loco</a:t>
            </a:r>
          </a:p>
        </p:txBody>
      </p:sp>
      <p:grpSp>
        <p:nvGrpSpPr>
          <p:cNvPr id="106" name="Group 13">
            <a:extLst>
              <a:ext uri="{FF2B5EF4-FFF2-40B4-BE49-F238E27FC236}">
                <a16:creationId xmlns:a16="http://schemas.microsoft.com/office/drawing/2014/main" id="{3330A79C-4E1B-68C1-F5B3-D6C1AB0BDF9C}"/>
              </a:ext>
            </a:extLst>
          </p:cNvPr>
          <p:cNvGrpSpPr/>
          <p:nvPr/>
        </p:nvGrpSpPr>
        <p:grpSpPr>
          <a:xfrm>
            <a:off x="493889" y="958850"/>
            <a:ext cx="2724431" cy="2383407"/>
            <a:chOff x="489597" y="1518586"/>
            <a:chExt cx="2655256" cy="2383407"/>
          </a:xfrm>
        </p:grpSpPr>
        <p:sp>
          <p:nvSpPr>
            <p:cNvPr id="107" name="Rectangle: Top Corners Rounded 10">
              <a:extLst>
                <a:ext uri="{FF2B5EF4-FFF2-40B4-BE49-F238E27FC236}">
                  <a16:creationId xmlns:a16="http://schemas.microsoft.com/office/drawing/2014/main" id="{EC8AD674-F930-A985-ED91-AA1696458B60}"/>
                </a:ext>
              </a:extLst>
            </p:cNvPr>
            <p:cNvSpPr/>
            <p:nvPr/>
          </p:nvSpPr>
          <p:spPr>
            <a:xfrm>
              <a:off x="490470" y="1518586"/>
              <a:ext cx="2654383" cy="386414"/>
            </a:xfrm>
            <a:prstGeom prst="round2SameRect">
              <a:avLst>
                <a:gd name="adj1" fmla="val 27314"/>
                <a:gd name="adj2" fmla="val 0"/>
              </a:avLst>
            </a:prstGeom>
            <a:gradFill flip="none" rotWithShape="1">
              <a:gsLst>
                <a:gs pos="0">
                  <a:schemeClr val="tx2"/>
                </a:gs>
                <a:gs pos="100000">
                  <a:schemeClr val="accent2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buSzPts val="1800"/>
              </a:pPr>
              <a:r>
                <a:rPr lang="pt-BR" sz="1400" kern="0" dirty="0">
                  <a:solidFill>
                    <a:schemeClr val="bg1"/>
                  </a:solidFill>
                </a:rPr>
                <a:t>Escopo Atual</a:t>
              </a:r>
            </a:p>
          </p:txBody>
        </p:sp>
        <p:pic>
          <p:nvPicPr>
            <p:cNvPr id="108" name="Picture 11">
              <a:extLst>
                <a:ext uri="{FF2B5EF4-FFF2-40B4-BE49-F238E27FC236}">
                  <a16:creationId xmlns:a16="http://schemas.microsoft.com/office/drawing/2014/main" id="{F21C5ABA-14B8-24B4-1FAC-05D584E7F63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98" t="8741" r="101" b="27"/>
            <a:stretch/>
          </p:blipFill>
          <p:spPr bwMode="ltGray">
            <a:xfrm flipH="1" flipV="1">
              <a:off x="3001722" y="1904998"/>
              <a:ext cx="143131" cy="1614437"/>
            </a:xfrm>
            <a:prstGeom prst="rect">
              <a:avLst/>
            </a:prstGeom>
          </p:spPr>
        </p:pic>
        <p:pic>
          <p:nvPicPr>
            <p:cNvPr id="109" name="Picture 12">
              <a:extLst>
                <a:ext uri="{FF2B5EF4-FFF2-40B4-BE49-F238E27FC236}">
                  <a16:creationId xmlns:a16="http://schemas.microsoft.com/office/drawing/2014/main" id="{DC35F76F-B27C-81EE-50E5-46D5B077D8A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98" t="8741" r="101" b="27"/>
            <a:stretch/>
          </p:blipFill>
          <p:spPr bwMode="ltGray">
            <a:xfrm flipV="1">
              <a:off x="489597" y="1905000"/>
              <a:ext cx="143131" cy="1996993"/>
            </a:xfrm>
            <a:prstGeom prst="rect">
              <a:avLst/>
            </a:prstGeom>
          </p:spPr>
        </p:pic>
      </p:grpSp>
      <p:grpSp>
        <p:nvGrpSpPr>
          <p:cNvPr id="112" name="Group 144">
            <a:extLst>
              <a:ext uri="{FF2B5EF4-FFF2-40B4-BE49-F238E27FC236}">
                <a16:creationId xmlns:a16="http://schemas.microsoft.com/office/drawing/2014/main" id="{65ECD082-EFA5-8A8A-A43A-1F313347DF6F}"/>
              </a:ext>
            </a:extLst>
          </p:cNvPr>
          <p:cNvGrpSpPr>
            <a:grpSpLocks noChangeAspect="1"/>
          </p:cNvGrpSpPr>
          <p:nvPr/>
        </p:nvGrpSpPr>
        <p:grpSpPr>
          <a:xfrm>
            <a:off x="3328465" y="2047875"/>
            <a:ext cx="253645" cy="253645"/>
            <a:chOff x="982662" y="1847850"/>
            <a:chExt cx="269875" cy="269875"/>
          </a:xfrm>
        </p:grpSpPr>
        <p:sp>
          <p:nvSpPr>
            <p:cNvPr id="113" name="Oval 50">
              <a:extLst>
                <a:ext uri="{FF2B5EF4-FFF2-40B4-BE49-F238E27FC236}">
                  <a16:creationId xmlns:a16="http://schemas.microsoft.com/office/drawing/2014/main" id="{358EF4B0-D1CE-7BAF-7943-21C9D19AE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1847850"/>
              <a:ext cx="269875" cy="2698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>
                <a:solidFill>
                  <a:schemeClr val="bg1"/>
                </a:solidFill>
              </a:endParaRPr>
            </a:p>
          </p:txBody>
        </p:sp>
        <p:sp>
          <p:nvSpPr>
            <p:cNvPr id="114" name="Freeform 51">
              <a:extLst>
                <a:ext uri="{FF2B5EF4-FFF2-40B4-BE49-F238E27FC236}">
                  <a16:creationId xmlns:a16="http://schemas.microsoft.com/office/drawing/2014/main" id="{5ED25EB0-FBE5-C7C1-48BA-C446E0679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" y="1895475"/>
              <a:ext cx="96837" cy="174625"/>
            </a:xfrm>
            <a:custGeom>
              <a:avLst/>
              <a:gdLst>
                <a:gd name="T0" fmla="*/ 6 w 61"/>
                <a:gd name="T1" fmla="*/ 0 h 110"/>
                <a:gd name="T2" fmla="*/ 0 w 61"/>
                <a:gd name="T3" fmla="*/ 7 h 110"/>
                <a:gd name="T4" fmla="*/ 48 w 61"/>
                <a:gd name="T5" fmla="*/ 55 h 110"/>
                <a:gd name="T6" fmla="*/ 0 w 61"/>
                <a:gd name="T7" fmla="*/ 104 h 110"/>
                <a:gd name="T8" fmla="*/ 6 w 61"/>
                <a:gd name="T9" fmla="*/ 110 h 110"/>
                <a:gd name="T10" fmla="*/ 54 w 61"/>
                <a:gd name="T11" fmla="*/ 62 h 110"/>
                <a:gd name="T12" fmla="*/ 61 w 61"/>
                <a:gd name="T13" fmla="*/ 55 h 110"/>
                <a:gd name="T14" fmla="*/ 54 w 61"/>
                <a:gd name="T15" fmla="*/ 49 h 110"/>
                <a:gd name="T16" fmla="*/ 6 w 61"/>
                <a:gd name="T1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10">
                  <a:moveTo>
                    <a:pt x="6" y="0"/>
                  </a:moveTo>
                  <a:lnTo>
                    <a:pt x="0" y="7"/>
                  </a:lnTo>
                  <a:lnTo>
                    <a:pt x="48" y="55"/>
                  </a:lnTo>
                  <a:lnTo>
                    <a:pt x="0" y="104"/>
                  </a:lnTo>
                  <a:lnTo>
                    <a:pt x="6" y="110"/>
                  </a:lnTo>
                  <a:lnTo>
                    <a:pt x="54" y="62"/>
                  </a:lnTo>
                  <a:lnTo>
                    <a:pt x="61" y="55"/>
                  </a:lnTo>
                  <a:lnTo>
                    <a:pt x="54" y="4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>
                <a:solidFill>
                  <a:schemeClr val="bg1"/>
                </a:solidFill>
              </a:endParaRPr>
            </a:p>
          </p:txBody>
        </p:sp>
      </p:grpSp>
      <p:cxnSp>
        <p:nvCxnSpPr>
          <p:cNvPr id="115" name="Conector reto 114">
            <a:extLst>
              <a:ext uri="{FF2B5EF4-FFF2-40B4-BE49-F238E27FC236}">
                <a16:creationId xmlns:a16="http://schemas.microsoft.com/office/drawing/2014/main" id="{E84A5719-5325-C584-2EFC-6A0668B455E4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4238625" y="1820863"/>
            <a:ext cx="3444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D0C93387-BED4-A38F-7650-176A299BE55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016500" y="1943100"/>
            <a:ext cx="3444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5" name="Chart 3">
            <a:extLst>
              <a:ext uri="{FF2B5EF4-FFF2-40B4-BE49-F238E27FC236}">
                <a16:creationId xmlns:a16="http://schemas.microsoft.com/office/drawing/2014/main" id="{1D788F2F-3543-CCF3-6FCF-5FF7C5AA4B33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51132215"/>
              </p:ext>
            </p:extLst>
          </p:nvPr>
        </p:nvGraphicFramePr>
        <p:xfrm>
          <a:off x="3551238" y="1497013"/>
          <a:ext cx="2498725" cy="1500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cxnSp>
        <p:nvCxnSpPr>
          <p:cNvPr id="118" name="Conector reto 117">
            <a:extLst>
              <a:ext uri="{FF2B5EF4-FFF2-40B4-BE49-F238E27FC236}">
                <a16:creationId xmlns:a16="http://schemas.microsoft.com/office/drawing/2014/main" id="{DB02A848-B8AE-399D-973C-94679463041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4021138" y="1543050"/>
            <a:ext cx="0" cy="77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2A47F49B-F33A-E7A2-9BFC-8A6D5986D496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021138" y="1543050"/>
            <a:ext cx="1555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ector reto 119">
            <a:extLst>
              <a:ext uri="{FF2B5EF4-FFF2-40B4-BE49-F238E27FC236}">
                <a16:creationId xmlns:a16="http://schemas.microsoft.com/office/drawing/2014/main" id="{37FDD0E7-6B95-5F89-3BB7-0594A520CBA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576888" y="1543050"/>
            <a:ext cx="0" cy="200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Espaço Reservado para Texto 2">
            <a:extLst>
              <a:ext uri="{FF2B5EF4-FFF2-40B4-BE49-F238E27FC236}">
                <a16:creationId xmlns:a16="http://schemas.microsoft.com/office/drawing/2014/main" id="{82E8C44F-431B-B2C9-99E7-A2010096958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56025" y="2814638"/>
            <a:ext cx="5318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0791BF3-1D23-4EA6-B14E-03518A91350F}" type="datetime'''''''B''''''a''''''''s''''eli''''''n''''e'''''''''''''">
              <a:rPr lang="pt-BR" altLang="en-US" sz="1000" b="1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Baseline</a:t>
            </a:fld>
            <a:endParaRPr lang="pt-BR" sz="10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3" name="Espaço Reservado para Texto 2">
            <a:extLst>
              <a:ext uri="{FF2B5EF4-FFF2-40B4-BE49-F238E27FC236}">
                <a16:creationId xmlns:a16="http://schemas.microsoft.com/office/drawing/2014/main" id="{75EF12C3-FC27-9154-049E-A9B9305DD59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5299075" y="2814638"/>
            <a:ext cx="5556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545D9A8-68FA-4339-B132-565A305A4E46}" type="datetime'''''B''''a''''sel''in''e Aj''''''''''''us''''''t''''''''ado'">
              <a:rPr lang="pt-BR" altLang="en-US" sz="1000" b="1" smtClean="0">
                <a:solidFill>
                  <a:srgbClr val="404040"/>
                </a:solidFill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Baseline Ajustado</a:t>
            </a:fld>
            <a:endParaRPr lang="pt-BR" sz="1000" b="1" dirty="0">
              <a:solidFill>
                <a:srgbClr val="404040"/>
              </a:solidFill>
              <a:ea typeface="+mj-ea"/>
              <a:cs typeface="+mj-cs"/>
            </a:endParaRPr>
          </a:p>
        </p:txBody>
      </p:sp>
      <p:sp>
        <p:nvSpPr>
          <p:cNvPr id="124" name="Espaço Reservado para Texto 2">
            <a:extLst>
              <a:ext uri="{FF2B5EF4-FFF2-40B4-BE49-F238E27FC236}">
                <a16:creationId xmlns:a16="http://schemas.microsoft.com/office/drawing/2014/main" id="{F6896E5C-0944-B5A1-FF7B-A8B565D64923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516438" y="1349375"/>
            <a:ext cx="566738" cy="387350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7E7E5DB-7286-4B39-B99F-910BC9BF6167}" type="datetime'''''-''''''''''''''1''2'',''''''''9''''''''''''''''''''%'''''">
              <a:rPr lang="pt-BR" altLang="en-US" sz="1000" b="1" smtClean="0">
                <a:solidFill>
                  <a:srgbClr val="404040"/>
                </a:solidFill>
                <a:effectLst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-12,9%</a:t>
            </a:fld>
            <a:br>
              <a:rPr lang="en-US" altLang="en-US" sz="1000" b="1">
                <a:solidFill>
                  <a:srgbClr val="404040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altLang="en-US" sz="1000" b="1">
                <a:solidFill>
                  <a:srgbClr val="404040"/>
                </a:solidFill>
                <a:effectLst/>
                <a:latin typeface="+mj-lt"/>
                <a:ea typeface="+mj-ea"/>
                <a:cs typeface="+mj-cs"/>
              </a:rPr>
              <a:t>(</a:t>
            </a:r>
            <a:fld id="{5EBA19A2-B46E-44F7-AEE0-DD26A88F477C}" type="datetime'''''''''-6'''''''''''''',''''''''''''''''''4'''''''''''">
              <a:rPr lang="en-US" altLang="en-US" sz="1000" b="1" smtClean="0">
                <a:solidFill>
                  <a:srgbClr val="404040"/>
                </a:solidFill>
                <a:effectLst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-6,4</a:t>
            </a:fld>
            <a:r>
              <a:rPr lang="en-US" altLang="en-US" sz="1000" b="1" dirty="0">
                <a:solidFill>
                  <a:srgbClr val="404040"/>
                </a:solidFill>
                <a:effectLst/>
                <a:latin typeface="+mj-lt"/>
                <a:ea typeface="+mj-ea"/>
                <a:cs typeface="+mj-cs"/>
              </a:rPr>
              <a:t>)</a:t>
            </a:r>
            <a:endParaRPr lang="en-US" sz="1000" b="1" dirty="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9AA7B2AE-BD4F-D1D5-0DF3-45DBE6282B58}"/>
              </a:ext>
            </a:extLst>
          </p:cNvPr>
          <p:cNvSpPr txBox="1"/>
          <p:nvPr/>
        </p:nvSpPr>
        <p:spPr>
          <a:xfrm>
            <a:off x="4518025" y="1828800"/>
            <a:ext cx="650389" cy="9144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 dirty="0" err="1">
                <a:solidFill>
                  <a:schemeClr val="tx1"/>
                </a:solidFill>
              </a:rPr>
              <a:t>Redução</a:t>
            </a:r>
            <a:r>
              <a:rPr lang="en-US" sz="9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de 1,7k radios 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</a:rPr>
              <a:t>(</a:t>
            </a:r>
            <a:r>
              <a:rPr lang="en-US" sz="900" i="1" dirty="0" err="1">
                <a:solidFill>
                  <a:schemeClr val="tx1"/>
                </a:solidFill>
              </a:rPr>
              <a:t>Atitude</a:t>
            </a:r>
            <a:r>
              <a:rPr lang="en-US" sz="900" i="1" dirty="0">
                <a:solidFill>
                  <a:schemeClr val="tx1"/>
                </a:solidFill>
              </a:rPr>
              <a:t> de Dono)</a:t>
            </a:r>
          </a:p>
        </p:txBody>
      </p:sp>
      <p:grpSp>
        <p:nvGrpSpPr>
          <p:cNvPr id="162" name="Group 16">
            <a:extLst>
              <a:ext uri="{FF2B5EF4-FFF2-40B4-BE49-F238E27FC236}">
                <a16:creationId xmlns:a16="http://schemas.microsoft.com/office/drawing/2014/main" id="{D9BDFD1E-9C23-C73C-10AA-CF6B15987A49}"/>
              </a:ext>
            </a:extLst>
          </p:cNvPr>
          <p:cNvGrpSpPr/>
          <p:nvPr/>
        </p:nvGrpSpPr>
        <p:grpSpPr>
          <a:xfrm>
            <a:off x="3467969" y="944563"/>
            <a:ext cx="4099158" cy="344408"/>
            <a:chOff x="1021193" y="2376947"/>
            <a:chExt cx="4099158" cy="344408"/>
          </a:xfrm>
        </p:grpSpPr>
        <p:sp>
          <p:nvSpPr>
            <p:cNvPr id="163" name="Rectangle: Rounded Corners 29">
              <a:extLst>
                <a:ext uri="{FF2B5EF4-FFF2-40B4-BE49-F238E27FC236}">
                  <a16:creationId xmlns:a16="http://schemas.microsoft.com/office/drawing/2014/main" id="{BDA241DD-B4BC-011F-72B9-F854C387D760}"/>
                </a:ext>
              </a:extLst>
            </p:cNvPr>
            <p:cNvSpPr/>
            <p:nvPr/>
          </p:nvSpPr>
          <p:spPr>
            <a:xfrm>
              <a:off x="1021193" y="2376947"/>
              <a:ext cx="4099158" cy="344408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400" noProof="0" dirty="0">
                  <a:solidFill>
                    <a:srgbClr val="FFFFFF"/>
                  </a:solidFill>
                </a:rPr>
                <a:t>Escopo atualizado: 7,4K Rádios</a:t>
              </a:r>
            </a:p>
          </p:txBody>
        </p:sp>
        <p:sp>
          <p:nvSpPr>
            <p:cNvPr id="164" name="Oval 30">
              <a:extLst>
                <a:ext uri="{FF2B5EF4-FFF2-40B4-BE49-F238E27FC236}">
                  <a16:creationId xmlns:a16="http://schemas.microsoft.com/office/drawing/2014/main" id="{E4CBC64F-3EF9-A0B2-B538-7506BE3B1969}"/>
                </a:ext>
              </a:extLst>
            </p:cNvPr>
            <p:cNvSpPr/>
            <p:nvPr/>
          </p:nvSpPr>
          <p:spPr>
            <a:xfrm>
              <a:off x="1135334" y="2416735"/>
              <a:ext cx="270000" cy="270000"/>
            </a:xfrm>
            <a:prstGeom prst="ellipse">
              <a:avLst/>
            </a:prstGeom>
            <a:solidFill>
              <a:srgbClr val="FFFFFF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  <p:sp>
          <p:nvSpPr>
            <p:cNvPr id="165" name="TextBox 36">
              <a:extLst>
                <a:ext uri="{FF2B5EF4-FFF2-40B4-BE49-F238E27FC236}">
                  <a16:creationId xmlns:a16="http://schemas.microsoft.com/office/drawing/2014/main" id="{563B69B6-CED6-12E2-70BA-C80C6319F9C5}"/>
                </a:ext>
              </a:extLst>
            </p:cNvPr>
            <p:cNvSpPr txBox="1"/>
            <p:nvPr/>
          </p:nvSpPr>
          <p:spPr>
            <a:xfrm>
              <a:off x="1245305" y="2440567"/>
              <a:ext cx="52899" cy="230832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500" noProof="0" dirty="0">
                  <a:solidFill>
                    <a:schemeClr val="tx2"/>
                  </a:solidFill>
                </a:rPr>
                <a:t>I</a:t>
              </a:r>
            </a:p>
          </p:txBody>
        </p:sp>
      </p:grpSp>
      <p:graphicFrame>
        <p:nvGraphicFramePr>
          <p:cNvPr id="389" name="Chart 3">
            <a:extLst>
              <a:ext uri="{FF2B5EF4-FFF2-40B4-BE49-F238E27FC236}">
                <a16:creationId xmlns:a16="http://schemas.microsoft.com/office/drawing/2014/main" id="{84DD7D08-11EA-75F9-75CA-C5D7EA676BFE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78205226"/>
              </p:ext>
            </p:extLst>
          </p:nvPr>
        </p:nvGraphicFramePr>
        <p:xfrm>
          <a:off x="6221413" y="1616075"/>
          <a:ext cx="1881187" cy="142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170" name="Conector reto 169">
            <a:extLst>
              <a:ext uri="{FF2B5EF4-FFF2-40B4-BE49-F238E27FC236}">
                <a16:creationId xmlns:a16="http://schemas.microsoft.com/office/drawing/2014/main" id="{96D2715F-55C4-0741-6778-C0461E2BDCE7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6878638" y="2574925"/>
            <a:ext cx="39688" cy="147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Conector reto 195">
            <a:extLst>
              <a:ext uri="{FF2B5EF4-FFF2-40B4-BE49-F238E27FC236}">
                <a16:creationId xmlns:a16="http://schemas.microsoft.com/office/drawing/2014/main" id="{1B7D230F-6A60-F1A8-5914-03E7E1EEDE7D}"/>
              </a:ext>
            </a:extLst>
          </p:cNvPr>
          <p:cNvCxnSpPr/>
          <p:nvPr>
            <p:custDataLst>
              <p:tags r:id="rId13"/>
            </p:custDataLst>
          </p:nvPr>
        </p:nvCxnSpPr>
        <p:spPr bwMode="gray">
          <a:xfrm>
            <a:off x="6878638" y="2749550"/>
            <a:ext cx="39688" cy="53975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9B620D2D-2DF2-2B5E-5CA5-D2DAEBBC4C3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6954838" y="2741613"/>
            <a:ext cx="196850" cy="1238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340B8B4-2AB0-4649-96BB-D5A5343364CD}" type="datetime'''''''''''6''''''''''''''%'''''''''''''">
              <a:rPr lang="en-US" altLang="en-US" sz="9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  <a:sym typeface="Suzano Display" panose="02010503030508060203" pitchFamily="2" charset="0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6%</a:t>
            </a:fld>
            <a:endParaRPr lang="en-US" sz="900" dirty="0">
              <a:solidFill>
                <a:schemeClr val="bg1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172" name="Espaço Reservado para Texto 2">
            <a:extLst>
              <a:ext uri="{FF2B5EF4-FFF2-40B4-BE49-F238E27FC236}">
                <a16:creationId xmlns:a16="http://schemas.microsoft.com/office/drawing/2014/main" id="{F62D032A-7B85-751A-8FAD-7C4F23A03899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6497638" y="2020888"/>
            <a:ext cx="35560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BB6FA738-A81B-431A-B23C-E60FDFA6A678}" type="datetime'''''R''''''''''''''ád''''''''''''''''i''''o''''''''''s'''''">
              <a:rPr lang="pt-BR" altLang="en-US" sz="9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Rádios</a:t>
            </a:fld>
            <a:endParaRPr lang="pt-BR" sz="9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173" name="Espaço Reservado para Texto 2">
            <a:extLst>
              <a:ext uri="{FF2B5EF4-FFF2-40B4-BE49-F238E27FC236}">
                <a16:creationId xmlns:a16="http://schemas.microsoft.com/office/drawing/2014/main" id="{65F091AF-F9B0-DC09-24C9-2D16928C016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6173788" y="2338388"/>
            <a:ext cx="6794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BFAD9373-5802-4442-8923-D081259A3B8F}" type="datetime'''''I''''n''''''''''''fra''''''e''st''''rutura'">
              <a:rPr lang="pt-BR" altLang="en-US" sz="9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Infraestrutura</a:t>
            </a:fld>
            <a:endParaRPr lang="pt-BR" sz="9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174" name="Espaço Reservado para Texto 2">
            <a:extLst>
              <a:ext uri="{FF2B5EF4-FFF2-40B4-BE49-F238E27FC236}">
                <a16:creationId xmlns:a16="http://schemas.microsoft.com/office/drawing/2014/main" id="{E7A73CAD-1007-C041-1A16-C57B6800948F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021388" y="2513013"/>
            <a:ext cx="8318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61FE1FEB-D001-4E2B-8C3F-21FD8E6E7129}" type="datetime'''Sup''''or''''''t''''e Té''''''''''''''''''''c''''n''i''''co'">
              <a:rPr lang="pt-BR" altLang="en-US" sz="9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Suporte Técnico</a:t>
            </a:fld>
            <a:endParaRPr lang="pt-BR" sz="9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175" name="Espaço Reservado para Texto 2">
            <a:extLst>
              <a:ext uri="{FF2B5EF4-FFF2-40B4-BE49-F238E27FC236}">
                <a16:creationId xmlns:a16="http://schemas.microsoft.com/office/drawing/2014/main" id="{594114FA-0B43-AFDA-1AA6-DE6E9918E9F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6294438" y="2687638"/>
            <a:ext cx="55880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A2E56E7F-F209-4600-BA0D-3056305AAF79}" type="datetime'''''''A''''ces''''''''''s''''''óri''''o''''''s'">
              <a:rPr lang="pt-BR" altLang="en-US" sz="9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Acessórios</a:t>
            </a:fld>
            <a:endParaRPr lang="pt-BR" sz="9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C5D7DC6-9CC5-7457-1F20-87D4DC4BE8E4}"/>
              </a:ext>
            </a:extLst>
          </p:cNvPr>
          <p:cNvSpPr txBox="1"/>
          <p:nvPr/>
        </p:nvSpPr>
        <p:spPr>
          <a:xfrm>
            <a:off x="6299612" y="1149350"/>
            <a:ext cx="914400" cy="9144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dirty="0">
                <a:solidFill>
                  <a:srgbClr val="404040"/>
                </a:solidFill>
              </a:rPr>
              <a:t>Spend </a:t>
            </a:r>
            <a:r>
              <a:rPr lang="en-US" sz="1000" b="1" dirty="0" err="1">
                <a:solidFill>
                  <a:srgbClr val="404040"/>
                </a:solidFill>
              </a:rPr>
              <a:t>Clusterizado</a:t>
            </a:r>
            <a:endParaRPr lang="en-US" sz="1000" b="1" dirty="0">
              <a:solidFill>
                <a:srgbClr val="404040"/>
              </a:solidFill>
            </a:endParaRPr>
          </a:p>
        </p:txBody>
      </p:sp>
      <p:sp>
        <p:nvSpPr>
          <p:cNvPr id="204" name="Chave Direita 203">
            <a:extLst>
              <a:ext uri="{FF2B5EF4-FFF2-40B4-BE49-F238E27FC236}">
                <a16:creationId xmlns:a16="http://schemas.microsoft.com/office/drawing/2014/main" id="{D24BF854-9E91-D7A4-A5FF-793E4A2FCBF4}"/>
              </a:ext>
            </a:extLst>
          </p:cNvPr>
          <p:cNvSpPr/>
          <p:nvPr/>
        </p:nvSpPr>
        <p:spPr>
          <a:xfrm>
            <a:off x="5858547" y="2005013"/>
            <a:ext cx="149915" cy="631826"/>
          </a:xfrm>
          <a:prstGeom prst="rightBrace">
            <a:avLst/>
          </a:prstGeom>
          <a:ln w="9525" cap="rnd">
            <a:solidFill>
              <a:schemeClr val="bg2">
                <a:lumMod val="25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" name="Group 16">
            <a:extLst>
              <a:ext uri="{FF2B5EF4-FFF2-40B4-BE49-F238E27FC236}">
                <a16:creationId xmlns:a16="http://schemas.microsoft.com/office/drawing/2014/main" id="{A542BC1D-AF9B-723D-3DB4-09E26D40904C}"/>
              </a:ext>
            </a:extLst>
          </p:cNvPr>
          <p:cNvGrpSpPr/>
          <p:nvPr/>
        </p:nvGrpSpPr>
        <p:grpSpPr>
          <a:xfrm>
            <a:off x="7731971" y="936625"/>
            <a:ext cx="4099158" cy="344408"/>
            <a:chOff x="1021193" y="2376947"/>
            <a:chExt cx="4099158" cy="344408"/>
          </a:xfrm>
        </p:grpSpPr>
        <p:sp>
          <p:nvSpPr>
            <p:cNvPr id="208" name="Rectangle: Rounded Corners 29">
              <a:extLst>
                <a:ext uri="{FF2B5EF4-FFF2-40B4-BE49-F238E27FC236}">
                  <a16:creationId xmlns:a16="http://schemas.microsoft.com/office/drawing/2014/main" id="{7163946A-E3A9-6182-2605-08FF53A639B0}"/>
                </a:ext>
              </a:extLst>
            </p:cNvPr>
            <p:cNvSpPr/>
            <p:nvPr/>
          </p:nvSpPr>
          <p:spPr>
            <a:xfrm>
              <a:off x="1021193" y="2376947"/>
              <a:ext cx="4099158" cy="344408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400" noProof="0" dirty="0">
                  <a:solidFill>
                    <a:srgbClr val="FFFFFF"/>
                  </a:solidFill>
                </a:rPr>
                <a:t>LPU &amp; Vida útil do parque de rádios</a:t>
              </a:r>
            </a:p>
          </p:txBody>
        </p:sp>
        <p:sp>
          <p:nvSpPr>
            <p:cNvPr id="209" name="Oval 30">
              <a:extLst>
                <a:ext uri="{FF2B5EF4-FFF2-40B4-BE49-F238E27FC236}">
                  <a16:creationId xmlns:a16="http://schemas.microsoft.com/office/drawing/2014/main" id="{D85E0F72-AC23-3CAE-1DC4-86645897EC79}"/>
                </a:ext>
              </a:extLst>
            </p:cNvPr>
            <p:cNvSpPr/>
            <p:nvPr/>
          </p:nvSpPr>
          <p:spPr>
            <a:xfrm>
              <a:off x="1135334" y="2416735"/>
              <a:ext cx="270000" cy="270000"/>
            </a:xfrm>
            <a:prstGeom prst="ellipse">
              <a:avLst/>
            </a:prstGeom>
            <a:solidFill>
              <a:srgbClr val="FFFFFF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  <p:sp>
          <p:nvSpPr>
            <p:cNvPr id="210" name="TextBox 36">
              <a:extLst>
                <a:ext uri="{FF2B5EF4-FFF2-40B4-BE49-F238E27FC236}">
                  <a16:creationId xmlns:a16="http://schemas.microsoft.com/office/drawing/2014/main" id="{49AB3E1A-ADDF-3241-B527-196C5444E6DD}"/>
                </a:ext>
              </a:extLst>
            </p:cNvPr>
            <p:cNvSpPr txBox="1"/>
            <p:nvPr/>
          </p:nvSpPr>
          <p:spPr>
            <a:xfrm>
              <a:off x="1218856" y="2440567"/>
              <a:ext cx="105798" cy="230832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500" noProof="0" dirty="0">
                  <a:solidFill>
                    <a:schemeClr val="tx2"/>
                  </a:solidFill>
                </a:rPr>
                <a:t>II</a:t>
              </a:r>
            </a:p>
          </p:txBody>
        </p:sp>
      </p:grpSp>
      <p:cxnSp>
        <p:nvCxnSpPr>
          <p:cNvPr id="215" name="Straight Connector 80">
            <a:extLst>
              <a:ext uri="{FF2B5EF4-FFF2-40B4-BE49-F238E27FC236}">
                <a16:creationId xmlns:a16="http://schemas.microsoft.com/office/drawing/2014/main" id="{8C8C2E37-5DFC-94C1-18BC-04783F4753DA}"/>
              </a:ext>
            </a:extLst>
          </p:cNvPr>
          <p:cNvCxnSpPr>
            <a:cxnSpLocks/>
          </p:cNvCxnSpPr>
          <p:nvPr/>
        </p:nvCxnSpPr>
        <p:spPr>
          <a:xfrm>
            <a:off x="231399" y="3389313"/>
            <a:ext cx="11439635" cy="0"/>
          </a:xfrm>
          <a:prstGeom prst="line">
            <a:avLst/>
          </a:prstGeom>
          <a:ln w="9525" cap="rnd">
            <a:gradFill flip="none" rotWithShape="1">
              <a:gsLst>
                <a:gs pos="100000">
                  <a:schemeClr val="bg2"/>
                </a:gs>
                <a:gs pos="0">
                  <a:schemeClr val="tx2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ectangle: Rounded Corners 58">
            <a:extLst>
              <a:ext uri="{FF2B5EF4-FFF2-40B4-BE49-F238E27FC236}">
                <a16:creationId xmlns:a16="http://schemas.microsoft.com/office/drawing/2014/main" id="{BC8AC351-4AE9-60C0-6513-11D441DF50BF}"/>
              </a:ext>
            </a:extLst>
          </p:cNvPr>
          <p:cNvSpPr/>
          <p:nvPr/>
        </p:nvSpPr>
        <p:spPr>
          <a:xfrm>
            <a:off x="754063" y="4873625"/>
            <a:ext cx="2284218" cy="1526553"/>
          </a:xfrm>
          <a:prstGeom prst="roundRect">
            <a:avLst>
              <a:gd name="adj" fmla="val 6199"/>
            </a:avLst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graphicFrame>
        <p:nvGraphicFramePr>
          <p:cNvPr id="394" name="Chart 3">
            <a:extLst>
              <a:ext uri="{FF2B5EF4-FFF2-40B4-BE49-F238E27FC236}">
                <a16:creationId xmlns:a16="http://schemas.microsoft.com/office/drawing/2014/main" id="{C3EB7893-6FFF-5A81-3784-E0A12B225955}"/>
              </a:ext>
            </a:extLst>
          </p:cNvPr>
          <p:cNvGraphicFramePr/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654251171"/>
              </p:ext>
            </p:extLst>
          </p:nvPr>
        </p:nvGraphicFramePr>
        <p:xfrm>
          <a:off x="817563" y="4781550"/>
          <a:ext cx="2165350" cy="1693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224" name="Espaço Reservado para Texto 2">
            <a:extLst>
              <a:ext uri="{FF2B5EF4-FFF2-40B4-BE49-F238E27FC236}">
                <a16:creationId xmlns:a16="http://schemas.microsoft.com/office/drawing/2014/main" id="{F74AD39F-2919-9994-70D3-07FC301A2F96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457450" y="5310188"/>
            <a:ext cx="3444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76A5F588-E888-4FE5-999E-7F9A0FE45F77}" type="datetime'''''''''''A''''l''d''''''''''''''''''''''''''''''ak'''''''''">
              <a:rPr lang="pt-BR" altLang="en-US" sz="1000" b="1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/>
              <a:t>Aldak</a:t>
            </a:fld>
            <a:endParaRPr lang="pt-BR" sz="1000" b="1" dirty="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226" name="Espaço Reservado para Texto 2">
            <a:extLst>
              <a:ext uri="{FF2B5EF4-FFF2-40B4-BE49-F238E27FC236}">
                <a16:creationId xmlns:a16="http://schemas.microsoft.com/office/drawing/2014/main" id="{07FA70BE-7790-FF40-4C58-8CC1BBF44EE9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2081213" y="6162675"/>
            <a:ext cx="7270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FC2A3B9-BF7C-4A7A-93D8-D3C738266A92}" type="datetime'A''l''''''''''d''''''''''''a''''''''k'' ''''(TR''C'')'''''">
              <a:rPr lang="pt-BR" altLang="en-US" sz="1000" b="1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/>
              <a:t>Aldak (TRC)</a:t>
            </a:fld>
            <a:endParaRPr lang="pt-BR" sz="1000" b="1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282" name="Text Placeholder 3">
            <a:extLst>
              <a:ext uri="{FF2B5EF4-FFF2-40B4-BE49-F238E27FC236}">
                <a16:creationId xmlns:a16="http://schemas.microsoft.com/office/drawing/2014/main" id="{166FB04C-4F22-1901-8E56-F1FCFF80860E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628775" y="5953125"/>
            <a:ext cx="287338" cy="136525"/>
          </a:xfrm>
          <a:prstGeom prst="rect">
            <a:avLst/>
          </a:prstGeom>
          <a:solidFill>
            <a:srgbClr val="12279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9BDAD64-4F3D-4831-9928-75A01DAFF632}" type="datetime'''''''''''1''''''''''''''0''''''''''''''''''''%'''''''''">
              <a:rPr lang="en-US" altLang="en-US" sz="10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  <a:sym typeface="Suzano Display" panose="02010503030508060203" pitchFamily="2" charset="0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en-US" sz="1000" dirty="0">
              <a:solidFill>
                <a:schemeClr val="bg1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228" name="Espaço Reservado para Texto 2">
            <a:extLst>
              <a:ext uri="{FF2B5EF4-FFF2-40B4-BE49-F238E27FC236}">
                <a16:creationId xmlns:a16="http://schemas.microsoft.com/office/drawing/2014/main" id="{428B68BD-9D1A-34B4-8D4F-05308862DB13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1290638" y="6176963"/>
            <a:ext cx="4778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A9F080AE-6F7F-4CD7-A49D-56B97EAA9064}" type="datetime'''''''Fer''r''''''''''a''''n''''''''''''''t''''''''''''e'''''">
              <a:rPr lang="pt-BR" altLang="en-US" sz="10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Ferrante</a:t>
            </a:fld>
            <a:endParaRPr lang="pt-BR" sz="10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230" name="Espaço Reservado para Texto 2">
            <a:extLst>
              <a:ext uri="{FF2B5EF4-FFF2-40B4-BE49-F238E27FC236}">
                <a16:creationId xmlns:a16="http://schemas.microsoft.com/office/drawing/2014/main" id="{59CC3A27-67F2-55C4-4248-A72F0BA43879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963613" y="5808663"/>
            <a:ext cx="3794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CEBB568D-6350-4A57-8519-1B9A37645DB9}" type="datetime'''''''O''u''''''''t''''''''''''''''''''''''''ro''s'''''">
              <a:rPr lang="pt-BR" altLang="en-US" sz="10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Outros</a:t>
            </a:fld>
            <a:endParaRPr lang="pt-BR" sz="10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232" name="Espaço Reservado para Texto 2">
            <a:extLst>
              <a:ext uri="{FF2B5EF4-FFF2-40B4-BE49-F238E27FC236}">
                <a16:creationId xmlns:a16="http://schemas.microsoft.com/office/drawing/2014/main" id="{28050CE9-6FFE-AD83-1AB9-FD0BE3F62FA1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284288" y="5056188"/>
            <a:ext cx="2460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8804D6C6-4976-4C8F-9447-7EDF07411828}" type="datetime'''''''Ab''''''i''''''''''''''''''''''''''''x'">
              <a:rPr lang="pt-BR" altLang="en-US" sz="10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Abix</a:t>
            </a:fld>
            <a:endParaRPr lang="pt-BR" sz="1000">
              <a:solidFill>
                <a:srgbClr val="404040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graphicFrame>
        <p:nvGraphicFramePr>
          <p:cNvPr id="247" name="Tabela 246">
            <a:extLst>
              <a:ext uri="{FF2B5EF4-FFF2-40B4-BE49-F238E27FC236}">
                <a16:creationId xmlns:a16="http://schemas.microsoft.com/office/drawing/2014/main" id="{258EFB2A-FF5F-F0AC-DE6C-7F6A91ACF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42176"/>
              </p:ext>
            </p:extLst>
          </p:nvPr>
        </p:nvGraphicFramePr>
        <p:xfrm>
          <a:off x="10249522" y="1744663"/>
          <a:ext cx="1500075" cy="149885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38994">
                  <a:extLst>
                    <a:ext uri="{9D8B030D-6E8A-4147-A177-3AD203B41FA5}">
                      <a16:colId xmlns:a16="http://schemas.microsoft.com/office/drawing/2014/main" val="322510097"/>
                    </a:ext>
                  </a:extLst>
                </a:gridCol>
                <a:gridCol w="661081">
                  <a:extLst>
                    <a:ext uri="{9D8B030D-6E8A-4147-A177-3AD203B41FA5}">
                      <a16:colId xmlns:a16="http://schemas.microsoft.com/office/drawing/2014/main" val="983978436"/>
                    </a:ext>
                  </a:extLst>
                </a:gridCol>
              </a:tblGrid>
              <a:tr h="1736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Y</a:t>
                      </a:r>
                      <a:endParaRPr lang="pt-BR" sz="900" b="1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%</a:t>
                      </a:r>
                      <a:endParaRPr lang="pt-BR" sz="900" b="1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15158171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2025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3%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73960563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2024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18%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40838760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2023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18%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5786511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2022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13%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51283023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2021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2%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320349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2020</a:t>
                      </a:r>
                      <a:endParaRPr lang="pt-BR" sz="900" b="0" i="0" u="none" strike="noStrike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2%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939768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2019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1%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805047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2018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11%</a:t>
                      </a:r>
                      <a:endParaRPr lang="pt-BR" sz="900" b="0" i="0" u="none" strike="noStrike" dirty="0">
                        <a:solidFill>
                          <a:srgbClr val="1A1C1F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559012"/>
                  </a:ext>
                </a:extLst>
              </a:tr>
              <a:tr h="1472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1A1C1F"/>
                          </a:solidFill>
                          <a:effectLst/>
                          <a:latin typeface="+mj-lt"/>
                        </a:rPr>
                        <a:t>2017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1A1C1F"/>
                          </a:solidFill>
                          <a:effectLst/>
                          <a:latin typeface="+mj-lt"/>
                        </a:rPr>
                        <a:t>33%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863111"/>
                  </a:ext>
                </a:extLst>
              </a:tr>
            </a:tbl>
          </a:graphicData>
        </a:graphic>
      </p:graphicFrame>
      <p:grpSp>
        <p:nvGrpSpPr>
          <p:cNvPr id="248" name="Group 144">
            <a:extLst>
              <a:ext uri="{FF2B5EF4-FFF2-40B4-BE49-F238E27FC236}">
                <a16:creationId xmlns:a16="http://schemas.microsoft.com/office/drawing/2014/main" id="{04396B0D-C523-C8BC-ADE7-8C4CF8699D46}"/>
              </a:ext>
            </a:extLst>
          </p:cNvPr>
          <p:cNvGrpSpPr>
            <a:grpSpLocks noChangeAspect="1"/>
          </p:cNvGrpSpPr>
          <p:nvPr/>
        </p:nvGrpSpPr>
        <p:grpSpPr>
          <a:xfrm>
            <a:off x="7500228" y="2047875"/>
            <a:ext cx="253645" cy="253645"/>
            <a:chOff x="982662" y="1847850"/>
            <a:chExt cx="269875" cy="269875"/>
          </a:xfrm>
        </p:grpSpPr>
        <p:sp>
          <p:nvSpPr>
            <p:cNvPr id="249" name="Oval 50">
              <a:extLst>
                <a:ext uri="{FF2B5EF4-FFF2-40B4-BE49-F238E27FC236}">
                  <a16:creationId xmlns:a16="http://schemas.microsoft.com/office/drawing/2014/main" id="{250FE548-0AC1-8EC2-255C-F7153745A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1847850"/>
              <a:ext cx="269875" cy="2698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>
                <a:solidFill>
                  <a:schemeClr val="bg1"/>
                </a:solidFill>
              </a:endParaRPr>
            </a:p>
          </p:txBody>
        </p:sp>
        <p:sp>
          <p:nvSpPr>
            <p:cNvPr id="250" name="Freeform 51">
              <a:extLst>
                <a:ext uri="{FF2B5EF4-FFF2-40B4-BE49-F238E27FC236}">
                  <a16:creationId xmlns:a16="http://schemas.microsoft.com/office/drawing/2014/main" id="{3A54A8C1-51F3-E7EA-26EF-EFCB33E91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" y="1895475"/>
              <a:ext cx="96837" cy="174625"/>
            </a:xfrm>
            <a:custGeom>
              <a:avLst/>
              <a:gdLst>
                <a:gd name="T0" fmla="*/ 6 w 61"/>
                <a:gd name="T1" fmla="*/ 0 h 110"/>
                <a:gd name="T2" fmla="*/ 0 w 61"/>
                <a:gd name="T3" fmla="*/ 7 h 110"/>
                <a:gd name="T4" fmla="*/ 48 w 61"/>
                <a:gd name="T5" fmla="*/ 55 h 110"/>
                <a:gd name="T6" fmla="*/ 0 w 61"/>
                <a:gd name="T7" fmla="*/ 104 h 110"/>
                <a:gd name="T8" fmla="*/ 6 w 61"/>
                <a:gd name="T9" fmla="*/ 110 h 110"/>
                <a:gd name="T10" fmla="*/ 54 w 61"/>
                <a:gd name="T11" fmla="*/ 62 h 110"/>
                <a:gd name="T12" fmla="*/ 61 w 61"/>
                <a:gd name="T13" fmla="*/ 55 h 110"/>
                <a:gd name="T14" fmla="*/ 54 w 61"/>
                <a:gd name="T15" fmla="*/ 49 h 110"/>
                <a:gd name="T16" fmla="*/ 6 w 61"/>
                <a:gd name="T1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10">
                  <a:moveTo>
                    <a:pt x="6" y="0"/>
                  </a:moveTo>
                  <a:lnTo>
                    <a:pt x="0" y="7"/>
                  </a:lnTo>
                  <a:lnTo>
                    <a:pt x="48" y="55"/>
                  </a:lnTo>
                  <a:lnTo>
                    <a:pt x="0" y="104"/>
                  </a:lnTo>
                  <a:lnTo>
                    <a:pt x="6" y="110"/>
                  </a:lnTo>
                  <a:lnTo>
                    <a:pt x="54" y="62"/>
                  </a:lnTo>
                  <a:lnTo>
                    <a:pt x="61" y="55"/>
                  </a:lnTo>
                  <a:lnTo>
                    <a:pt x="54" y="4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>
                <a:solidFill>
                  <a:schemeClr val="bg1"/>
                </a:solidFill>
              </a:endParaRPr>
            </a:p>
          </p:txBody>
        </p:sp>
      </p:grpSp>
      <p:sp>
        <p:nvSpPr>
          <p:cNvPr id="256" name="CaixaDeTexto 255">
            <a:extLst>
              <a:ext uri="{FF2B5EF4-FFF2-40B4-BE49-F238E27FC236}">
                <a16:creationId xmlns:a16="http://schemas.microsoft.com/office/drawing/2014/main" id="{AA3B3B93-62DA-52F3-0C04-8F6BCD7156C2}"/>
              </a:ext>
            </a:extLst>
          </p:cNvPr>
          <p:cNvSpPr txBox="1"/>
          <p:nvPr/>
        </p:nvSpPr>
        <p:spPr>
          <a:xfrm>
            <a:off x="7685239" y="1311275"/>
            <a:ext cx="4099158" cy="40011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algn="ctr">
              <a:defRPr sz="1000" b="1">
                <a:solidFill>
                  <a:srgbClr val="404040"/>
                </a:solidFill>
              </a:defRPr>
            </a:lvl1pPr>
          </a:lstStyle>
          <a:p>
            <a:r>
              <a:rPr lang="pt-BR" dirty="0"/>
              <a:t>Vida útil do parque</a:t>
            </a:r>
            <a:r>
              <a:rPr lang="pt-BR" b="0" dirty="0"/>
              <a:t>: ~50% dos equipamentos possuem mais de 5 anos e estão 100% depreciados</a:t>
            </a:r>
            <a:endParaRPr lang="en-US" b="0" dirty="0"/>
          </a:p>
        </p:txBody>
      </p:sp>
      <p:graphicFrame>
        <p:nvGraphicFramePr>
          <p:cNvPr id="260" name="Tabela 259">
            <a:extLst>
              <a:ext uri="{FF2B5EF4-FFF2-40B4-BE49-F238E27FC236}">
                <a16:creationId xmlns:a16="http://schemas.microsoft.com/office/drawing/2014/main" id="{5ACBD033-0DBF-39FF-212A-332AC3815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58536"/>
              </p:ext>
            </p:extLst>
          </p:nvPr>
        </p:nvGraphicFramePr>
        <p:xfrm>
          <a:off x="7863117" y="1751013"/>
          <a:ext cx="2276860" cy="149239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13163">
                  <a:extLst>
                    <a:ext uri="{9D8B030D-6E8A-4147-A177-3AD203B41FA5}">
                      <a16:colId xmlns:a16="http://schemas.microsoft.com/office/drawing/2014/main" val="2612823730"/>
                    </a:ext>
                  </a:extLst>
                </a:gridCol>
                <a:gridCol w="487899">
                  <a:extLst>
                    <a:ext uri="{9D8B030D-6E8A-4147-A177-3AD203B41FA5}">
                      <a16:colId xmlns:a16="http://schemas.microsoft.com/office/drawing/2014/main" val="1830816425"/>
                    </a:ext>
                  </a:extLst>
                </a:gridCol>
                <a:gridCol w="487899">
                  <a:extLst>
                    <a:ext uri="{9D8B030D-6E8A-4147-A177-3AD203B41FA5}">
                      <a16:colId xmlns:a16="http://schemas.microsoft.com/office/drawing/2014/main" val="2169178084"/>
                    </a:ext>
                  </a:extLst>
                </a:gridCol>
                <a:gridCol w="487899">
                  <a:extLst>
                    <a:ext uri="{9D8B030D-6E8A-4147-A177-3AD203B41FA5}">
                      <a16:colId xmlns:a16="http://schemas.microsoft.com/office/drawing/2014/main" val="783871263"/>
                    </a:ext>
                  </a:extLst>
                </a:gridCol>
              </a:tblGrid>
              <a:tr h="2796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50" b="1" u="none" strike="noStrike" dirty="0">
                          <a:effectLst/>
                        </a:rPr>
                        <a:t>Item</a:t>
                      </a:r>
                      <a:endParaRPr lang="pt-BR" sz="8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50" b="1" u="none" strike="noStrike" dirty="0" err="1">
                          <a:effectLst/>
                        </a:rPr>
                        <a:t>Qtd</a:t>
                      </a:r>
                      <a:r>
                        <a:rPr lang="pt-BR" sz="850" b="1" u="none" strike="noStrike" dirty="0">
                          <a:effectLst/>
                        </a:rPr>
                        <a:t>.</a:t>
                      </a:r>
                      <a:endParaRPr lang="pt-BR" sz="8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50" b="1" u="none" strike="noStrike">
                          <a:effectLst/>
                        </a:rPr>
                        <a:t>Custo Unt.</a:t>
                      </a:r>
                      <a:endParaRPr lang="pt-BR" sz="8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50" b="1" u="none" strike="noStrike" dirty="0">
                          <a:effectLst/>
                        </a:rPr>
                        <a:t>FY (R$/MM)</a:t>
                      </a:r>
                      <a:endParaRPr lang="pt-BR" sz="8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53545647"/>
                  </a:ext>
                </a:extLst>
              </a:tr>
              <a:tr h="2485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Rádios Portáteis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3711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>
                          <a:effectLst/>
                        </a:rPr>
                        <a:t>0,23K</a:t>
                      </a:r>
                      <a:endParaRPr lang="pt-B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11,9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36007467"/>
                  </a:ext>
                </a:extLst>
              </a:tr>
              <a:tr h="147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Rádios Móveis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3526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>
                          <a:effectLst/>
                        </a:rPr>
                        <a:t>0,25K</a:t>
                      </a:r>
                      <a:endParaRPr lang="pt-B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10,9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48418627"/>
                  </a:ext>
                </a:extLst>
              </a:tr>
              <a:tr h="147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**Site </a:t>
                      </a:r>
                      <a:r>
                        <a:rPr lang="pt-BR" sz="800" u="none" strike="noStrike" dirty="0" err="1">
                          <a:effectLst/>
                        </a:rPr>
                        <a:t>trunking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141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8,2k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7,5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84682723"/>
                  </a:ext>
                </a:extLst>
              </a:tr>
              <a:tr h="228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*Canais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46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1,9K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0,9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406354"/>
                  </a:ext>
                </a:extLst>
              </a:tr>
              <a:tr h="147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Rádios Fixo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206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0,24K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0,6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51435015"/>
                  </a:ext>
                </a:extLst>
              </a:tr>
              <a:tr h="147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Outros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u="none" strike="noStrike" dirty="0">
                          <a:effectLst/>
                        </a:rPr>
                        <a:t>11,5</a:t>
                      </a:r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81034014"/>
                  </a:ext>
                </a:extLst>
              </a:tr>
              <a:tr h="147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43,3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388886"/>
                  </a:ext>
                </a:extLst>
              </a:tr>
            </a:tbl>
          </a:graphicData>
        </a:graphic>
      </p:graphicFrame>
      <p:sp>
        <p:nvSpPr>
          <p:cNvPr id="262" name="CaixaDeTexto 261">
            <a:extLst>
              <a:ext uri="{FF2B5EF4-FFF2-40B4-BE49-F238E27FC236}">
                <a16:creationId xmlns:a16="http://schemas.microsoft.com/office/drawing/2014/main" id="{CCD04121-5F61-D59B-4A6F-5865EC8C4064}"/>
              </a:ext>
            </a:extLst>
          </p:cNvPr>
          <p:cNvSpPr txBox="1"/>
          <p:nvPr/>
        </p:nvSpPr>
        <p:spPr>
          <a:xfrm>
            <a:off x="727075" y="6410325"/>
            <a:ext cx="4925389" cy="2462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Aldak</a:t>
            </a:r>
            <a:r>
              <a:rPr lang="pt-BR" sz="1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passa a concentrar 51% do mercado após consolidar </a:t>
            </a:r>
            <a:r>
              <a:rPr lang="pt-BR" sz="1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Alcon</a:t>
            </a:r>
            <a:r>
              <a:rPr lang="pt-BR" sz="1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, </a:t>
            </a:r>
            <a:r>
              <a:rPr lang="pt-BR" sz="1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Kofre</a:t>
            </a:r>
            <a:r>
              <a:rPr lang="pt-BR" sz="1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e TRC</a:t>
            </a:r>
            <a:endParaRPr lang="en-US" sz="1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9" name="Rectangle 153">
            <a:extLst>
              <a:ext uri="{FF2B5EF4-FFF2-40B4-BE49-F238E27FC236}">
                <a16:creationId xmlns:a16="http://schemas.microsoft.com/office/drawing/2014/main" id="{D45A6FAA-C1D7-FCEB-53D1-E90AF0362FB6}"/>
              </a:ext>
            </a:extLst>
          </p:cNvPr>
          <p:cNvSpPr/>
          <p:nvPr/>
        </p:nvSpPr>
        <p:spPr>
          <a:xfrm>
            <a:off x="493889" y="3758389"/>
            <a:ext cx="11255708" cy="21847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  <a:gs pos="5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272" name="Rectangle: Diagonal Corners Rounded 159">
            <a:extLst>
              <a:ext uri="{FF2B5EF4-FFF2-40B4-BE49-F238E27FC236}">
                <a16:creationId xmlns:a16="http://schemas.microsoft.com/office/drawing/2014/main" id="{CFE66BE7-0718-57A5-3207-482072CFEFCB}"/>
              </a:ext>
            </a:extLst>
          </p:cNvPr>
          <p:cNvSpPr/>
          <p:nvPr/>
        </p:nvSpPr>
        <p:spPr>
          <a:xfrm>
            <a:off x="668503" y="3686951"/>
            <a:ext cx="5607273" cy="363144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pt-BR" sz="1400" kern="0" noProof="0" dirty="0">
                <a:solidFill>
                  <a:schemeClr val="bg1"/>
                </a:solidFill>
              </a:rPr>
              <a:t>Visão de Mercado – Comunicação crítica </a:t>
            </a:r>
          </a:p>
        </p:txBody>
      </p:sp>
      <p:grpSp>
        <p:nvGrpSpPr>
          <p:cNvPr id="273" name="Group 176">
            <a:extLst>
              <a:ext uri="{FF2B5EF4-FFF2-40B4-BE49-F238E27FC236}">
                <a16:creationId xmlns:a16="http://schemas.microsoft.com/office/drawing/2014/main" id="{44CF10FD-D1C4-F0F8-37B9-57449077DD95}"/>
              </a:ext>
            </a:extLst>
          </p:cNvPr>
          <p:cNvGrpSpPr/>
          <p:nvPr/>
        </p:nvGrpSpPr>
        <p:grpSpPr>
          <a:xfrm>
            <a:off x="607566" y="3669489"/>
            <a:ext cx="5727621" cy="399399"/>
            <a:chOff x="507424" y="1790117"/>
            <a:chExt cx="7576574" cy="399399"/>
          </a:xfrm>
        </p:grpSpPr>
        <p:sp>
          <p:nvSpPr>
            <p:cNvPr id="274" name="Right Triangle 177">
              <a:extLst>
                <a:ext uri="{FF2B5EF4-FFF2-40B4-BE49-F238E27FC236}">
                  <a16:creationId xmlns:a16="http://schemas.microsoft.com/office/drawing/2014/main" id="{1137A8FB-77EA-F2F0-D23F-DD9F32B7CCFC}"/>
                </a:ext>
              </a:extLst>
            </p:cNvPr>
            <p:cNvSpPr/>
            <p:nvPr/>
          </p:nvSpPr>
          <p:spPr>
            <a:xfrm>
              <a:off x="8004399" y="1790117"/>
              <a:ext cx="79599" cy="115984"/>
            </a:xfrm>
            <a:prstGeom prst="rtTriangle">
              <a:avLst/>
            </a:prstGeom>
            <a:solidFill>
              <a:srgbClr val="0D1C67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1834C5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  <p:sp>
          <p:nvSpPr>
            <p:cNvPr id="275" name="Right Triangle 178">
              <a:extLst>
                <a:ext uri="{FF2B5EF4-FFF2-40B4-BE49-F238E27FC236}">
                  <a16:creationId xmlns:a16="http://schemas.microsoft.com/office/drawing/2014/main" id="{5D80AAEF-FC12-E4B0-A07E-2D06787BD8D4}"/>
                </a:ext>
              </a:extLst>
            </p:cNvPr>
            <p:cNvSpPr/>
            <p:nvPr/>
          </p:nvSpPr>
          <p:spPr>
            <a:xfrm flipH="1" flipV="1">
              <a:off x="507424" y="2073532"/>
              <a:ext cx="79599" cy="115984"/>
            </a:xfrm>
            <a:prstGeom prst="rtTriangle">
              <a:avLst/>
            </a:prstGeom>
            <a:solidFill>
              <a:srgbClr val="0D1C67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1834C5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</p:grpSp>
      <p:sp>
        <p:nvSpPr>
          <p:cNvPr id="279" name="CaixaDeTexto 278">
            <a:extLst>
              <a:ext uri="{FF2B5EF4-FFF2-40B4-BE49-F238E27FC236}">
                <a16:creationId xmlns:a16="http://schemas.microsoft.com/office/drawing/2014/main" id="{0E70D2BE-DD90-BDFA-3418-BFAAAA68CE57}"/>
              </a:ext>
            </a:extLst>
          </p:cNvPr>
          <p:cNvSpPr txBox="1"/>
          <p:nvPr/>
        </p:nvSpPr>
        <p:spPr>
          <a:xfrm>
            <a:off x="9221638" y="3265488"/>
            <a:ext cx="2562759" cy="276997"/>
          </a:xfrm>
          <a:prstGeom prst="rect">
            <a:avLst/>
          </a:prstGeom>
          <a:solidFill>
            <a:srgbClr val="F2F2F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600" i="1" dirty="0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  <a:sym typeface="Calibri"/>
              </a:rPr>
              <a:t>** Composição de repetidoras e canais; e custo médio de itens da LPU;</a:t>
            </a:r>
          </a:p>
          <a:p>
            <a:pPr hangingPunct="0"/>
            <a:r>
              <a:rPr lang="pt-BR" sz="600" i="1" dirty="0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  <a:sym typeface="Calibri"/>
              </a:rPr>
              <a:t>*   Custo médio de itens da LPU;</a:t>
            </a:r>
            <a:endParaRPr kumimoji="0" lang="pt-BR" sz="700" i="1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uzano Display" panose="02010503030508060203" pitchFamily="2" charset="0"/>
              <a:sym typeface="Calibri"/>
            </a:endParaRPr>
          </a:p>
        </p:txBody>
      </p:sp>
      <p:sp>
        <p:nvSpPr>
          <p:cNvPr id="296" name="Rectangle: Rounded Corners 58">
            <a:extLst>
              <a:ext uri="{FF2B5EF4-FFF2-40B4-BE49-F238E27FC236}">
                <a16:creationId xmlns:a16="http://schemas.microsoft.com/office/drawing/2014/main" id="{0AFEC1EC-32AC-0777-D714-13F717CE6CA9}"/>
              </a:ext>
            </a:extLst>
          </p:cNvPr>
          <p:cNvSpPr/>
          <p:nvPr/>
        </p:nvSpPr>
        <p:spPr>
          <a:xfrm>
            <a:off x="3190875" y="4867275"/>
            <a:ext cx="2284218" cy="1526553"/>
          </a:xfrm>
          <a:prstGeom prst="roundRect">
            <a:avLst>
              <a:gd name="adj" fmla="val 6199"/>
            </a:avLst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graphicFrame>
        <p:nvGraphicFramePr>
          <p:cNvPr id="395" name="Chart 3">
            <a:extLst>
              <a:ext uri="{FF2B5EF4-FFF2-40B4-BE49-F238E27FC236}">
                <a16:creationId xmlns:a16="http://schemas.microsoft.com/office/drawing/2014/main" id="{2B6FEF97-C78A-AA65-8520-DE0043789BED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292284571"/>
              </p:ext>
            </p:extLst>
          </p:nvPr>
        </p:nvGraphicFramePr>
        <p:xfrm>
          <a:off x="3767138" y="5156200"/>
          <a:ext cx="1162050" cy="1160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00" name="Espaço Reservado para Texto 2">
            <a:extLst>
              <a:ext uri="{FF2B5EF4-FFF2-40B4-BE49-F238E27FC236}">
                <a16:creationId xmlns:a16="http://schemas.microsoft.com/office/drawing/2014/main" id="{90FED271-867E-50F3-75E4-CDB747021F3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416425" y="5799138"/>
            <a:ext cx="392113" cy="1365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A40C254-AEF5-43D9-A777-1613588A576B}" type="datetime'''''''''6''''''''''''''''4'',''''''''''''''''''''''''7''''%'">
              <a:rPr lang="pt-BR" altLang="en-US" sz="10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64,7%</a:t>
            </a:fld>
            <a:endParaRPr lang="pt-BR" sz="1000">
              <a:solidFill>
                <a:schemeClr val="bg1"/>
              </a:solidFill>
              <a:latin typeface="+mj-lt"/>
              <a:ea typeface="+mj-ea"/>
              <a:cs typeface="+mj-cs"/>
              <a:sym typeface="Suzano Display" panose="02010503030508060203" pitchFamily="2" charset="0"/>
            </a:endParaRPr>
          </a:p>
        </p:txBody>
      </p:sp>
      <p:sp>
        <p:nvSpPr>
          <p:cNvPr id="314" name="CaixaDeTexto 313">
            <a:extLst>
              <a:ext uri="{FF2B5EF4-FFF2-40B4-BE49-F238E27FC236}">
                <a16:creationId xmlns:a16="http://schemas.microsoft.com/office/drawing/2014/main" id="{3C0A47A3-5A76-BA46-42DB-5962240257DA}"/>
              </a:ext>
            </a:extLst>
          </p:cNvPr>
          <p:cNvSpPr txBox="1"/>
          <p:nvPr/>
        </p:nvSpPr>
        <p:spPr>
          <a:xfrm>
            <a:off x="3668713" y="4878388"/>
            <a:ext cx="171122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900" b="1" dirty="0">
                <a:solidFill>
                  <a:srgbClr val="002060"/>
                </a:solidFill>
                <a:latin typeface="+mj-lt"/>
                <a:sym typeface="Calibri"/>
              </a:rPr>
              <a:t>76,9M </a:t>
            </a:r>
            <a:r>
              <a:rPr lang="pt-BR" sz="900" dirty="0">
                <a:solidFill>
                  <a:srgbClr val="002060"/>
                </a:solidFill>
                <a:latin typeface="+mj-lt"/>
                <a:sym typeface="Calibri"/>
              </a:rPr>
              <a:t>faturamento total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900" b="1" dirty="0">
                <a:solidFill>
                  <a:srgbClr val="1834C5"/>
                </a:solidFill>
                <a:latin typeface="+mj-lt"/>
                <a:sym typeface="Calibri"/>
              </a:rPr>
              <a:t>49,7M </a:t>
            </a:r>
            <a:r>
              <a:rPr lang="pt-BR" sz="900" dirty="0">
                <a:solidFill>
                  <a:srgbClr val="1834C5"/>
                </a:solidFill>
                <a:latin typeface="+mj-lt"/>
                <a:sym typeface="Calibri"/>
              </a:rPr>
              <a:t>c/ Suzano</a:t>
            </a:r>
            <a:endParaRPr kumimoji="0" lang="pt-BR" sz="900" i="0" u="none" strike="noStrike" cap="none" spc="0" normalizeH="0" baseline="0" dirty="0">
              <a:ln>
                <a:noFill/>
              </a:ln>
              <a:solidFill>
                <a:srgbClr val="1834C5"/>
              </a:solidFill>
              <a:effectLst/>
              <a:uFillTx/>
              <a:latin typeface="+mj-lt"/>
              <a:sym typeface="Calibri"/>
            </a:endParaRPr>
          </a:p>
        </p:txBody>
      </p: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6A42090E-C0D4-EA21-A203-D822778870A8}"/>
              </a:ext>
            </a:extLst>
          </p:cNvPr>
          <p:cNvSpPr txBox="1"/>
          <p:nvPr/>
        </p:nvSpPr>
        <p:spPr>
          <a:xfrm>
            <a:off x="4458656" y="6103938"/>
            <a:ext cx="1711228" cy="2308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900" i="1" dirty="0">
                <a:solidFill>
                  <a:srgbClr val="37373A"/>
                </a:solidFill>
                <a:latin typeface="+mj-lt"/>
                <a:sym typeface="Calibri"/>
              </a:rPr>
              <a:t>Base 2025</a:t>
            </a:r>
            <a:endParaRPr kumimoji="0" lang="pt-BR" sz="900" i="1" u="none" strike="noStrike" cap="none" spc="0" normalizeH="0" baseline="0" dirty="0">
              <a:ln>
                <a:noFill/>
              </a:ln>
              <a:solidFill>
                <a:srgbClr val="37373A"/>
              </a:solidFill>
              <a:effectLst/>
              <a:uFillTx/>
              <a:latin typeface="+mj-lt"/>
              <a:sym typeface="Calibri"/>
            </a:endParaRPr>
          </a:p>
        </p:txBody>
      </p:sp>
      <p:sp>
        <p:nvSpPr>
          <p:cNvPr id="324" name="CaixaDeTexto 323">
            <a:extLst>
              <a:ext uri="{FF2B5EF4-FFF2-40B4-BE49-F238E27FC236}">
                <a16:creationId xmlns:a16="http://schemas.microsoft.com/office/drawing/2014/main" id="{904E23A0-8090-2E10-8DF0-F4D0A9B82EBB}"/>
              </a:ext>
            </a:extLst>
          </p:cNvPr>
          <p:cNvSpPr txBox="1"/>
          <p:nvPr/>
        </p:nvSpPr>
        <p:spPr>
          <a:xfrm>
            <a:off x="996950" y="4610100"/>
            <a:ext cx="1838325" cy="24417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</a:rPr>
              <a:t>A. Market </a:t>
            </a:r>
            <a:r>
              <a:rPr lang="pt-BR" sz="1000" dirty="0" err="1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</a:rPr>
              <a:t>Share</a:t>
            </a:r>
            <a:r>
              <a:rPr lang="pt-BR" sz="1000" dirty="0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</a:rPr>
              <a:t> estimado</a:t>
            </a:r>
            <a:endParaRPr lang="en-US" sz="1000" dirty="0">
              <a:solidFill>
                <a:schemeClr val="tx1">
                  <a:lumMod val="50000"/>
                </a:schemeClr>
              </a:solidFill>
              <a:latin typeface="Suzano Display" panose="02010503030508060203" pitchFamily="2" charset="0"/>
            </a:endParaRPr>
          </a:p>
        </p:txBody>
      </p:sp>
      <p:sp>
        <p:nvSpPr>
          <p:cNvPr id="326" name="CaixaDeTexto 325">
            <a:extLst>
              <a:ext uri="{FF2B5EF4-FFF2-40B4-BE49-F238E27FC236}">
                <a16:creationId xmlns:a16="http://schemas.microsoft.com/office/drawing/2014/main" id="{A6DE5138-1BCC-532D-DF86-D88E05239BF4}"/>
              </a:ext>
            </a:extLst>
          </p:cNvPr>
          <p:cNvSpPr txBox="1"/>
          <p:nvPr/>
        </p:nvSpPr>
        <p:spPr>
          <a:xfrm>
            <a:off x="3046413" y="4622800"/>
            <a:ext cx="2566842" cy="2462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</a:rPr>
              <a:t>B. % Financeira TRC/ Suzano (R$/MM)</a:t>
            </a:r>
            <a:endParaRPr lang="en-US" sz="1000" dirty="0">
              <a:solidFill>
                <a:schemeClr val="tx1">
                  <a:lumMod val="50000"/>
                </a:schemeClr>
              </a:solidFill>
              <a:latin typeface="Suzano Display" panose="02010503030508060203" pitchFamily="2" charset="0"/>
            </a:endParaRPr>
          </a:p>
        </p:txBody>
      </p:sp>
      <p:sp>
        <p:nvSpPr>
          <p:cNvPr id="336" name="Oval 30">
            <a:extLst>
              <a:ext uri="{FF2B5EF4-FFF2-40B4-BE49-F238E27FC236}">
                <a16:creationId xmlns:a16="http://schemas.microsoft.com/office/drawing/2014/main" id="{0116E71A-66C1-03B8-AA4B-2589DE46FB79}"/>
              </a:ext>
            </a:extLst>
          </p:cNvPr>
          <p:cNvSpPr/>
          <p:nvPr/>
        </p:nvSpPr>
        <p:spPr>
          <a:xfrm>
            <a:off x="781417" y="3713939"/>
            <a:ext cx="270000" cy="270000"/>
          </a:xfrm>
          <a:prstGeom prst="ellipse">
            <a:avLst/>
          </a:prstGeom>
          <a:solidFill>
            <a:srgbClr val="FFFFFF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338" name="TextBox 36">
            <a:extLst>
              <a:ext uri="{FF2B5EF4-FFF2-40B4-BE49-F238E27FC236}">
                <a16:creationId xmlns:a16="http://schemas.microsoft.com/office/drawing/2014/main" id="{70CD84CE-608A-CA53-D7A5-392FF8157AC2}"/>
              </a:ext>
            </a:extLst>
          </p:cNvPr>
          <p:cNvSpPr txBox="1"/>
          <p:nvPr/>
        </p:nvSpPr>
        <p:spPr>
          <a:xfrm>
            <a:off x="838489" y="3739095"/>
            <a:ext cx="158697" cy="23083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500" noProof="0" dirty="0">
                <a:solidFill>
                  <a:schemeClr val="tx2"/>
                </a:solidFill>
              </a:rPr>
              <a:t>III</a:t>
            </a:r>
          </a:p>
        </p:txBody>
      </p:sp>
      <p:sp>
        <p:nvSpPr>
          <p:cNvPr id="340" name="CaixaDeTexto 339">
            <a:extLst>
              <a:ext uri="{FF2B5EF4-FFF2-40B4-BE49-F238E27FC236}">
                <a16:creationId xmlns:a16="http://schemas.microsoft.com/office/drawing/2014/main" id="{323CA2E7-2558-FD05-E363-69E745347E4F}"/>
              </a:ext>
            </a:extLst>
          </p:cNvPr>
          <p:cNvSpPr txBox="1"/>
          <p:nvPr/>
        </p:nvSpPr>
        <p:spPr>
          <a:xfrm>
            <a:off x="419509" y="4128584"/>
            <a:ext cx="6078129" cy="46166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1200" b="1" dirty="0">
                <a:solidFill>
                  <a:srgbClr val="37373A"/>
                </a:solidFill>
              </a:rPr>
              <a:t>Mkt estimado em ~R$ 600 MM/ano¹; Suzano representa ~7% do mercado e ~65% da carteira da TRC, tornando a retenção do contrato estratégica para a </a:t>
            </a:r>
            <a:r>
              <a:rPr lang="pt-BR" sz="1200" b="1" dirty="0" err="1">
                <a:solidFill>
                  <a:srgbClr val="37373A"/>
                </a:solidFill>
              </a:rPr>
              <a:t>Aldak</a:t>
            </a:r>
            <a:endParaRPr lang="pt-BR" sz="1200" b="1" dirty="0">
              <a:solidFill>
                <a:srgbClr val="37373A"/>
              </a:solidFill>
            </a:endParaRPr>
          </a:p>
        </p:txBody>
      </p:sp>
      <p:sp>
        <p:nvSpPr>
          <p:cNvPr id="342" name="CaixaDeTexto 341">
            <a:extLst>
              <a:ext uri="{FF2B5EF4-FFF2-40B4-BE49-F238E27FC236}">
                <a16:creationId xmlns:a16="http://schemas.microsoft.com/office/drawing/2014/main" id="{160B7E78-62E4-E063-ECE9-B519F5F717D0}"/>
              </a:ext>
            </a:extLst>
          </p:cNvPr>
          <p:cNvSpPr txBox="1"/>
          <p:nvPr/>
        </p:nvSpPr>
        <p:spPr>
          <a:xfrm>
            <a:off x="6731264" y="6467577"/>
            <a:ext cx="609755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>
              <a:defRPr lang="de-DE"/>
            </a:defPPr>
            <a:lvl1pPr marR="0" indent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i="1">
                <a:solidFill>
                  <a:schemeClr val="tx1">
                    <a:lumMod val="50000"/>
                  </a:schemeClr>
                </a:solidFill>
                <a:latin typeface="Suzano Display" panose="02010503030508060203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 i="0" dirty="0"/>
              <a:t>*Fonte: Dados de mercado e </a:t>
            </a:r>
            <a:r>
              <a:rPr lang="pt-BR" i="0" dirty="0" err="1"/>
              <a:t>DREs</a:t>
            </a:r>
            <a:r>
              <a:rPr lang="pt-BR" i="0" dirty="0"/>
              <a:t> | Valores sem CAPEX / **</a:t>
            </a:r>
            <a:r>
              <a:rPr lang="pt-BR" i="0" dirty="0" err="1"/>
              <a:t>Benchamrk</a:t>
            </a:r>
            <a:endParaRPr lang="pt-BR" i="0" dirty="0"/>
          </a:p>
        </p:txBody>
      </p:sp>
      <p:grpSp>
        <p:nvGrpSpPr>
          <p:cNvPr id="362" name="Group 160">
            <a:extLst>
              <a:ext uri="{FF2B5EF4-FFF2-40B4-BE49-F238E27FC236}">
                <a16:creationId xmlns:a16="http://schemas.microsoft.com/office/drawing/2014/main" id="{7628C8AA-68EE-6DBC-ADF9-EB1C95BD665B}"/>
              </a:ext>
            </a:extLst>
          </p:cNvPr>
          <p:cNvGrpSpPr>
            <a:grpSpLocks noChangeAspect="1"/>
          </p:cNvGrpSpPr>
          <p:nvPr/>
        </p:nvGrpSpPr>
        <p:grpSpPr>
          <a:xfrm>
            <a:off x="6474068" y="3659966"/>
            <a:ext cx="427392" cy="427391"/>
            <a:chOff x="7809121" y="3395538"/>
            <a:chExt cx="463466" cy="463465"/>
          </a:xfrm>
        </p:grpSpPr>
        <p:sp>
          <p:nvSpPr>
            <p:cNvPr id="363" name="Oval 161">
              <a:extLst>
                <a:ext uri="{FF2B5EF4-FFF2-40B4-BE49-F238E27FC236}">
                  <a16:creationId xmlns:a16="http://schemas.microsoft.com/office/drawing/2014/main" id="{5CCA66F2-EFA3-4256-0716-0C5C549C0535}"/>
                </a:ext>
              </a:extLst>
            </p:cNvPr>
            <p:cNvSpPr>
              <a:spLocks/>
            </p:cNvSpPr>
            <p:nvPr>
              <p:custDataLst>
                <p:tags r:id="rId28"/>
              </p:custDataLst>
            </p:nvPr>
          </p:nvSpPr>
          <p:spPr>
            <a:xfrm>
              <a:off x="7809121" y="3395538"/>
              <a:ext cx="463466" cy="463465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1834C5">
                      <a:lumMod val="50000"/>
                    </a:srgbClr>
                  </a:gs>
                  <a:gs pos="100000">
                    <a:srgbClr val="1834C5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pt-BR" kern="0" noProof="0">
                <a:solidFill>
                  <a:srgbClr val="404040"/>
                </a:solidFill>
              </a:endParaRPr>
            </a:p>
          </p:txBody>
        </p:sp>
        <p:grpSp>
          <p:nvGrpSpPr>
            <p:cNvPr id="364" name="bcgIcons_Moving forward">
              <a:extLst>
                <a:ext uri="{FF2B5EF4-FFF2-40B4-BE49-F238E27FC236}">
                  <a16:creationId xmlns:a16="http://schemas.microsoft.com/office/drawing/2014/main" id="{5BBD02F7-D73D-0583-B2B4-AF85BBF1F19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2583" y="3429000"/>
              <a:ext cx="396541" cy="396541"/>
              <a:chOff x="5273040" y="2606040"/>
              <a:chExt cx="1645920" cy="1645920"/>
            </a:xfrm>
          </p:grpSpPr>
          <p:sp>
            <p:nvSpPr>
              <p:cNvPr id="365" name="AutoShape 10">
                <a:extLst>
                  <a:ext uri="{FF2B5EF4-FFF2-40B4-BE49-F238E27FC236}">
                    <a16:creationId xmlns:a16="http://schemas.microsoft.com/office/drawing/2014/main" id="{E8E6F52C-6B0C-B123-A1DC-7E27C47FD5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73040" y="2606040"/>
                <a:ext cx="1645920" cy="16459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grpSp>
            <p:nvGrpSpPr>
              <p:cNvPr id="366" name="Group 164">
                <a:extLst>
                  <a:ext uri="{FF2B5EF4-FFF2-40B4-BE49-F238E27FC236}">
                    <a16:creationId xmlns:a16="http://schemas.microsoft.com/office/drawing/2014/main" id="{00CB0807-4C8A-56B5-B5F1-91DA8EB9527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493600" y="3042286"/>
                <a:ext cx="1205866" cy="773430"/>
                <a:chOff x="5493600" y="3042286"/>
                <a:chExt cx="1205866" cy="773430"/>
              </a:xfrm>
            </p:grpSpPr>
            <p:sp>
              <p:nvSpPr>
                <p:cNvPr id="367" name="AutoShape 12">
                  <a:extLst>
                    <a:ext uri="{FF2B5EF4-FFF2-40B4-BE49-F238E27FC236}">
                      <a16:creationId xmlns:a16="http://schemas.microsoft.com/office/drawing/2014/main" id="{7873D1A6-99E4-02ED-B692-2B5D5B8A17B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5493600" y="3042286"/>
                  <a:ext cx="1205866" cy="7734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pt-BR" noProof="0"/>
                </a:p>
              </p:txBody>
            </p:sp>
            <p:grpSp>
              <p:nvGrpSpPr>
                <p:cNvPr id="368" name="Group 166">
                  <a:extLst>
                    <a:ext uri="{FF2B5EF4-FFF2-40B4-BE49-F238E27FC236}">
                      <a16:creationId xmlns:a16="http://schemas.microsoft.com/office/drawing/2014/main" id="{6F7D6858-AC86-62CB-D744-6F23A1727A87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493600" y="3042286"/>
                  <a:ext cx="1205866" cy="773430"/>
                  <a:chOff x="5493600" y="3042286"/>
                  <a:chExt cx="1205866" cy="773430"/>
                </a:xfrm>
              </p:grpSpPr>
              <p:sp>
                <p:nvSpPr>
                  <p:cNvPr id="369" name="Freeform 14">
                    <a:extLst>
                      <a:ext uri="{FF2B5EF4-FFF2-40B4-BE49-F238E27FC236}">
                        <a16:creationId xmlns:a16="http://schemas.microsoft.com/office/drawing/2014/main" id="{34B1EE3E-34D4-77DC-3D84-0822ECE803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93600" y="3042286"/>
                    <a:ext cx="986790" cy="773430"/>
                  </a:xfrm>
                  <a:custGeom>
                    <a:avLst/>
                    <a:gdLst>
                      <a:gd name="T0" fmla="*/ 904 w 1505"/>
                      <a:gd name="T1" fmla="*/ 1174 h 1177"/>
                      <a:gd name="T2" fmla="*/ 904 w 1505"/>
                      <a:gd name="T3" fmla="*/ 896 h 1177"/>
                      <a:gd name="T4" fmla="*/ 0 w 1505"/>
                      <a:gd name="T5" fmla="*/ 1177 h 1177"/>
                      <a:gd name="T6" fmla="*/ 264 w 1505"/>
                      <a:gd name="T7" fmla="*/ 549 h 1177"/>
                      <a:gd name="T8" fmla="*/ 902 w 1505"/>
                      <a:gd name="T9" fmla="*/ 290 h 1177"/>
                      <a:gd name="T10" fmla="*/ 902 w 1505"/>
                      <a:gd name="T11" fmla="*/ 0 h 1177"/>
                      <a:gd name="T12" fmla="*/ 1505 w 1505"/>
                      <a:gd name="T13" fmla="*/ 588 h 1177"/>
                      <a:gd name="T14" fmla="*/ 904 w 1505"/>
                      <a:gd name="T15" fmla="*/ 1174 h 11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505" h="1177">
                        <a:moveTo>
                          <a:pt x="904" y="1174"/>
                        </a:moveTo>
                        <a:cubicBezTo>
                          <a:pt x="904" y="1087"/>
                          <a:pt x="904" y="993"/>
                          <a:pt x="904" y="896"/>
                        </a:cubicBezTo>
                        <a:cubicBezTo>
                          <a:pt x="548" y="819"/>
                          <a:pt x="241" y="889"/>
                          <a:pt x="0" y="1177"/>
                        </a:cubicBezTo>
                        <a:cubicBezTo>
                          <a:pt x="11" y="934"/>
                          <a:pt x="92" y="722"/>
                          <a:pt x="264" y="549"/>
                        </a:cubicBezTo>
                        <a:cubicBezTo>
                          <a:pt x="437" y="375"/>
                          <a:pt x="656" y="305"/>
                          <a:pt x="902" y="290"/>
                        </a:cubicBezTo>
                        <a:cubicBezTo>
                          <a:pt x="902" y="192"/>
                          <a:pt x="902" y="94"/>
                          <a:pt x="902" y="0"/>
                        </a:cubicBezTo>
                        <a:cubicBezTo>
                          <a:pt x="1103" y="196"/>
                          <a:pt x="1303" y="391"/>
                          <a:pt x="1505" y="588"/>
                        </a:cubicBezTo>
                        <a:cubicBezTo>
                          <a:pt x="1302" y="786"/>
                          <a:pt x="1103" y="980"/>
                          <a:pt x="904" y="1174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pt-BR" noProof="0"/>
                  </a:p>
                </p:txBody>
              </p:sp>
              <p:sp>
                <p:nvSpPr>
                  <p:cNvPr id="370" name="Freeform 15">
                    <a:extLst>
                      <a:ext uri="{FF2B5EF4-FFF2-40B4-BE49-F238E27FC236}">
                        <a16:creationId xmlns:a16="http://schemas.microsoft.com/office/drawing/2014/main" id="{8E8D6197-1D54-6D7F-946B-DA42AD2136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91796" y="3042286"/>
                    <a:ext cx="407670" cy="773430"/>
                  </a:xfrm>
                  <a:custGeom>
                    <a:avLst/>
                    <a:gdLst>
                      <a:gd name="T0" fmla="*/ 21 w 622"/>
                      <a:gd name="T1" fmla="*/ 1176 h 1176"/>
                      <a:gd name="T2" fmla="*/ 22 w 622"/>
                      <a:gd name="T3" fmla="*/ 1019 h 1176"/>
                      <a:gd name="T4" fmla="*/ 53 w 622"/>
                      <a:gd name="T5" fmla="*/ 972 h 1176"/>
                      <a:gd name="T6" fmla="*/ 441 w 622"/>
                      <a:gd name="T7" fmla="*/ 602 h 1176"/>
                      <a:gd name="T8" fmla="*/ 130 w 622"/>
                      <a:gd name="T9" fmla="*/ 290 h 1176"/>
                      <a:gd name="T10" fmla="*/ 21 w 622"/>
                      <a:gd name="T11" fmla="*/ 18 h 1176"/>
                      <a:gd name="T12" fmla="*/ 21 w 622"/>
                      <a:gd name="T13" fmla="*/ 0 h 1176"/>
                      <a:gd name="T14" fmla="*/ 622 w 622"/>
                      <a:gd name="T15" fmla="*/ 593 h 1176"/>
                      <a:gd name="T16" fmla="*/ 21 w 622"/>
                      <a:gd name="T17" fmla="*/ 1176 h 11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22" h="1176">
                        <a:moveTo>
                          <a:pt x="21" y="1176"/>
                        </a:moveTo>
                        <a:cubicBezTo>
                          <a:pt x="21" y="1130"/>
                          <a:pt x="19" y="1074"/>
                          <a:pt x="22" y="1019"/>
                        </a:cubicBezTo>
                        <a:cubicBezTo>
                          <a:pt x="23" y="1003"/>
                          <a:pt x="40" y="985"/>
                          <a:pt x="53" y="972"/>
                        </a:cubicBezTo>
                        <a:cubicBezTo>
                          <a:pt x="181" y="849"/>
                          <a:pt x="310" y="727"/>
                          <a:pt x="441" y="602"/>
                        </a:cubicBezTo>
                        <a:cubicBezTo>
                          <a:pt x="329" y="488"/>
                          <a:pt x="235" y="382"/>
                          <a:pt x="130" y="290"/>
                        </a:cubicBezTo>
                        <a:cubicBezTo>
                          <a:pt x="44" y="214"/>
                          <a:pt x="0" y="132"/>
                          <a:pt x="21" y="18"/>
                        </a:cubicBezTo>
                        <a:cubicBezTo>
                          <a:pt x="22" y="11"/>
                          <a:pt x="21" y="3"/>
                          <a:pt x="21" y="0"/>
                        </a:cubicBezTo>
                        <a:cubicBezTo>
                          <a:pt x="219" y="195"/>
                          <a:pt x="418" y="392"/>
                          <a:pt x="622" y="593"/>
                        </a:cubicBezTo>
                        <a:cubicBezTo>
                          <a:pt x="422" y="787"/>
                          <a:pt x="220" y="983"/>
                          <a:pt x="21" y="117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pt-BR" noProof="0"/>
                  </a:p>
                </p:txBody>
              </p:sp>
            </p:grpSp>
          </p:grpSp>
        </p:grpSp>
      </p:grpSp>
      <p:sp>
        <p:nvSpPr>
          <p:cNvPr id="375" name="Rectangle: Diagonal Corners Rounded 159">
            <a:extLst>
              <a:ext uri="{FF2B5EF4-FFF2-40B4-BE49-F238E27FC236}">
                <a16:creationId xmlns:a16="http://schemas.microsoft.com/office/drawing/2014/main" id="{D86EAAB7-394D-160D-BA12-ED6D6DD5FEF6}"/>
              </a:ext>
            </a:extLst>
          </p:cNvPr>
          <p:cNvSpPr/>
          <p:nvPr/>
        </p:nvSpPr>
        <p:spPr>
          <a:xfrm>
            <a:off x="7043319" y="3661741"/>
            <a:ext cx="4541115" cy="363144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pt-BR" sz="1400" kern="0" noProof="0" dirty="0">
                <a:solidFill>
                  <a:schemeClr val="bg1"/>
                </a:solidFill>
              </a:rPr>
              <a:t>Visão de Mercado – Comunicação crítica </a:t>
            </a:r>
          </a:p>
        </p:txBody>
      </p:sp>
      <p:sp>
        <p:nvSpPr>
          <p:cNvPr id="377" name="Right Triangle 178">
            <a:extLst>
              <a:ext uri="{FF2B5EF4-FFF2-40B4-BE49-F238E27FC236}">
                <a16:creationId xmlns:a16="http://schemas.microsoft.com/office/drawing/2014/main" id="{9BEE6C35-C526-072A-A445-3CA4F97C4188}"/>
              </a:ext>
            </a:extLst>
          </p:cNvPr>
          <p:cNvSpPr/>
          <p:nvPr/>
        </p:nvSpPr>
        <p:spPr>
          <a:xfrm flipH="1" flipV="1">
            <a:off x="6983144" y="3935889"/>
            <a:ext cx="60174" cy="115984"/>
          </a:xfrm>
          <a:prstGeom prst="rtTriangle">
            <a:avLst/>
          </a:prstGeom>
          <a:solidFill>
            <a:srgbClr val="0D1C67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379" name="Right Triangle 177">
            <a:extLst>
              <a:ext uri="{FF2B5EF4-FFF2-40B4-BE49-F238E27FC236}">
                <a16:creationId xmlns:a16="http://schemas.microsoft.com/office/drawing/2014/main" id="{C14A5E97-D6C1-D85D-8E6E-A28DD3165075}"/>
              </a:ext>
            </a:extLst>
          </p:cNvPr>
          <p:cNvSpPr/>
          <p:nvPr/>
        </p:nvSpPr>
        <p:spPr>
          <a:xfrm>
            <a:off x="11576754" y="3663069"/>
            <a:ext cx="60174" cy="115984"/>
          </a:xfrm>
          <a:prstGeom prst="rtTriangle">
            <a:avLst/>
          </a:prstGeom>
          <a:solidFill>
            <a:srgbClr val="0D1C67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397" name="CaixaDeTexto 396">
            <a:extLst>
              <a:ext uri="{FF2B5EF4-FFF2-40B4-BE49-F238E27FC236}">
                <a16:creationId xmlns:a16="http://schemas.microsoft.com/office/drawing/2014/main" id="{9851E869-F845-DD2A-6EC2-869C0A005299}"/>
              </a:ext>
            </a:extLst>
          </p:cNvPr>
          <p:cNvSpPr txBox="1"/>
          <p:nvPr/>
        </p:nvSpPr>
        <p:spPr>
          <a:xfrm>
            <a:off x="6731264" y="4120811"/>
            <a:ext cx="5041228" cy="46166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1200" b="1" dirty="0">
                <a:solidFill>
                  <a:srgbClr val="37373A"/>
                </a:solidFill>
              </a:rPr>
              <a:t>Modelo </a:t>
            </a:r>
            <a:r>
              <a:rPr lang="pt-BR" sz="1200" b="1" dirty="0" err="1">
                <a:solidFill>
                  <a:srgbClr val="37373A"/>
                </a:solidFill>
              </a:rPr>
              <a:t>turnkey</a:t>
            </a:r>
            <a:r>
              <a:rPr lang="pt-BR" sz="1200" b="1" dirty="0">
                <a:solidFill>
                  <a:srgbClr val="37373A"/>
                </a:solidFill>
              </a:rPr>
              <a:t>, com alto investimento inicial (CAPEX); Preço médio Suzano ~14% abaixo do mercado (R$ 240 vs. R$ 280)**</a:t>
            </a:r>
          </a:p>
        </p:txBody>
      </p:sp>
      <p:sp>
        <p:nvSpPr>
          <p:cNvPr id="423" name="Rectangle: Rounded Corners 58">
            <a:extLst>
              <a:ext uri="{FF2B5EF4-FFF2-40B4-BE49-F238E27FC236}">
                <a16:creationId xmlns:a16="http://schemas.microsoft.com/office/drawing/2014/main" id="{9E73A487-BA82-4D62-3210-43BFF69CB84F}"/>
              </a:ext>
            </a:extLst>
          </p:cNvPr>
          <p:cNvSpPr/>
          <p:nvPr/>
        </p:nvSpPr>
        <p:spPr>
          <a:xfrm>
            <a:off x="6664407" y="4822469"/>
            <a:ext cx="1621177" cy="1474975"/>
          </a:xfrm>
          <a:prstGeom prst="roundRect">
            <a:avLst>
              <a:gd name="adj" fmla="val 6199"/>
            </a:avLst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424" name="TextBox 71">
            <a:extLst>
              <a:ext uri="{FF2B5EF4-FFF2-40B4-BE49-F238E27FC236}">
                <a16:creationId xmlns:a16="http://schemas.microsoft.com/office/drawing/2014/main" id="{321E246F-0292-4E2C-95E5-95AEC3F6AFCA}"/>
              </a:ext>
            </a:extLst>
          </p:cNvPr>
          <p:cNvSpPr txBox="1"/>
          <p:nvPr/>
        </p:nvSpPr>
        <p:spPr>
          <a:xfrm>
            <a:off x="6288669" y="5425039"/>
            <a:ext cx="2330482" cy="32316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pt-BR" sz="1500" b="1" dirty="0">
                <a:solidFill>
                  <a:schemeClr val="tx2"/>
                </a:solidFill>
              </a:rPr>
              <a:t>22MM</a:t>
            </a:r>
            <a:endParaRPr lang="pt-BR" sz="1500" b="1" noProof="0" dirty="0">
              <a:solidFill>
                <a:schemeClr val="tx2"/>
              </a:solidFill>
            </a:endParaRPr>
          </a:p>
        </p:txBody>
      </p:sp>
      <p:cxnSp>
        <p:nvCxnSpPr>
          <p:cNvPr id="425" name="Straight Connector 80">
            <a:extLst>
              <a:ext uri="{FF2B5EF4-FFF2-40B4-BE49-F238E27FC236}">
                <a16:creationId xmlns:a16="http://schemas.microsoft.com/office/drawing/2014/main" id="{E2ECE1BC-5B80-12A9-C653-61530C3BC5FB}"/>
              </a:ext>
            </a:extLst>
          </p:cNvPr>
          <p:cNvCxnSpPr>
            <a:cxnSpLocks/>
          </p:cNvCxnSpPr>
          <p:nvPr/>
        </p:nvCxnSpPr>
        <p:spPr>
          <a:xfrm>
            <a:off x="6705990" y="5759430"/>
            <a:ext cx="1495840" cy="0"/>
          </a:xfrm>
          <a:prstGeom prst="line">
            <a:avLst/>
          </a:prstGeom>
          <a:ln w="9525" cap="rnd">
            <a:gradFill flip="none" rotWithShape="1">
              <a:gsLst>
                <a:gs pos="100000">
                  <a:schemeClr val="bg2"/>
                </a:gs>
                <a:gs pos="0">
                  <a:schemeClr val="tx2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CaixaDeTexto 414">
            <a:extLst>
              <a:ext uri="{FF2B5EF4-FFF2-40B4-BE49-F238E27FC236}">
                <a16:creationId xmlns:a16="http://schemas.microsoft.com/office/drawing/2014/main" id="{D5012D0A-0EC1-3084-B058-FEA21B17E3B9}"/>
              </a:ext>
            </a:extLst>
          </p:cNvPr>
          <p:cNvSpPr txBox="1"/>
          <p:nvPr/>
        </p:nvSpPr>
        <p:spPr>
          <a:xfrm>
            <a:off x="6747191" y="5844263"/>
            <a:ext cx="1587874" cy="50783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50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900" dirty="0">
                <a:sym typeface="Calibri"/>
              </a:rPr>
              <a:t>Custo base do BID-2022 com inflação (2023-2026)</a:t>
            </a:r>
          </a:p>
          <a:p>
            <a:endParaRPr lang="pt-BR" sz="900" dirty="0">
              <a:sym typeface="Calibri"/>
            </a:endParaRPr>
          </a:p>
        </p:txBody>
      </p:sp>
      <p:sp>
        <p:nvSpPr>
          <p:cNvPr id="428" name="CaixaDeTexto 427">
            <a:extLst>
              <a:ext uri="{FF2B5EF4-FFF2-40B4-BE49-F238E27FC236}">
                <a16:creationId xmlns:a16="http://schemas.microsoft.com/office/drawing/2014/main" id="{035B7498-FC65-20A7-0B7B-D4D05BF8F596}"/>
              </a:ext>
            </a:extLst>
          </p:cNvPr>
          <p:cNvSpPr txBox="1"/>
          <p:nvPr/>
        </p:nvSpPr>
        <p:spPr>
          <a:xfrm>
            <a:off x="6573462" y="4968730"/>
            <a:ext cx="1803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pt-BR" sz="1000" b="1" dirty="0">
                <a:solidFill>
                  <a:srgbClr val="1834C5"/>
                </a:solidFill>
                <a:latin typeface="+mj-lt"/>
              </a:rPr>
              <a:t>Investimento estimado troca de fornecedor</a:t>
            </a:r>
          </a:p>
        </p:txBody>
      </p:sp>
      <p:graphicFrame>
        <p:nvGraphicFramePr>
          <p:cNvPr id="429" name="Tabela 428">
            <a:extLst>
              <a:ext uri="{FF2B5EF4-FFF2-40B4-BE49-F238E27FC236}">
                <a16:creationId xmlns:a16="http://schemas.microsoft.com/office/drawing/2014/main" id="{D608901C-D608-BACF-246A-522CF9C4D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44623"/>
              </p:ext>
            </p:extLst>
          </p:nvPr>
        </p:nvGraphicFramePr>
        <p:xfrm>
          <a:off x="8416748" y="4797506"/>
          <a:ext cx="3343653" cy="150169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6932480"/>
                    </a:ext>
                  </a:extLst>
                </a:gridCol>
                <a:gridCol w="814551">
                  <a:extLst>
                    <a:ext uri="{9D8B030D-6E8A-4147-A177-3AD203B41FA5}">
                      <a16:colId xmlns:a16="http://schemas.microsoft.com/office/drawing/2014/main" val="3339749305"/>
                    </a:ext>
                  </a:extLst>
                </a:gridCol>
                <a:gridCol w="814551">
                  <a:extLst>
                    <a:ext uri="{9D8B030D-6E8A-4147-A177-3AD203B41FA5}">
                      <a16:colId xmlns:a16="http://schemas.microsoft.com/office/drawing/2014/main" val="451613862"/>
                    </a:ext>
                  </a:extLst>
                </a:gridCol>
                <a:gridCol w="814551">
                  <a:extLst>
                    <a:ext uri="{9D8B030D-6E8A-4147-A177-3AD203B41FA5}">
                      <a16:colId xmlns:a16="http://schemas.microsoft.com/office/drawing/2014/main" val="966816514"/>
                    </a:ext>
                  </a:extLst>
                </a:gridCol>
              </a:tblGrid>
              <a:tr h="1967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Itens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Vale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Eldorado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CMPC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68491717"/>
                  </a:ext>
                </a:extLst>
              </a:tr>
              <a:tr h="311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Escopo (Rádios Locados)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20 k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1,5 k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1,2 k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6170174"/>
                  </a:ext>
                </a:extLst>
              </a:tr>
              <a:tr h="1967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Tecnologia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Tetra e P25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DMR </a:t>
                      </a:r>
                      <a:r>
                        <a:rPr lang="pt-BR" sz="900" u="none" strike="noStrike" dirty="0" err="1">
                          <a:effectLst/>
                        </a:rPr>
                        <a:t>Tier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Tetra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54928001"/>
                  </a:ext>
                </a:extLst>
              </a:tr>
              <a:tr h="4859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Custo Médio por Rádio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~ R$ 280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7661126"/>
                  </a:ext>
                </a:extLst>
              </a:tr>
              <a:tr h="3110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Fornecedores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Aldak (Altcon)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Fernante e Abix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Motorola Solutions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9048107"/>
                  </a:ext>
                </a:extLst>
              </a:tr>
            </a:tbl>
          </a:graphicData>
        </a:graphic>
      </p:graphicFrame>
      <p:sp>
        <p:nvSpPr>
          <p:cNvPr id="431" name="Oval 30">
            <a:extLst>
              <a:ext uri="{FF2B5EF4-FFF2-40B4-BE49-F238E27FC236}">
                <a16:creationId xmlns:a16="http://schemas.microsoft.com/office/drawing/2014/main" id="{888D9E54-F0AE-9652-4251-0E9B904BDD94}"/>
              </a:ext>
            </a:extLst>
          </p:cNvPr>
          <p:cNvSpPr/>
          <p:nvPr/>
        </p:nvSpPr>
        <p:spPr>
          <a:xfrm>
            <a:off x="7191565" y="3706316"/>
            <a:ext cx="270000" cy="270000"/>
          </a:xfrm>
          <a:prstGeom prst="ellipse">
            <a:avLst/>
          </a:prstGeom>
          <a:solidFill>
            <a:srgbClr val="FFFFFF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433" name="TextBox 36">
            <a:extLst>
              <a:ext uri="{FF2B5EF4-FFF2-40B4-BE49-F238E27FC236}">
                <a16:creationId xmlns:a16="http://schemas.microsoft.com/office/drawing/2014/main" id="{06897DAD-00D6-95BB-F66A-1761271C9292}"/>
              </a:ext>
            </a:extLst>
          </p:cNvPr>
          <p:cNvSpPr txBox="1"/>
          <p:nvPr/>
        </p:nvSpPr>
        <p:spPr>
          <a:xfrm>
            <a:off x="7237416" y="3731472"/>
            <a:ext cx="181140" cy="23083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500" noProof="0" dirty="0">
                <a:solidFill>
                  <a:schemeClr val="tx2"/>
                </a:solidFill>
              </a:rPr>
              <a:t>IV</a:t>
            </a:r>
          </a:p>
        </p:txBody>
      </p:sp>
      <p:sp>
        <p:nvSpPr>
          <p:cNvPr id="436" name="CaixaDeTexto 435">
            <a:extLst>
              <a:ext uri="{FF2B5EF4-FFF2-40B4-BE49-F238E27FC236}">
                <a16:creationId xmlns:a16="http://schemas.microsoft.com/office/drawing/2014/main" id="{CC8D0E2C-D607-1ED9-FBC4-BFF8901D23EE}"/>
              </a:ext>
            </a:extLst>
          </p:cNvPr>
          <p:cNvSpPr txBox="1"/>
          <p:nvPr/>
        </p:nvSpPr>
        <p:spPr>
          <a:xfrm>
            <a:off x="3528333" y="3113091"/>
            <a:ext cx="40764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1600">
                <a:solidFill>
                  <a:srgbClr val="00B050"/>
                </a:solidFill>
                <a:latin typeface="Suzano Display" panose="02010503030508060203" pitchFamily="2" charset="0"/>
              </a:defRPr>
            </a:lvl1pPr>
          </a:lstStyle>
          <a:p>
            <a:r>
              <a:rPr lang="pt-BR" sz="900" i="1" dirty="0">
                <a:solidFill>
                  <a:schemeClr val="tx1"/>
                </a:solidFill>
                <a:latin typeface="+mj-lt"/>
              </a:rPr>
              <a:t>CBD:55% Equipamentos/ 28% Infra, software e licenciamento e 17% MDO</a:t>
            </a:r>
          </a:p>
        </p:txBody>
      </p:sp>
    </p:spTree>
    <p:extLst>
      <p:ext uri="{BB962C8B-B14F-4D97-AF65-F5344CB8AC3E}">
        <p14:creationId xmlns:p14="http://schemas.microsoft.com/office/powerpoint/2010/main" val="241687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F60B-C9CB-66FA-5CDB-9B6028B9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37D9F38-1EBC-A693-9CA9-7B0D95470A7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2352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3" imgW="389" imgH="396" progId="TCLayout.ActiveDocument.1">
                  <p:embed/>
                </p:oleObj>
              </mc:Choice>
              <mc:Fallback>
                <p:oleObj name="Slide do think-cell" r:id="rId63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7D9F38-1EBC-A693-9CA9-7B0D95470A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D64E89-8474-641A-A3A8-D918F0A2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89" y="185042"/>
            <a:ext cx="11177145" cy="720725"/>
          </a:xfrm>
        </p:spPr>
        <p:txBody>
          <a:bodyPr vert="horz" rIns="0"/>
          <a:lstStyle/>
          <a:p>
            <a:r>
              <a:rPr lang="pt-BR" b="1" i="1" dirty="0">
                <a:solidFill>
                  <a:srgbClr val="04C358"/>
                </a:solidFill>
                <a:sym typeface="Suzano Sans Bold"/>
              </a:rPr>
              <a:t>Radiocomunicação</a:t>
            </a:r>
            <a:r>
              <a:rPr lang="pt-BR" b="1" dirty="0">
                <a:solidFill>
                  <a:srgbClr val="04C358"/>
                </a:solidFill>
                <a:sym typeface="Suzano Sans Bold"/>
              </a:rPr>
              <a:t> | </a:t>
            </a:r>
            <a:r>
              <a:rPr lang="pt-BR" dirty="0">
                <a:solidFill>
                  <a:schemeClr val="tx2"/>
                </a:solidFill>
                <a:sym typeface="Suzano Sans Bold"/>
              </a:rPr>
              <a:t>Mesa de negociação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C698786-50C3-B572-C750-392DE1E8296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4265613" y="2449513"/>
            <a:ext cx="2635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AE5C889-F2D1-4B78-9160-07979F6E2E1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859338" y="2387600"/>
            <a:ext cx="2635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9" name="Chart 3">
            <a:extLst>
              <a:ext uri="{FF2B5EF4-FFF2-40B4-BE49-F238E27FC236}">
                <a16:creationId xmlns:a16="http://schemas.microsoft.com/office/drawing/2014/main" id="{90D09020-E02A-2B6D-22E0-BF41298C8D2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30169673"/>
              </p:ext>
            </p:extLst>
          </p:nvPr>
        </p:nvGraphicFramePr>
        <p:xfrm>
          <a:off x="3721100" y="2119313"/>
          <a:ext cx="1946275" cy="963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5"/>
          </a:graphicData>
        </a:graphic>
      </p:graphicFrame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06E779E-5B14-99DF-2024-8F63475D3DF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4100513" y="2062163"/>
            <a:ext cx="0" cy="2143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9E1AA93-581F-82EC-41A4-437C354E6F12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100513" y="2062163"/>
            <a:ext cx="11874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E528DF0-3E3E-5293-F6A7-C24EDFF02C2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287963" y="20621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82EBC48A-DC68-952F-150A-1B6E828001F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98900" y="2930525"/>
            <a:ext cx="404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5917150-C2EA-4B2A-9BCC-A6BB9EEBF77E}" type="datetime'B''''''''a''s''''''''''e''''l''''''''''''''in''e'">
              <a:rPr lang="en-US" altLang="en-US" sz="8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Baseline</a:t>
            </a:fld>
            <a:endParaRPr lang="en-US" sz="8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BF7C149B-AECC-1783-9815-83CD1E4DA63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608513" y="2363788"/>
            <a:ext cx="171450" cy="109538"/>
          </a:xfrm>
          <a:prstGeom prst="rect">
            <a:avLst/>
          </a:prstGeom>
          <a:solidFill>
            <a:srgbClr val="E71C57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2683614-2812-4BE7-A2E4-7C7CAD5CA2B6}" type="datetime'''''''''''''''''''''''6'''''''''''''''''''''',''''''''0'''''''">
              <a:rPr lang="pt-BR" altLang="en-US" sz="8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6,0</a:t>
            </a:fld>
            <a:endParaRPr lang="pt-BR" sz="8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Espaço Reservado para Texto 2">
            <a:extLst>
              <a:ext uri="{FF2B5EF4-FFF2-40B4-BE49-F238E27FC236}">
                <a16:creationId xmlns:a16="http://schemas.microsoft.com/office/drawing/2014/main" id="{79E525D8-F0FD-F9AF-74A0-E63C2BE3C54F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427538" y="2930525"/>
            <a:ext cx="53498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EFEF14B-FD3C-4253-A7AE-CA55201B17A8}" type="datetime'R''''''e''''''aju''st''''e'''' F''''''orn''''''ec''edo''''r'''">
              <a:rPr lang="en-US" altLang="en-US" sz="8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Reajuste Fornecedor</a:t>
            </a:fld>
            <a:endParaRPr lang="en-US" sz="8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BAB0FE6A-C310-80CF-4226-B50E24D24F92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5035550" y="2930525"/>
            <a:ext cx="5064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4994081-0011-4786-B213-276E8ADDAAF4}" type="datetime'''''V''''a''''l''''''o''''''r'' ''''''f''''ina''''''l'''''">
              <a:rPr lang="en-US" altLang="en-US" sz="800" b="1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Valor final</a:t>
            </a:fld>
            <a:endParaRPr lang="en-US" sz="8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5CC71173-EF69-DB40-479D-A32007107E8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446588" y="1984375"/>
            <a:ext cx="495300" cy="1555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5E77524-1E30-4345-A517-83B59635D017}" type="datetime'''''''''''''''''''+1''''''''''''''3,''''''9''''%'''''''">
              <a:rPr lang="en-US" altLang="en-US" sz="800" b="1" smtClean="0">
                <a:solidFill>
                  <a:srgbClr val="404040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+13,9%</a:t>
            </a:fld>
            <a:endParaRPr lang="en-US" sz="8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9464F63A-721A-1031-2B27-FBA9125031CE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6359525" y="2439988"/>
            <a:ext cx="2603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97AC122-CF56-DF84-FAC1-7527EBEA987A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6948488" y="2387600"/>
            <a:ext cx="2603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7" name="Chart 3">
            <a:extLst>
              <a:ext uri="{FF2B5EF4-FFF2-40B4-BE49-F238E27FC236}">
                <a16:creationId xmlns:a16="http://schemas.microsoft.com/office/drawing/2014/main" id="{3B52ADE6-EEF0-0B85-7552-03150CD4C314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5859165"/>
              </p:ext>
            </p:extLst>
          </p:nvPr>
        </p:nvGraphicFramePr>
        <p:xfrm>
          <a:off x="5818188" y="2119313"/>
          <a:ext cx="1931987" cy="963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573E4FDC-995F-C687-01A2-B4EDF1649A64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 flipV="1">
            <a:off x="6194425" y="2062163"/>
            <a:ext cx="0" cy="204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41682F5-FECB-01AA-8E3C-E71BA988CAFD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6194425" y="2062163"/>
            <a:ext cx="117792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12428BE-2678-940E-F06F-12A73CFFEF61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7372350" y="20621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B7223E3F-2506-E17E-16C8-E4A137222D0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992813" y="2930525"/>
            <a:ext cx="404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4190086-63B6-4D0F-9445-0CF53DE17E62}" type="datetime'''B''''''''''a''''sel''''''''''in''''''''e'''''''''">
              <a:rPr lang="en-US" altLang="en-US" sz="8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Baseline</a:t>
            </a:fld>
            <a:endParaRPr lang="en-US" sz="8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1EC502D6-4B90-59CB-AD68-9DB2EA470BF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697663" y="2359025"/>
            <a:ext cx="171450" cy="109538"/>
          </a:xfrm>
          <a:prstGeom prst="rect">
            <a:avLst/>
          </a:prstGeom>
          <a:solidFill>
            <a:srgbClr val="E71C57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DCA5332-38DF-406D-A073-D9D3E4450909}" type="datetime'''''4'''''',''''''9'''''''''''''''''''">
              <a:rPr lang="en-US" altLang="en-US" sz="8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4,9</a:t>
            </a:fld>
            <a:endParaRPr lang="en-US" sz="8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77707376-8CF8-F6C0-0774-43F3CB1DE171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6581775" y="2930525"/>
            <a:ext cx="404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A4FF647-BD58-414F-A835-7F0014B5AA27}" type="datetime'''C''''o''n''''t''''''''''''''r''''''''''''''''''at''o'''''''">
              <a:rPr lang="en-US" altLang="en-US" sz="8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Contrato</a:t>
            </a:fld>
            <a:endParaRPr lang="en-US" sz="8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CA7DFAAB-21CB-8BD6-B6E2-17AD945CE8CA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7119938" y="2930525"/>
            <a:ext cx="5064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DDECE44-EF2E-4486-A9DB-6296909F5DA2}" type="datetime'V''al''''''o''''''''r'''''''' f''ina''''''''l'''''">
              <a:rPr lang="en-US" altLang="en-US" sz="800" b="1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Valor final</a:t>
            </a:fld>
            <a:endParaRPr lang="en-US" sz="8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4F9B5FA5-F800-DAA2-A516-458DA4A16DE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6535738" y="1984375"/>
            <a:ext cx="495300" cy="1555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E1BD299-64C2-4AC6-B699-B1B8619CA3DB}" type="datetime'''''''''''+''''1''''''''1'''',''''3''''%'''''''''''''''''''">
              <a:rPr lang="en-US" altLang="en-US" sz="800" b="1" smtClean="0">
                <a:solidFill>
                  <a:srgbClr val="404040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+11,3%</a:t>
            </a:fld>
            <a:endParaRPr lang="en-US" sz="8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41" name="Group 16">
            <a:extLst>
              <a:ext uri="{FF2B5EF4-FFF2-40B4-BE49-F238E27FC236}">
                <a16:creationId xmlns:a16="http://schemas.microsoft.com/office/drawing/2014/main" id="{B7E520E7-7C14-FAE6-6A47-6D4AF5E38568}"/>
              </a:ext>
            </a:extLst>
          </p:cNvPr>
          <p:cNvGrpSpPr/>
          <p:nvPr/>
        </p:nvGrpSpPr>
        <p:grpSpPr>
          <a:xfrm>
            <a:off x="481783" y="942830"/>
            <a:ext cx="11354616" cy="344408"/>
            <a:chOff x="1021192" y="2376947"/>
            <a:chExt cx="11354616" cy="344408"/>
          </a:xfrm>
        </p:grpSpPr>
        <p:sp>
          <p:nvSpPr>
            <p:cNvPr id="442" name="Rectangle: Rounded Corners 29">
              <a:extLst>
                <a:ext uri="{FF2B5EF4-FFF2-40B4-BE49-F238E27FC236}">
                  <a16:creationId xmlns:a16="http://schemas.microsoft.com/office/drawing/2014/main" id="{45CE2E59-466F-7C00-5702-D43213DA4428}"/>
                </a:ext>
              </a:extLst>
            </p:cNvPr>
            <p:cNvSpPr/>
            <p:nvPr/>
          </p:nvSpPr>
          <p:spPr>
            <a:xfrm>
              <a:off x="1021192" y="2376947"/>
              <a:ext cx="11354616" cy="344408"/>
            </a:xfrm>
            <a:prstGeom prst="roundRect">
              <a:avLst>
                <a:gd name="adj" fmla="val 50000"/>
              </a:avLst>
            </a:prstGeom>
            <a:solidFill>
              <a:srgbClr val="E71C57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400" b="1" noProof="0" dirty="0">
                  <a:solidFill>
                    <a:srgbClr val="FFFFFF"/>
                  </a:solidFill>
                </a:rPr>
                <a:t>Cenário proposta </a:t>
              </a:r>
              <a:r>
                <a:rPr lang="pt-BR" sz="1400" b="1" noProof="0" dirty="0" err="1">
                  <a:solidFill>
                    <a:srgbClr val="FFFFFF"/>
                  </a:solidFill>
                </a:rPr>
                <a:t>Aldak</a:t>
              </a:r>
              <a:r>
                <a:rPr lang="pt-BR" sz="1400" b="1" noProof="0" dirty="0">
                  <a:solidFill>
                    <a:srgbClr val="FFFFFF"/>
                  </a:solidFill>
                </a:rPr>
                <a:t> R$22,3 em impactos: </a:t>
              </a:r>
              <a:r>
                <a:rPr lang="pt-BR" sz="1400" noProof="0" dirty="0">
                  <a:solidFill>
                    <a:srgbClr val="FFFFFF"/>
                  </a:solidFill>
                </a:rPr>
                <a:t>Reajuste de 13,9% (R$6MM) + Retroativo (R$10,2MM) + Extravio (R$6,1MM) </a:t>
              </a:r>
            </a:p>
          </p:txBody>
        </p:sp>
        <p:sp>
          <p:nvSpPr>
            <p:cNvPr id="443" name="Oval 30">
              <a:extLst>
                <a:ext uri="{FF2B5EF4-FFF2-40B4-BE49-F238E27FC236}">
                  <a16:creationId xmlns:a16="http://schemas.microsoft.com/office/drawing/2014/main" id="{9E9E0FB5-F5A2-A081-288E-F1F64B7B377E}"/>
                </a:ext>
              </a:extLst>
            </p:cNvPr>
            <p:cNvSpPr/>
            <p:nvPr/>
          </p:nvSpPr>
          <p:spPr>
            <a:xfrm>
              <a:off x="1135334" y="2416735"/>
              <a:ext cx="270000" cy="270000"/>
            </a:xfrm>
            <a:prstGeom prst="ellipse">
              <a:avLst/>
            </a:prstGeom>
            <a:solidFill>
              <a:srgbClr val="FFFFFF"/>
            </a:solidFill>
            <a:ln w="9525" cap="rnd" cmpd="sng" algn="ctr">
              <a:solidFill>
                <a:srgbClr val="E71C57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  <p:sp>
          <p:nvSpPr>
            <p:cNvPr id="444" name="TextBox 36">
              <a:extLst>
                <a:ext uri="{FF2B5EF4-FFF2-40B4-BE49-F238E27FC236}">
                  <a16:creationId xmlns:a16="http://schemas.microsoft.com/office/drawing/2014/main" id="{7C317311-0594-4FAA-386B-4B2EF29B10FC}"/>
                </a:ext>
              </a:extLst>
            </p:cNvPr>
            <p:cNvSpPr txBox="1"/>
            <p:nvPr/>
          </p:nvSpPr>
          <p:spPr>
            <a:xfrm>
              <a:off x="1207634" y="2440567"/>
              <a:ext cx="128241" cy="230832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500" noProof="0" dirty="0">
                  <a:solidFill>
                    <a:srgbClr val="E71C57"/>
                  </a:solidFill>
                </a:rPr>
                <a:t>V</a:t>
              </a:r>
            </a:p>
          </p:txBody>
        </p:sp>
      </p:grp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3C808572-E963-9039-D7DD-D84B39F83707}"/>
              </a:ext>
            </a:extLst>
          </p:cNvPr>
          <p:cNvSpPr txBox="1"/>
          <p:nvPr/>
        </p:nvSpPr>
        <p:spPr>
          <a:xfrm>
            <a:off x="553500" y="1736725"/>
            <a:ext cx="27082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1600">
                <a:solidFill>
                  <a:srgbClr val="00B050"/>
                </a:solidFill>
                <a:latin typeface="Suzano Display" panose="02010503030508060203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Data base: </a:t>
            </a:r>
            <a:r>
              <a:rPr lang="pt-BR" sz="900" b="1">
                <a:solidFill>
                  <a:schemeClr val="tx1"/>
                </a:solidFill>
                <a:latin typeface="+mj-lt"/>
              </a:rPr>
              <a:t>Outubro</a:t>
            </a:r>
            <a:endParaRPr lang="pt-BR" sz="900" dirty="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Prazo de Pagamento: 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90ddl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Paramétrica: </a:t>
            </a:r>
          </a:p>
          <a:p>
            <a:r>
              <a:rPr lang="pt-BR" sz="900" dirty="0">
                <a:solidFill>
                  <a:schemeClr val="tx1"/>
                </a:solidFill>
                <a:latin typeface="+mj-lt"/>
              </a:rPr>
              <a:t>    -  Equipamentos: Câmbio (+) teto 12%</a:t>
            </a:r>
            <a:endParaRPr lang="pt-BR" sz="900" b="1" dirty="0">
              <a:latin typeface="+mj-lt"/>
            </a:endParaRPr>
          </a:p>
          <a:p>
            <a:r>
              <a:rPr lang="pt-BR" sz="900" dirty="0">
                <a:solidFill>
                  <a:schemeClr val="tx1"/>
                </a:solidFill>
                <a:latin typeface="+mj-lt"/>
              </a:rPr>
              <a:t>    -  Veiculos: IPCA e MDO: 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Vigência atual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: Set/26 à Jul/31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 b="1" dirty="0">
                <a:solidFill>
                  <a:schemeClr val="tx1"/>
                </a:solidFill>
                <a:latin typeface="+mj-lt"/>
              </a:rPr>
              <a:t>Cláusula de saída: </a:t>
            </a:r>
            <a:r>
              <a:rPr lang="pt-BR" sz="900" dirty="0">
                <a:solidFill>
                  <a:schemeClr val="tx1"/>
                </a:solidFill>
                <a:latin typeface="+mj-lt"/>
              </a:rPr>
              <a:t>Entre Jul/27 a Out/29 - 2 meses do faturamento mensal anterior, Após Out/29 - sem multa, com 90 dias de aviso prévio bilateral</a:t>
            </a:r>
          </a:p>
        </p:txBody>
      </p:sp>
      <p:grpSp>
        <p:nvGrpSpPr>
          <p:cNvPr id="152" name="Group 13">
            <a:extLst>
              <a:ext uri="{FF2B5EF4-FFF2-40B4-BE49-F238E27FC236}">
                <a16:creationId xmlns:a16="http://schemas.microsoft.com/office/drawing/2014/main" id="{461E2A0A-2D3F-7492-E803-5E33F51F92B5}"/>
              </a:ext>
            </a:extLst>
          </p:cNvPr>
          <p:cNvGrpSpPr/>
          <p:nvPr/>
        </p:nvGrpSpPr>
        <p:grpSpPr>
          <a:xfrm>
            <a:off x="493889" y="1404938"/>
            <a:ext cx="2724431" cy="2281805"/>
            <a:chOff x="489597" y="1518586"/>
            <a:chExt cx="2655256" cy="2281805"/>
          </a:xfrm>
        </p:grpSpPr>
        <p:sp>
          <p:nvSpPr>
            <p:cNvPr id="153" name="Rectangle: Top Corners Rounded 10">
              <a:extLst>
                <a:ext uri="{FF2B5EF4-FFF2-40B4-BE49-F238E27FC236}">
                  <a16:creationId xmlns:a16="http://schemas.microsoft.com/office/drawing/2014/main" id="{F8B887E9-ABB2-7590-CAD3-B2500BF5E34E}"/>
                </a:ext>
              </a:extLst>
            </p:cNvPr>
            <p:cNvSpPr/>
            <p:nvPr/>
          </p:nvSpPr>
          <p:spPr>
            <a:xfrm>
              <a:off x="490470" y="1518586"/>
              <a:ext cx="2654383" cy="275823"/>
            </a:xfrm>
            <a:prstGeom prst="round2SameRect">
              <a:avLst>
                <a:gd name="adj1" fmla="val 27314"/>
                <a:gd name="adj2" fmla="val 0"/>
              </a:avLst>
            </a:prstGeom>
            <a:solidFill>
              <a:srgbClr val="E71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buSzPts val="1800"/>
              </a:pPr>
              <a:r>
                <a:rPr lang="pt-BR" sz="1300" kern="0" dirty="0">
                  <a:solidFill>
                    <a:schemeClr val="bg1"/>
                  </a:solidFill>
                </a:rPr>
                <a:t>As IS</a:t>
              </a:r>
            </a:p>
          </p:txBody>
        </p:sp>
        <p:pic>
          <p:nvPicPr>
            <p:cNvPr id="154" name="Picture 11">
              <a:extLst>
                <a:ext uri="{FF2B5EF4-FFF2-40B4-BE49-F238E27FC236}">
                  <a16:creationId xmlns:a16="http://schemas.microsoft.com/office/drawing/2014/main" id="{AB518AE2-9CDE-E0D4-FFFD-750F1534D62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98" t="8741" r="101" b="27"/>
            <a:stretch/>
          </p:blipFill>
          <p:spPr bwMode="ltGray">
            <a:xfrm flipH="1" flipV="1">
              <a:off x="3001722" y="1803394"/>
              <a:ext cx="143131" cy="1614437"/>
            </a:xfrm>
            <a:prstGeom prst="rect">
              <a:avLst/>
            </a:prstGeom>
          </p:spPr>
        </p:pic>
        <p:pic>
          <p:nvPicPr>
            <p:cNvPr id="155" name="Picture 12">
              <a:extLst>
                <a:ext uri="{FF2B5EF4-FFF2-40B4-BE49-F238E27FC236}">
                  <a16:creationId xmlns:a16="http://schemas.microsoft.com/office/drawing/2014/main" id="{42B4783E-9AEF-1141-3406-D1BE6519ECF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98" t="8741" r="101" b="27"/>
            <a:stretch/>
          </p:blipFill>
          <p:spPr bwMode="ltGray">
            <a:xfrm flipV="1">
              <a:off x="489597" y="1803398"/>
              <a:ext cx="143131" cy="1996993"/>
            </a:xfrm>
            <a:prstGeom prst="rect">
              <a:avLst/>
            </a:prstGeom>
          </p:spPr>
        </p:pic>
      </p:grpSp>
      <p:grpSp>
        <p:nvGrpSpPr>
          <p:cNvPr id="169" name="Group 144">
            <a:extLst>
              <a:ext uri="{FF2B5EF4-FFF2-40B4-BE49-F238E27FC236}">
                <a16:creationId xmlns:a16="http://schemas.microsoft.com/office/drawing/2014/main" id="{A60A3A67-2CD1-BAB5-E159-8A5A49AB82C6}"/>
              </a:ext>
            </a:extLst>
          </p:cNvPr>
          <p:cNvGrpSpPr>
            <a:grpSpLocks noChangeAspect="1"/>
          </p:cNvGrpSpPr>
          <p:nvPr/>
        </p:nvGrpSpPr>
        <p:grpSpPr>
          <a:xfrm>
            <a:off x="3328465" y="2095500"/>
            <a:ext cx="253645" cy="253645"/>
            <a:chOff x="982662" y="1847850"/>
            <a:chExt cx="269875" cy="269875"/>
          </a:xfrm>
        </p:grpSpPr>
        <p:sp>
          <p:nvSpPr>
            <p:cNvPr id="171" name="Oval 50">
              <a:extLst>
                <a:ext uri="{FF2B5EF4-FFF2-40B4-BE49-F238E27FC236}">
                  <a16:creationId xmlns:a16="http://schemas.microsoft.com/office/drawing/2014/main" id="{4EE21815-6633-2C4F-E08D-7643FF9E5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1847850"/>
              <a:ext cx="269875" cy="269875"/>
            </a:xfrm>
            <a:prstGeom prst="ellipse">
              <a:avLst/>
            </a:prstGeom>
            <a:solidFill>
              <a:srgbClr val="E71C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>
                <a:solidFill>
                  <a:schemeClr val="bg1"/>
                </a:solidFill>
              </a:endParaRPr>
            </a:p>
          </p:txBody>
        </p:sp>
        <p:sp>
          <p:nvSpPr>
            <p:cNvPr id="176" name="Freeform 51">
              <a:extLst>
                <a:ext uri="{FF2B5EF4-FFF2-40B4-BE49-F238E27FC236}">
                  <a16:creationId xmlns:a16="http://schemas.microsoft.com/office/drawing/2014/main" id="{0B391602-59DB-66B9-71F8-E7C67B4D8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" y="1895475"/>
              <a:ext cx="96837" cy="174625"/>
            </a:xfrm>
            <a:custGeom>
              <a:avLst/>
              <a:gdLst>
                <a:gd name="T0" fmla="*/ 6 w 61"/>
                <a:gd name="T1" fmla="*/ 0 h 110"/>
                <a:gd name="T2" fmla="*/ 0 w 61"/>
                <a:gd name="T3" fmla="*/ 7 h 110"/>
                <a:gd name="T4" fmla="*/ 48 w 61"/>
                <a:gd name="T5" fmla="*/ 55 h 110"/>
                <a:gd name="T6" fmla="*/ 0 w 61"/>
                <a:gd name="T7" fmla="*/ 104 h 110"/>
                <a:gd name="T8" fmla="*/ 6 w 61"/>
                <a:gd name="T9" fmla="*/ 110 h 110"/>
                <a:gd name="T10" fmla="*/ 54 w 61"/>
                <a:gd name="T11" fmla="*/ 62 h 110"/>
                <a:gd name="T12" fmla="*/ 61 w 61"/>
                <a:gd name="T13" fmla="*/ 55 h 110"/>
                <a:gd name="T14" fmla="*/ 54 w 61"/>
                <a:gd name="T15" fmla="*/ 49 h 110"/>
                <a:gd name="T16" fmla="*/ 6 w 61"/>
                <a:gd name="T1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10">
                  <a:moveTo>
                    <a:pt x="6" y="0"/>
                  </a:moveTo>
                  <a:lnTo>
                    <a:pt x="0" y="7"/>
                  </a:lnTo>
                  <a:lnTo>
                    <a:pt x="48" y="55"/>
                  </a:lnTo>
                  <a:lnTo>
                    <a:pt x="0" y="104"/>
                  </a:lnTo>
                  <a:lnTo>
                    <a:pt x="6" y="110"/>
                  </a:lnTo>
                  <a:lnTo>
                    <a:pt x="54" y="62"/>
                  </a:lnTo>
                  <a:lnTo>
                    <a:pt x="61" y="55"/>
                  </a:lnTo>
                  <a:lnTo>
                    <a:pt x="54" y="4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noProof="0">
                <a:solidFill>
                  <a:schemeClr val="bg1"/>
                </a:solidFill>
              </a:endParaRPr>
            </a:p>
          </p:txBody>
        </p:sp>
      </p:grp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414002D4-37BC-247F-1C05-F2271FCF268B}"/>
              </a:ext>
            </a:extLst>
          </p:cNvPr>
          <p:cNvSpPr txBox="1"/>
          <p:nvPr/>
        </p:nvSpPr>
        <p:spPr>
          <a:xfrm>
            <a:off x="3422464" y="1358900"/>
            <a:ext cx="43277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 kern="0"/>
            </a:defPPr>
            <a:lvl1pPr marL="171450" indent="-171450">
              <a:buFont typeface="Arial" panose="020B0604020202020204" pitchFamily="34" charset="0"/>
              <a:buChar char="•"/>
              <a:defRPr sz="9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just"/>
            <a:r>
              <a:rPr lang="pt-BR" sz="1000" dirty="0"/>
              <a:t>O fornecedor pleiteou reajuste de 13,9% + Retroativo de R$10,2MM; </a:t>
            </a:r>
            <a:r>
              <a:rPr lang="pt-BR" sz="1000" b="0" dirty="0"/>
              <a:t>considerando as paramétricas contratuais e o acordo de não reajuste no 1º ano, </a:t>
            </a:r>
            <a:r>
              <a:rPr lang="pt-BR" sz="1000" dirty="0"/>
              <a:t>o reajuste calculado seria de ~11,3%</a:t>
            </a:r>
            <a:endParaRPr lang="en-US" sz="1000" dirty="0"/>
          </a:p>
        </p:txBody>
      </p:sp>
      <p:sp>
        <p:nvSpPr>
          <p:cNvPr id="190" name="CaixaDeTexto 189">
            <a:extLst>
              <a:ext uri="{FF2B5EF4-FFF2-40B4-BE49-F238E27FC236}">
                <a16:creationId xmlns:a16="http://schemas.microsoft.com/office/drawing/2014/main" id="{31AE36E0-6232-F317-74BB-AEE8B34D25AF}"/>
              </a:ext>
            </a:extLst>
          </p:cNvPr>
          <p:cNvSpPr txBox="1"/>
          <p:nvPr/>
        </p:nvSpPr>
        <p:spPr>
          <a:xfrm>
            <a:off x="7750175" y="1344387"/>
            <a:ext cx="40100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 kern="0"/>
            </a:defPPr>
            <a:lvl1pPr marL="171450" indent="-171450">
              <a:buFont typeface="Arial" panose="020B0604020202020204" pitchFamily="34" charset="0"/>
              <a:buChar char="•"/>
              <a:defRPr sz="9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just"/>
            <a:r>
              <a:rPr lang="pt-BR" sz="1000" dirty="0"/>
              <a:t>Extravios | Proposta TRC</a:t>
            </a:r>
            <a:r>
              <a:rPr lang="pt-BR" sz="1000" b="0" dirty="0"/>
              <a:t>: R$ 6,10 MM por 721 rádios, sendo ~50% do parque com mais de 5 anos, com preços de referência de R$ 8,1K (portáteis) e R$ 8,8K (móveis/fixos).</a:t>
            </a:r>
            <a:endParaRPr lang="en-US" sz="1000" b="0" dirty="0"/>
          </a:p>
        </p:txBody>
      </p:sp>
      <p:graphicFrame>
        <p:nvGraphicFramePr>
          <p:cNvPr id="277" name="Chart 3">
            <a:extLst>
              <a:ext uri="{FF2B5EF4-FFF2-40B4-BE49-F238E27FC236}">
                <a16:creationId xmlns:a16="http://schemas.microsoft.com/office/drawing/2014/main" id="{DABE8A00-460C-1B43-7FB9-A65558A3C1B2}"/>
              </a:ext>
            </a:extLst>
          </p:cNvPr>
          <p:cNvGraphicFramePr/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1396163361"/>
              </p:ext>
            </p:extLst>
          </p:nvPr>
        </p:nvGraphicFramePr>
        <p:xfrm>
          <a:off x="8242300" y="1930400"/>
          <a:ext cx="1452563" cy="104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8"/>
          </a:graphicData>
        </a:graphic>
      </p:graphicFrame>
      <p:sp>
        <p:nvSpPr>
          <p:cNvPr id="194" name="Espaço Reservado para Texto 2">
            <a:extLst>
              <a:ext uri="{FF2B5EF4-FFF2-40B4-BE49-F238E27FC236}">
                <a16:creationId xmlns:a16="http://schemas.microsoft.com/office/drawing/2014/main" id="{E6EDEA48-6807-798D-6B9D-DE074C205B74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8863013" y="1954213"/>
            <a:ext cx="2095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A2F1789-6DB2-48A1-BF6F-AE748CAFAF3B}" type="datetime'6'''',''''''''''''''''''''''''''1'''''''''''''''">
              <a:rPr lang="pt-BR" altLang="en-US" sz="1000" b="1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6,1</a:t>
            </a:fld>
            <a:endParaRPr lang="pt-BR" sz="10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51" name="Tabela 250">
            <a:extLst>
              <a:ext uri="{FF2B5EF4-FFF2-40B4-BE49-F238E27FC236}">
                <a16:creationId xmlns:a16="http://schemas.microsoft.com/office/drawing/2014/main" id="{AFE8BD7B-C1A0-EB2C-0212-35593FCC9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50111"/>
              </p:ext>
            </p:extLst>
          </p:nvPr>
        </p:nvGraphicFramePr>
        <p:xfrm>
          <a:off x="9947276" y="1984375"/>
          <a:ext cx="1345140" cy="10287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72570">
                  <a:extLst>
                    <a:ext uri="{9D8B030D-6E8A-4147-A177-3AD203B41FA5}">
                      <a16:colId xmlns:a16="http://schemas.microsoft.com/office/drawing/2014/main" val="4220916621"/>
                    </a:ext>
                  </a:extLst>
                </a:gridCol>
                <a:gridCol w="672570">
                  <a:extLst>
                    <a:ext uri="{9D8B030D-6E8A-4147-A177-3AD203B41FA5}">
                      <a16:colId xmlns:a16="http://schemas.microsoft.com/office/drawing/2014/main" val="757471391"/>
                    </a:ext>
                  </a:extLst>
                </a:gridCol>
              </a:tblGrid>
              <a:tr h="1302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u="none" strike="noStrike" dirty="0">
                          <a:effectLst/>
                        </a:rPr>
                        <a:t>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pt-BR" sz="1000" b="0" u="none" strike="noStrike" dirty="0"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0936125"/>
                  </a:ext>
                </a:extLst>
              </a:tr>
              <a:tr h="1209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0 – 1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5%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8511851"/>
                  </a:ext>
                </a:extLst>
              </a:tr>
              <a:tr h="1209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 – 2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9%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4668281"/>
                  </a:ext>
                </a:extLst>
              </a:tr>
              <a:tr h="1209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 – 3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12%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12399660"/>
                  </a:ext>
                </a:extLst>
              </a:tr>
              <a:tr h="1209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3 – 4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27%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19363562"/>
                  </a:ext>
                </a:extLst>
              </a:tr>
              <a:tr h="1209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4 – 5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37%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19004921"/>
                  </a:ext>
                </a:extLst>
              </a:tr>
              <a:tr h="1209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&gt; 5 anos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47%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99471166"/>
                  </a:ext>
                </a:extLst>
              </a:tr>
            </a:tbl>
          </a:graphicData>
        </a:graphic>
      </p:graphicFrame>
      <p:sp>
        <p:nvSpPr>
          <p:cNvPr id="261" name="Retângulo 260">
            <a:extLst>
              <a:ext uri="{FF2B5EF4-FFF2-40B4-BE49-F238E27FC236}">
                <a16:creationId xmlns:a16="http://schemas.microsoft.com/office/drawing/2014/main" id="{9967BA47-BBCA-5696-6F90-4FC013E56A89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178800" y="2903538"/>
            <a:ext cx="160338" cy="120650"/>
          </a:xfrm>
          <a:prstGeom prst="rect">
            <a:avLst/>
          </a:prstGeom>
          <a:solidFill>
            <a:srgbClr val="00B74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3" name="Retângulo 262">
            <a:extLst>
              <a:ext uri="{FF2B5EF4-FFF2-40B4-BE49-F238E27FC236}">
                <a16:creationId xmlns:a16="http://schemas.microsoft.com/office/drawing/2014/main" id="{EC17F4AD-1047-27C9-ACED-B8558CEF097A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929688" y="2903538"/>
            <a:ext cx="160338" cy="120650"/>
          </a:xfrm>
          <a:prstGeom prst="rect">
            <a:avLst/>
          </a:prstGeom>
          <a:solidFill>
            <a:srgbClr val="364D6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59" name="Text Placeholder 3">
            <a:extLst>
              <a:ext uri="{FF2B5EF4-FFF2-40B4-BE49-F238E27FC236}">
                <a16:creationId xmlns:a16="http://schemas.microsoft.com/office/drawing/2014/main" id="{D6DD996C-4ECD-A564-9723-A7A00FDE6F66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8389938" y="2889250"/>
            <a:ext cx="4381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D1A684C-455F-4DC0-9F26-5A1CA654650B}" type="datetime'F''''lo''''''r''es''''''''''''''''''''''''t''a''''l'">
              <a:rPr lang="en-US" altLang="en-US" sz="900" smtClean="0">
                <a:effectLst/>
                <a:latin typeface="+mj-lt"/>
                <a:ea typeface="+mj-ea"/>
                <a:cs typeface="+mj-cs"/>
              </a:rPr>
              <a:pPr/>
              <a:t>Florestal</a:t>
            </a:fld>
            <a:endParaRPr lang="en-US" sz="900" dirty="0">
              <a:latin typeface="+mj-lt"/>
              <a:ea typeface="+mj-ea"/>
              <a:cs typeface="+mj-cs"/>
            </a:endParaRPr>
          </a:p>
        </p:txBody>
      </p:sp>
      <p:sp>
        <p:nvSpPr>
          <p:cNvPr id="257" name="Text Placeholder 3">
            <a:extLst>
              <a:ext uri="{FF2B5EF4-FFF2-40B4-BE49-F238E27FC236}">
                <a16:creationId xmlns:a16="http://schemas.microsoft.com/office/drawing/2014/main" id="{C7F06146-0635-FB21-E665-9838C56F406D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9140825" y="2889250"/>
            <a:ext cx="4635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A84E044-862E-429B-BF54-375670660B3B}" type="datetime'I''n''du''''''''s''''t''''''''''''''''''''r''''''i''''''''al'">
              <a:rPr lang="en-US" altLang="en-US" sz="900" smtClean="0">
                <a:effectLst/>
                <a:latin typeface="+mj-lt"/>
                <a:ea typeface="+mj-ea"/>
                <a:cs typeface="+mj-cs"/>
              </a:rPr>
              <a:pPr/>
              <a:t>Industrial</a:t>
            </a:fld>
            <a:endParaRPr lang="en-US" sz="900" dirty="0">
              <a:latin typeface="+mj-lt"/>
              <a:ea typeface="+mj-ea"/>
              <a:cs typeface="+mj-cs"/>
            </a:endParaRPr>
          </a:p>
        </p:txBody>
      </p:sp>
      <p:sp>
        <p:nvSpPr>
          <p:cNvPr id="278" name="Rectangle 153">
            <a:extLst>
              <a:ext uri="{FF2B5EF4-FFF2-40B4-BE49-F238E27FC236}">
                <a16:creationId xmlns:a16="http://schemas.microsoft.com/office/drawing/2014/main" id="{56F788A4-E462-4118-28B2-A593C0EAC559}"/>
              </a:ext>
            </a:extLst>
          </p:cNvPr>
          <p:cNvSpPr/>
          <p:nvPr/>
        </p:nvSpPr>
        <p:spPr>
          <a:xfrm>
            <a:off x="518227" y="3546891"/>
            <a:ext cx="11255708" cy="21847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</a:schemeClr>
              </a:gs>
              <a:gs pos="5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280" name="Rectangle: Diagonal Corners Rounded 159">
            <a:extLst>
              <a:ext uri="{FF2B5EF4-FFF2-40B4-BE49-F238E27FC236}">
                <a16:creationId xmlns:a16="http://schemas.microsoft.com/office/drawing/2014/main" id="{F8C1EC56-8CB6-AD44-B7B2-F81207C6A823}"/>
              </a:ext>
            </a:extLst>
          </p:cNvPr>
          <p:cNvSpPr/>
          <p:nvPr/>
        </p:nvSpPr>
        <p:spPr>
          <a:xfrm>
            <a:off x="692841" y="3475453"/>
            <a:ext cx="5607273" cy="363144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pt-BR" sz="1400" kern="0" noProof="0" dirty="0">
                <a:solidFill>
                  <a:schemeClr val="bg1"/>
                </a:solidFill>
              </a:rPr>
              <a:t>Visão de Mercado – Comunicação crítica </a:t>
            </a:r>
          </a:p>
        </p:txBody>
      </p:sp>
      <p:grpSp>
        <p:nvGrpSpPr>
          <p:cNvPr id="281" name="Group 176">
            <a:extLst>
              <a:ext uri="{FF2B5EF4-FFF2-40B4-BE49-F238E27FC236}">
                <a16:creationId xmlns:a16="http://schemas.microsoft.com/office/drawing/2014/main" id="{4E567BA1-449C-7C7D-8C08-1D1A04913FA0}"/>
              </a:ext>
            </a:extLst>
          </p:cNvPr>
          <p:cNvGrpSpPr/>
          <p:nvPr/>
        </p:nvGrpSpPr>
        <p:grpSpPr>
          <a:xfrm>
            <a:off x="631904" y="3457991"/>
            <a:ext cx="5727621" cy="399399"/>
            <a:chOff x="507424" y="1790117"/>
            <a:chExt cx="7576574" cy="399399"/>
          </a:xfrm>
        </p:grpSpPr>
        <p:sp>
          <p:nvSpPr>
            <p:cNvPr id="283" name="Right Triangle 177">
              <a:extLst>
                <a:ext uri="{FF2B5EF4-FFF2-40B4-BE49-F238E27FC236}">
                  <a16:creationId xmlns:a16="http://schemas.microsoft.com/office/drawing/2014/main" id="{6BF46E3A-5D82-7D8E-0EC9-DDA15F24BBEC}"/>
                </a:ext>
              </a:extLst>
            </p:cNvPr>
            <p:cNvSpPr/>
            <p:nvPr/>
          </p:nvSpPr>
          <p:spPr>
            <a:xfrm>
              <a:off x="8004399" y="1790117"/>
              <a:ext cx="79599" cy="115984"/>
            </a:xfrm>
            <a:prstGeom prst="rtTriangle">
              <a:avLst/>
            </a:prstGeom>
            <a:solidFill>
              <a:srgbClr val="0D1C67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1834C5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  <p:sp>
          <p:nvSpPr>
            <p:cNvPr id="284" name="Right Triangle 178">
              <a:extLst>
                <a:ext uri="{FF2B5EF4-FFF2-40B4-BE49-F238E27FC236}">
                  <a16:creationId xmlns:a16="http://schemas.microsoft.com/office/drawing/2014/main" id="{3B0936B2-2494-DDD5-8DEF-306F75E2DDAE}"/>
                </a:ext>
              </a:extLst>
            </p:cNvPr>
            <p:cNvSpPr/>
            <p:nvPr/>
          </p:nvSpPr>
          <p:spPr>
            <a:xfrm flipH="1" flipV="1">
              <a:off x="507424" y="2073532"/>
              <a:ext cx="79599" cy="115984"/>
            </a:xfrm>
            <a:prstGeom prst="rtTriangle">
              <a:avLst/>
            </a:prstGeom>
            <a:solidFill>
              <a:srgbClr val="0D1C67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1834C5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noProof="0">
                <a:solidFill>
                  <a:srgbClr val="FFFFFF"/>
                </a:solidFill>
              </a:endParaRPr>
            </a:p>
          </p:txBody>
        </p:sp>
      </p:grpSp>
      <p:sp>
        <p:nvSpPr>
          <p:cNvPr id="285" name="Oval 30">
            <a:extLst>
              <a:ext uri="{FF2B5EF4-FFF2-40B4-BE49-F238E27FC236}">
                <a16:creationId xmlns:a16="http://schemas.microsoft.com/office/drawing/2014/main" id="{1AF7DA12-F8C5-1BDE-B585-099500A1F17A}"/>
              </a:ext>
            </a:extLst>
          </p:cNvPr>
          <p:cNvSpPr/>
          <p:nvPr/>
        </p:nvSpPr>
        <p:spPr>
          <a:xfrm>
            <a:off x="805755" y="3502441"/>
            <a:ext cx="270000" cy="270000"/>
          </a:xfrm>
          <a:prstGeom prst="ellipse">
            <a:avLst/>
          </a:prstGeom>
          <a:solidFill>
            <a:srgbClr val="FFFFFF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286" name="TextBox 36">
            <a:extLst>
              <a:ext uri="{FF2B5EF4-FFF2-40B4-BE49-F238E27FC236}">
                <a16:creationId xmlns:a16="http://schemas.microsoft.com/office/drawing/2014/main" id="{D6612531-E0BF-6187-1047-CF0A206D021B}"/>
              </a:ext>
            </a:extLst>
          </p:cNvPr>
          <p:cNvSpPr txBox="1"/>
          <p:nvPr/>
        </p:nvSpPr>
        <p:spPr>
          <a:xfrm>
            <a:off x="851605" y="3527597"/>
            <a:ext cx="181140" cy="23083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500" noProof="0" dirty="0">
                <a:solidFill>
                  <a:schemeClr val="tx2"/>
                </a:solidFill>
              </a:rPr>
              <a:t>VI</a:t>
            </a:r>
          </a:p>
        </p:txBody>
      </p:sp>
      <p:grpSp>
        <p:nvGrpSpPr>
          <p:cNvPr id="287" name="Group 160">
            <a:extLst>
              <a:ext uri="{FF2B5EF4-FFF2-40B4-BE49-F238E27FC236}">
                <a16:creationId xmlns:a16="http://schemas.microsoft.com/office/drawing/2014/main" id="{99EA1423-B858-BCD6-3094-98E5E9165FCF}"/>
              </a:ext>
            </a:extLst>
          </p:cNvPr>
          <p:cNvGrpSpPr>
            <a:grpSpLocks noChangeAspect="1"/>
          </p:cNvGrpSpPr>
          <p:nvPr/>
        </p:nvGrpSpPr>
        <p:grpSpPr>
          <a:xfrm>
            <a:off x="6498406" y="3448468"/>
            <a:ext cx="427392" cy="427391"/>
            <a:chOff x="7809121" y="3395538"/>
            <a:chExt cx="463466" cy="463465"/>
          </a:xfrm>
        </p:grpSpPr>
        <p:sp>
          <p:nvSpPr>
            <p:cNvPr id="288" name="Oval 161">
              <a:extLst>
                <a:ext uri="{FF2B5EF4-FFF2-40B4-BE49-F238E27FC236}">
                  <a16:creationId xmlns:a16="http://schemas.microsoft.com/office/drawing/2014/main" id="{3CAFCABD-96B4-7818-EB29-79A1BB4BA341}"/>
                </a:ext>
              </a:extLst>
            </p:cNvPr>
            <p:cNvSpPr>
              <a:spLocks/>
            </p:cNvSpPr>
            <p:nvPr>
              <p:custDataLst>
                <p:tags r:id="rId61"/>
              </p:custDataLst>
            </p:nvPr>
          </p:nvSpPr>
          <p:spPr>
            <a:xfrm>
              <a:off x="7809121" y="3395538"/>
              <a:ext cx="463466" cy="463465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1834C5">
                      <a:lumMod val="50000"/>
                    </a:srgbClr>
                  </a:gs>
                  <a:gs pos="100000">
                    <a:srgbClr val="1834C5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pt-BR" kern="0" noProof="0">
                <a:solidFill>
                  <a:srgbClr val="404040"/>
                </a:solidFill>
              </a:endParaRPr>
            </a:p>
          </p:txBody>
        </p:sp>
        <p:grpSp>
          <p:nvGrpSpPr>
            <p:cNvPr id="289" name="bcgIcons_Moving forward">
              <a:extLst>
                <a:ext uri="{FF2B5EF4-FFF2-40B4-BE49-F238E27FC236}">
                  <a16:creationId xmlns:a16="http://schemas.microsoft.com/office/drawing/2014/main" id="{A3E2C8F3-862B-B44E-E3DF-199B576ED41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842583" y="3429000"/>
              <a:ext cx="396541" cy="396541"/>
              <a:chOff x="5273040" y="2606040"/>
              <a:chExt cx="1645920" cy="1645920"/>
            </a:xfrm>
          </p:grpSpPr>
          <p:sp>
            <p:nvSpPr>
              <p:cNvPr id="290" name="AutoShape 10">
                <a:extLst>
                  <a:ext uri="{FF2B5EF4-FFF2-40B4-BE49-F238E27FC236}">
                    <a16:creationId xmlns:a16="http://schemas.microsoft.com/office/drawing/2014/main" id="{58DE8073-6F41-DEA5-4B8F-3FE83B95FA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273040" y="2606040"/>
                <a:ext cx="1645920" cy="16459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 noProof="0"/>
              </a:p>
            </p:txBody>
          </p:sp>
          <p:grpSp>
            <p:nvGrpSpPr>
              <p:cNvPr id="291" name="Group 164">
                <a:extLst>
                  <a:ext uri="{FF2B5EF4-FFF2-40B4-BE49-F238E27FC236}">
                    <a16:creationId xmlns:a16="http://schemas.microsoft.com/office/drawing/2014/main" id="{4BFB18D4-F0CF-4520-9C3C-04FA8088712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493600" y="3042286"/>
                <a:ext cx="1205866" cy="773430"/>
                <a:chOff x="5493600" y="3042286"/>
                <a:chExt cx="1205866" cy="773430"/>
              </a:xfrm>
            </p:grpSpPr>
            <p:sp>
              <p:nvSpPr>
                <p:cNvPr id="292" name="AutoShape 12">
                  <a:extLst>
                    <a:ext uri="{FF2B5EF4-FFF2-40B4-BE49-F238E27FC236}">
                      <a16:creationId xmlns:a16="http://schemas.microsoft.com/office/drawing/2014/main" id="{61EF2F7C-9B7B-934A-EE34-360F7CE07B7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5493600" y="3042286"/>
                  <a:ext cx="1205866" cy="7734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pt-BR" noProof="0"/>
                </a:p>
              </p:txBody>
            </p:sp>
            <p:grpSp>
              <p:nvGrpSpPr>
                <p:cNvPr id="293" name="Group 166">
                  <a:extLst>
                    <a:ext uri="{FF2B5EF4-FFF2-40B4-BE49-F238E27FC236}">
                      <a16:creationId xmlns:a16="http://schemas.microsoft.com/office/drawing/2014/main" id="{9FA24641-D0D5-F01A-5B89-6A5CF80DBBB8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493600" y="3042286"/>
                  <a:ext cx="1205866" cy="773430"/>
                  <a:chOff x="5493600" y="3042286"/>
                  <a:chExt cx="1205866" cy="773430"/>
                </a:xfrm>
              </p:grpSpPr>
              <p:sp>
                <p:nvSpPr>
                  <p:cNvPr id="294" name="Freeform 14">
                    <a:extLst>
                      <a:ext uri="{FF2B5EF4-FFF2-40B4-BE49-F238E27FC236}">
                        <a16:creationId xmlns:a16="http://schemas.microsoft.com/office/drawing/2014/main" id="{4D4ACB26-63B1-9391-C5E1-B96EB06A2B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93600" y="3042286"/>
                    <a:ext cx="986790" cy="773430"/>
                  </a:xfrm>
                  <a:custGeom>
                    <a:avLst/>
                    <a:gdLst>
                      <a:gd name="T0" fmla="*/ 904 w 1505"/>
                      <a:gd name="T1" fmla="*/ 1174 h 1177"/>
                      <a:gd name="T2" fmla="*/ 904 w 1505"/>
                      <a:gd name="T3" fmla="*/ 896 h 1177"/>
                      <a:gd name="T4" fmla="*/ 0 w 1505"/>
                      <a:gd name="T5" fmla="*/ 1177 h 1177"/>
                      <a:gd name="T6" fmla="*/ 264 w 1505"/>
                      <a:gd name="T7" fmla="*/ 549 h 1177"/>
                      <a:gd name="T8" fmla="*/ 902 w 1505"/>
                      <a:gd name="T9" fmla="*/ 290 h 1177"/>
                      <a:gd name="T10" fmla="*/ 902 w 1505"/>
                      <a:gd name="T11" fmla="*/ 0 h 1177"/>
                      <a:gd name="T12" fmla="*/ 1505 w 1505"/>
                      <a:gd name="T13" fmla="*/ 588 h 1177"/>
                      <a:gd name="T14" fmla="*/ 904 w 1505"/>
                      <a:gd name="T15" fmla="*/ 1174 h 11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505" h="1177">
                        <a:moveTo>
                          <a:pt x="904" y="1174"/>
                        </a:moveTo>
                        <a:cubicBezTo>
                          <a:pt x="904" y="1087"/>
                          <a:pt x="904" y="993"/>
                          <a:pt x="904" y="896"/>
                        </a:cubicBezTo>
                        <a:cubicBezTo>
                          <a:pt x="548" y="819"/>
                          <a:pt x="241" y="889"/>
                          <a:pt x="0" y="1177"/>
                        </a:cubicBezTo>
                        <a:cubicBezTo>
                          <a:pt x="11" y="934"/>
                          <a:pt x="92" y="722"/>
                          <a:pt x="264" y="549"/>
                        </a:cubicBezTo>
                        <a:cubicBezTo>
                          <a:pt x="437" y="375"/>
                          <a:pt x="656" y="305"/>
                          <a:pt x="902" y="290"/>
                        </a:cubicBezTo>
                        <a:cubicBezTo>
                          <a:pt x="902" y="192"/>
                          <a:pt x="902" y="94"/>
                          <a:pt x="902" y="0"/>
                        </a:cubicBezTo>
                        <a:cubicBezTo>
                          <a:pt x="1103" y="196"/>
                          <a:pt x="1303" y="391"/>
                          <a:pt x="1505" y="588"/>
                        </a:cubicBezTo>
                        <a:cubicBezTo>
                          <a:pt x="1302" y="786"/>
                          <a:pt x="1103" y="980"/>
                          <a:pt x="904" y="1174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pt-BR" noProof="0"/>
                  </a:p>
                </p:txBody>
              </p:sp>
              <p:sp>
                <p:nvSpPr>
                  <p:cNvPr id="295" name="Freeform 15">
                    <a:extLst>
                      <a:ext uri="{FF2B5EF4-FFF2-40B4-BE49-F238E27FC236}">
                        <a16:creationId xmlns:a16="http://schemas.microsoft.com/office/drawing/2014/main" id="{87F2E9F6-7605-EFD2-4BFD-B7760EF68A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91796" y="3042286"/>
                    <a:ext cx="407670" cy="773430"/>
                  </a:xfrm>
                  <a:custGeom>
                    <a:avLst/>
                    <a:gdLst>
                      <a:gd name="T0" fmla="*/ 21 w 622"/>
                      <a:gd name="T1" fmla="*/ 1176 h 1176"/>
                      <a:gd name="T2" fmla="*/ 22 w 622"/>
                      <a:gd name="T3" fmla="*/ 1019 h 1176"/>
                      <a:gd name="T4" fmla="*/ 53 w 622"/>
                      <a:gd name="T5" fmla="*/ 972 h 1176"/>
                      <a:gd name="T6" fmla="*/ 441 w 622"/>
                      <a:gd name="T7" fmla="*/ 602 h 1176"/>
                      <a:gd name="T8" fmla="*/ 130 w 622"/>
                      <a:gd name="T9" fmla="*/ 290 h 1176"/>
                      <a:gd name="T10" fmla="*/ 21 w 622"/>
                      <a:gd name="T11" fmla="*/ 18 h 1176"/>
                      <a:gd name="T12" fmla="*/ 21 w 622"/>
                      <a:gd name="T13" fmla="*/ 0 h 1176"/>
                      <a:gd name="T14" fmla="*/ 622 w 622"/>
                      <a:gd name="T15" fmla="*/ 593 h 1176"/>
                      <a:gd name="T16" fmla="*/ 21 w 622"/>
                      <a:gd name="T17" fmla="*/ 1176 h 11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22" h="1176">
                        <a:moveTo>
                          <a:pt x="21" y="1176"/>
                        </a:moveTo>
                        <a:cubicBezTo>
                          <a:pt x="21" y="1130"/>
                          <a:pt x="19" y="1074"/>
                          <a:pt x="22" y="1019"/>
                        </a:cubicBezTo>
                        <a:cubicBezTo>
                          <a:pt x="23" y="1003"/>
                          <a:pt x="40" y="985"/>
                          <a:pt x="53" y="972"/>
                        </a:cubicBezTo>
                        <a:cubicBezTo>
                          <a:pt x="181" y="849"/>
                          <a:pt x="310" y="727"/>
                          <a:pt x="441" y="602"/>
                        </a:cubicBezTo>
                        <a:cubicBezTo>
                          <a:pt x="329" y="488"/>
                          <a:pt x="235" y="382"/>
                          <a:pt x="130" y="290"/>
                        </a:cubicBezTo>
                        <a:cubicBezTo>
                          <a:pt x="44" y="214"/>
                          <a:pt x="0" y="132"/>
                          <a:pt x="21" y="18"/>
                        </a:cubicBezTo>
                        <a:cubicBezTo>
                          <a:pt x="22" y="11"/>
                          <a:pt x="21" y="3"/>
                          <a:pt x="21" y="0"/>
                        </a:cubicBezTo>
                        <a:cubicBezTo>
                          <a:pt x="219" y="195"/>
                          <a:pt x="418" y="392"/>
                          <a:pt x="622" y="593"/>
                        </a:cubicBezTo>
                        <a:cubicBezTo>
                          <a:pt x="422" y="787"/>
                          <a:pt x="220" y="983"/>
                          <a:pt x="21" y="1176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pt-BR" noProof="0"/>
                  </a:p>
                </p:txBody>
              </p:sp>
            </p:grpSp>
          </p:grpSp>
        </p:grpSp>
      </p:grpSp>
      <p:sp>
        <p:nvSpPr>
          <p:cNvPr id="297" name="Rectangle: Diagonal Corners Rounded 159">
            <a:extLst>
              <a:ext uri="{FF2B5EF4-FFF2-40B4-BE49-F238E27FC236}">
                <a16:creationId xmlns:a16="http://schemas.microsoft.com/office/drawing/2014/main" id="{92E0AB29-8069-533C-1D54-9B06F0560ACF}"/>
              </a:ext>
            </a:extLst>
          </p:cNvPr>
          <p:cNvSpPr/>
          <p:nvPr/>
        </p:nvSpPr>
        <p:spPr>
          <a:xfrm>
            <a:off x="7067657" y="3450243"/>
            <a:ext cx="4541115" cy="363144"/>
          </a:xfrm>
          <a:prstGeom prst="round2Diag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pt-BR" sz="1400" kern="0" noProof="0" dirty="0">
                <a:solidFill>
                  <a:schemeClr val="bg1"/>
                </a:solidFill>
              </a:rPr>
              <a:t>Visão de Mercado – Comunicação crítica </a:t>
            </a:r>
          </a:p>
        </p:txBody>
      </p:sp>
      <p:sp>
        <p:nvSpPr>
          <p:cNvPr id="298" name="Right Triangle 178">
            <a:extLst>
              <a:ext uri="{FF2B5EF4-FFF2-40B4-BE49-F238E27FC236}">
                <a16:creationId xmlns:a16="http://schemas.microsoft.com/office/drawing/2014/main" id="{085035B1-423A-B1FE-7D32-EB6F95A84BDC}"/>
              </a:ext>
            </a:extLst>
          </p:cNvPr>
          <p:cNvSpPr/>
          <p:nvPr/>
        </p:nvSpPr>
        <p:spPr>
          <a:xfrm flipH="1" flipV="1">
            <a:off x="7007482" y="3724391"/>
            <a:ext cx="60174" cy="115984"/>
          </a:xfrm>
          <a:prstGeom prst="rtTriangle">
            <a:avLst/>
          </a:prstGeom>
          <a:solidFill>
            <a:srgbClr val="0D1C67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299" name="Right Triangle 177">
            <a:extLst>
              <a:ext uri="{FF2B5EF4-FFF2-40B4-BE49-F238E27FC236}">
                <a16:creationId xmlns:a16="http://schemas.microsoft.com/office/drawing/2014/main" id="{6E87EDA3-36E7-7488-E428-10FD938F23B7}"/>
              </a:ext>
            </a:extLst>
          </p:cNvPr>
          <p:cNvSpPr/>
          <p:nvPr/>
        </p:nvSpPr>
        <p:spPr>
          <a:xfrm>
            <a:off x="11601092" y="3451571"/>
            <a:ext cx="60174" cy="115984"/>
          </a:xfrm>
          <a:prstGeom prst="rtTriangle">
            <a:avLst/>
          </a:prstGeom>
          <a:solidFill>
            <a:srgbClr val="0D1C67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1834C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301" name="Oval 30">
            <a:extLst>
              <a:ext uri="{FF2B5EF4-FFF2-40B4-BE49-F238E27FC236}">
                <a16:creationId xmlns:a16="http://schemas.microsoft.com/office/drawing/2014/main" id="{9D4DEBB0-6D03-A4FF-4E48-915C0616FE03}"/>
              </a:ext>
            </a:extLst>
          </p:cNvPr>
          <p:cNvSpPr/>
          <p:nvPr/>
        </p:nvSpPr>
        <p:spPr>
          <a:xfrm>
            <a:off x="7215903" y="3494818"/>
            <a:ext cx="270000" cy="270000"/>
          </a:xfrm>
          <a:prstGeom prst="ellipse">
            <a:avLst/>
          </a:prstGeom>
          <a:solidFill>
            <a:srgbClr val="FFFFFF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noProof="0">
              <a:solidFill>
                <a:srgbClr val="FFFFFF"/>
              </a:solidFill>
            </a:endParaRPr>
          </a:p>
        </p:txBody>
      </p:sp>
      <p:sp>
        <p:nvSpPr>
          <p:cNvPr id="302" name="TextBox 36">
            <a:extLst>
              <a:ext uri="{FF2B5EF4-FFF2-40B4-BE49-F238E27FC236}">
                <a16:creationId xmlns:a16="http://schemas.microsoft.com/office/drawing/2014/main" id="{1F288156-3B97-B8D7-CB10-CFBF90A27FDE}"/>
              </a:ext>
            </a:extLst>
          </p:cNvPr>
          <p:cNvSpPr txBox="1"/>
          <p:nvPr/>
        </p:nvSpPr>
        <p:spPr>
          <a:xfrm>
            <a:off x="7235305" y="3519974"/>
            <a:ext cx="234038" cy="23083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500" noProof="0" dirty="0">
                <a:solidFill>
                  <a:schemeClr val="tx2"/>
                </a:solidFill>
              </a:rPr>
              <a:t>VII</a:t>
            </a:r>
          </a:p>
        </p:txBody>
      </p:sp>
      <p:cxnSp>
        <p:nvCxnSpPr>
          <p:cNvPr id="303" name="Conector reto 302">
            <a:extLst>
              <a:ext uri="{FF2B5EF4-FFF2-40B4-BE49-F238E27FC236}">
                <a16:creationId xmlns:a16="http://schemas.microsoft.com/office/drawing/2014/main" id="{57771556-98CB-246D-0297-D5C28547D8A9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960438" y="5681663"/>
            <a:ext cx="2635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Conector reto 303">
            <a:extLst>
              <a:ext uri="{FF2B5EF4-FFF2-40B4-BE49-F238E27FC236}">
                <a16:creationId xmlns:a16="http://schemas.microsoft.com/office/drawing/2014/main" id="{332B85B3-A11E-B9FD-C033-593D7D82D84F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1554163" y="5688013"/>
            <a:ext cx="2635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5" name="Retângulo 304">
            <a:extLst>
              <a:ext uri="{FF2B5EF4-FFF2-40B4-BE49-F238E27FC236}">
                <a16:creationId xmlns:a16="http://schemas.microsoft.com/office/drawing/2014/main" id="{B3D7C43E-6AA4-5D62-1DCA-A601F7B72E9B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1223963" y="5681663"/>
            <a:ext cx="330200" cy="6350"/>
          </a:xfrm>
          <a:prstGeom prst="rect">
            <a:avLst/>
          </a:prstGeom>
          <a:solidFill>
            <a:srgbClr val="00B74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0" name="Chart 3">
            <a:extLst>
              <a:ext uri="{FF2B5EF4-FFF2-40B4-BE49-F238E27FC236}">
                <a16:creationId xmlns:a16="http://schemas.microsoft.com/office/drawing/2014/main" id="{717F10F2-07C1-DD8E-8E44-912BB9E3A14B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2768086656"/>
              </p:ext>
            </p:extLst>
          </p:nvPr>
        </p:nvGraphicFramePr>
        <p:xfrm>
          <a:off x="409575" y="5357813"/>
          <a:ext cx="1960563" cy="102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9"/>
          </a:graphicData>
        </a:graphic>
      </p:graphicFrame>
      <p:cxnSp>
        <p:nvCxnSpPr>
          <p:cNvPr id="307" name="Conector reto 306">
            <a:extLst>
              <a:ext uri="{FF2B5EF4-FFF2-40B4-BE49-F238E27FC236}">
                <a16:creationId xmlns:a16="http://schemas.microsoft.com/office/drawing/2014/main" id="{4AAC0759-0E95-5707-8431-92910423ABE0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 flipV="1">
            <a:off x="795338" y="5335588"/>
            <a:ext cx="0" cy="1460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Conector reto 307">
            <a:extLst>
              <a:ext uri="{FF2B5EF4-FFF2-40B4-BE49-F238E27FC236}">
                <a16:creationId xmlns:a16="http://schemas.microsoft.com/office/drawing/2014/main" id="{C5440AFE-8119-3EBA-3EE6-F6543D30BD98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795338" y="5335588"/>
            <a:ext cx="11874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Conector reto 308">
            <a:extLst>
              <a:ext uri="{FF2B5EF4-FFF2-40B4-BE49-F238E27FC236}">
                <a16:creationId xmlns:a16="http://schemas.microsoft.com/office/drawing/2014/main" id="{1D9644E2-50D7-EEE2-0C65-183AA4E31AE9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1982788" y="5335588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Espaço Reservado para Texto 2">
            <a:extLst>
              <a:ext uri="{FF2B5EF4-FFF2-40B4-BE49-F238E27FC236}">
                <a16:creationId xmlns:a16="http://schemas.microsoft.com/office/drawing/2014/main" id="{11F80013-7F36-B9AB-0B03-91D435B6F25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547688" y="6200775"/>
            <a:ext cx="4968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296480E-2A84-48F5-837A-E3E82278B578}" type="datetime'B''''''''''''''a''''''''s''e''''l''''''''''''i''''''n''e'">
              <a:rPr lang="en-US" altLang="en-US" sz="10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Baseline</a:t>
            </a:fld>
            <a:endParaRPr lang="en-US" sz="10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1" name="Espaço Reservado para Texto 2">
            <a:extLst>
              <a:ext uri="{FF2B5EF4-FFF2-40B4-BE49-F238E27FC236}">
                <a16:creationId xmlns:a16="http://schemas.microsoft.com/office/drawing/2014/main" id="{DA1CEBC2-0676-9D0E-5FDB-A6F6DCED62FB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gray">
          <a:xfrm>
            <a:off x="1284288" y="5616575"/>
            <a:ext cx="209550" cy="136525"/>
          </a:xfrm>
          <a:prstGeom prst="rect">
            <a:avLst/>
          </a:prstGeom>
          <a:solidFill>
            <a:srgbClr val="00B74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74F3D28-51CC-4388-9A8A-E84520BBEBCF}" type="datetime'''0'''''',''''''''''''''''''''''''''''''''''''''''''''5'">
              <a:rPr lang="en-US" altLang="en-US" sz="10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endParaRPr lang="en-US" sz="10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2" name="Espaço Reservado para Texto 2">
            <a:extLst>
              <a:ext uri="{FF2B5EF4-FFF2-40B4-BE49-F238E27FC236}">
                <a16:creationId xmlns:a16="http://schemas.microsoft.com/office/drawing/2014/main" id="{0212967B-FD09-062E-64C0-5C68E3ECFE9B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1187450" y="6200775"/>
            <a:ext cx="4048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6F09923-D59C-449E-BDD0-A846AE64EB6A}" type="datetime'''''S''''ho''''u''''''''''''l''''d ''''''''''C''o''''s''''t'">
              <a:rPr lang="en-US" altLang="en-US" sz="10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Should Cost</a:t>
            </a:fld>
            <a:endParaRPr lang="en-US" sz="10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3" name="Espaço Reservado para Texto 2">
            <a:extLst>
              <a:ext uri="{FF2B5EF4-FFF2-40B4-BE49-F238E27FC236}">
                <a16:creationId xmlns:a16="http://schemas.microsoft.com/office/drawing/2014/main" id="{C02BC097-D414-65AE-ADE2-0D3A660042D0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1695450" y="6200775"/>
            <a:ext cx="5746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652388A-F44C-4FBB-9313-60D1F98C5CD8}" type="datetime'''''''Va''l''''''''or'''''' ''''''f''''''i''''''''n''a''l'''">
              <a:rPr lang="en-US" altLang="en-US" sz="1000" smtClean="0">
                <a:solidFill>
                  <a:srgbClr val="40404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Valor final</a:t>
            </a:fld>
            <a:endParaRPr lang="en-US" sz="1000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5" name="Espaço Reservado para Texto 2">
            <a:extLst>
              <a:ext uri="{FF2B5EF4-FFF2-40B4-BE49-F238E27FC236}">
                <a16:creationId xmlns:a16="http://schemas.microsoft.com/office/drawing/2014/main" id="{97982260-DC4B-AE87-4D87-7ADAE2EE07A3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1155700" y="5238750"/>
            <a:ext cx="468313" cy="1936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3C844F5-75DE-4686-9795-DD4816410438}" type="datetime'''''''''''''''''-''''''''''''''''1'''''''',''''''2''%'''''''''">
              <a:rPr lang="en-US" altLang="en-US" sz="1000" b="1" smtClean="0">
                <a:solidFill>
                  <a:srgbClr val="404040"/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-1,2%</a:t>
            </a:fld>
            <a:endParaRPr lang="en-US" sz="1000" b="1">
              <a:solidFill>
                <a:srgbClr val="40404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3" name="CaixaDeTexto 342">
            <a:extLst>
              <a:ext uri="{FF2B5EF4-FFF2-40B4-BE49-F238E27FC236}">
                <a16:creationId xmlns:a16="http://schemas.microsoft.com/office/drawing/2014/main" id="{244D4EDA-5C0C-A1BE-3B81-9A2C0AA9EFA6}"/>
              </a:ext>
            </a:extLst>
          </p:cNvPr>
          <p:cNvSpPr txBox="1"/>
          <p:nvPr/>
        </p:nvSpPr>
        <p:spPr>
          <a:xfrm>
            <a:off x="465138" y="3908973"/>
            <a:ext cx="58349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 kern="0"/>
            </a:defPPr>
            <a:lvl1pPr marL="171450" indent="-171450">
              <a:buFont typeface="Arial" panose="020B0604020202020204" pitchFamily="34" charset="0"/>
              <a:buChar char="•"/>
              <a:defRPr sz="9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just"/>
            <a:r>
              <a:rPr lang="pt-BR" sz="1000" b="0" dirty="0"/>
              <a:t>A análise indica que não deveríamos simplesmente aplicar o reajuste pleiteado pela </a:t>
            </a:r>
            <a:r>
              <a:rPr lang="pt-BR" sz="1000" b="0" dirty="0" err="1"/>
              <a:t>Aldak</a:t>
            </a:r>
            <a:r>
              <a:rPr lang="pt-BR" sz="1000" b="0" dirty="0"/>
              <a:t> sobre a base contratual, mas rediscutir a composição de preços via Should </a:t>
            </a:r>
            <a:r>
              <a:rPr lang="pt-BR" sz="1000" b="0" dirty="0" err="1"/>
              <a:t>Cost</a:t>
            </a:r>
            <a:r>
              <a:rPr lang="pt-BR" sz="1000" b="0" dirty="0"/>
              <a:t>, considerando: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pt-BR" sz="1000" b="0" i="1" dirty="0"/>
              <a:t>Deflação cambial observada nos últimos 2 anos;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pt-BR" sz="1000" b="0" i="1" dirty="0"/>
              <a:t>Parcela relevante dos ativos já amortizada/depreciada; 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pt-BR" sz="1000" b="0" i="1" dirty="0"/>
              <a:t>Equipamentos extraviados com 7–9 anos de uso e baixo ou nulo valor comercial residual</a:t>
            </a:r>
            <a:endParaRPr lang="en-US" sz="1000" b="0" dirty="0"/>
          </a:p>
        </p:txBody>
      </p:sp>
      <p:sp>
        <p:nvSpPr>
          <p:cNvPr id="346" name="CaixaDeTexto 345">
            <a:extLst>
              <a:ext uri="{FF2B5EF4-FFF2-40B4-BE49-F238E27FC236}">
                <a16:creationId xmlns:a16="http://schemas.microsoft.com/office/drawing/2014/main" id="{E7414796-2BBB-CC87-EDEC-B841EAF0C0EA}"/>
              </a:ext>
            </a:extLst>
          </p:cNvPr>
          <p:cNvSpPr txBox="1"/>
          <p:nvPr/>
        </p:nvSpPr>
        <p:spPr>
          <a:xfrm>
            <a:off x="674688" y="4481248"/>
            <a:ext cx="914400" cy="9144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- Reajuste do contrato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48" name="CaixaDeTexto 347">
            <a:extLst>
              <a:ext uri="{FF2B5EF4-FFF2-40B4-BE49-F238E27FC236}">
                <a16:creationId xmlns:a16="http://schemas.microsoft.com/office/drawing/2014/main" id="{066CB1CE-8599-20CE-B4DE-9140ED9E2C24}"/>
              </a:ext>
            </a:extLst>
          </p:cNvPr>
          <p:cNvSpPr txBox="1"/>
          <p:nvPr/>
        </p:nvSpPr>
        <p:spPr>
          <a:xfrm>
            <a:off x="2653102" y="4756819"/>
            <a:ext cx="2437621" cy="3632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- Extravio: Contraproposta (R$MM)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52" name="CaixaDeTexto 351">
            <a:extLst>
              <a:ext uri="{FF2B5EF4-FFF2-40B4-BE49-F238E27FC236}">
                <a16:creationId xmlns:a16="http://schemas.microsoft.com/office/drawing/2014/main" id="{71B63B16-999E-3E02-4C86-B72B009D77BA}"/>
              </a:ext>
            </a:extLst>
          </p:cNvPr>
          <p:cNvSpPr txBox="1"/>
          <p:nvPr/>
        </p:nvSpPr>
        <p:spPr>
          <a:xfrm>
            <a:off x="4564668" y="5097310"/>
            <a:ext cx="2658363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solidFill>
                  <a:schemeClr val="bg2">
                    <a:lumMod val="10000"/>
                  </a:schemeClr>
                </a:solidFill>
                <a:latin typeface="+mj-lt"/>
                <a:sym typeface="Calibri"/>
              </a:rPr>
              <a:t>Comparativo </a:t>
            </a:r>
            <a:r>
              <a:rPr lang="pt-BR" sz="800" dirty="0" err="1">
                <a:solidFill>
                  <a:schemeClr val="bg2">
                    <a:lumMod val="10000"/>
                  </a:schemeClr>
                </a:solidFill>
                <a:latin typeface="+mj-lt"/>
                <a:sym typeface="Calibri"/>
              </a:rPr>
              <a:t>Tx</a:t>
            </a:r>
            <a:r>
              <a:rPr lang="pt-BR" sz="800" dirty="0">
                <a:solidFill>
                  <a:schemeClr val="bg2">
                    <a:lumMod val="10000"/>
                  </a:schemeClr>
                </a:solidFill>
                <a:latin typeface="+mj-lt"/>
                <a:sym typeface="Calibri"/>
              </a:rPr>
              <a:t>. de Depreciação</a:t>
            </a:r>
            <a:endParaRPr kumimoji="0" lang="pt-BR" sz="80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j-lt"/>
              <a:sym typeface="Calibri"/>
            </a:endParaRPr>
          </a:p>
        </p:txBody>
      </p:sp>
      <p:sp>
        <p:nvSpPr>
          <p:cNvPr id="354" name="CaixaDeTexto 353">
            <a:extLst>
              <a:ext uri="{FF2B5EF4-FFF2-40B4-BE49-F238E27FC236}">
                <a16:creationId xmlns:a16="http://schemas.microsoft.com/office/drawing/2014/main" id="{B378E531-C3CE-0450-C6E1-6013D930D86B}"/>
              </a:ext>
            </a:extLst>
          </p:cNvPr>
          <p:cNvSpPr txBox="1"/>
          <p:nvPr/>
        </p:nvSpPr>
        <p:spPr>
          <a:xfrm>
            <a:off x="4607749" y="6452340"/>
            <a:ext cx="1674064" cy="3847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600" dirty="0">
                <a:solidFill>
                  <a:schemeClr val="bg2">
                    <a:lumMod val="10000"/>
                  </a:schemeClr>
                </a:solidFill>
                <a:latin typeface="Suzano Display" panose="02010503030508060203" pitchFamily="2" charset="0"/>
                <a:sym typeface="Calibri"/>
              </a:rPr>
              <a:t>* Taxa de depreciação Suzano, base mercado</a:t>
            </a:r>
          </a:p>
          <a:p>
            <a:pPr hangingPunct="0"/>
            <a:endParaRPr lang="pt-BR" sz="600" dirty="0">
              <a:solidFill>
                <a:srgbClr val="002060"/>
              </a:solidFill>
              <a:latin typeface="+mj-lt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700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Suzano Display" panose="02010503030508060203" pitchFamily="2" charset="0"/>
              <a:sym typeface="Calibri"/>
            </a:endParaRPr>
          </a:p>
        </p:txBody>
      </p:sp>
      <p:graphicFrame>
        <p:nvGraphicFramePr>
          <p:cNvPr id="358" name="Tabela 357">
            <a:extLst>
              <a:ext uri="{FF2B5EF4-FFF2-40B4-BE49-F238E27FC236}">
                <a16:creationId xmlns:a16="http://schemas.microsoft.com/office/drawing/2014/main" id="{7B249151-C770-F3F9-D654-10A919614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964840"/>
              </p:ext>
            </p:extLst>
          </p:nvPr>
        </p:nvGraphicFramePr>
        <p:xfrm>
          <a:off x="4496510" y="5376860"/>
          <a:ext cx="1764000" cy="106109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335537138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5759032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7717326"/>
                    </a:ext>
                  </a:extLst>
                </a:gridCol>
              </a:tblGrid>
              <a:tr h="127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u="none" strike="noStrike" dirty="0">
                          <a:effectLst/>
                        </a:rPr>
                        <a:t>Período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u="none" strike="noStrike" dirty="0">
                          <a:effectLst/>
                        </a:rPr>
                        <a:t>TRC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u="none" strike="noStrike" dirty="0">
                          <a:effectLst/>
                        </a:rPr>
                        <a:t>Suzano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1201152"/>
                  </a:ext>
                </a:extLst>
              </a:tr>
              <a:tr h="127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Até 1 ano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5%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10%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19941002"/>
                  </a:ext>
                </a:extLst>
              </a:tr>
              <a:tr h="127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De 1 a 2 anos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9%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20%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48263752"/>
                  </a:ext>
                </a:extLst>
              </a:tr>
              <a:tr h="127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De 2 a 3 anos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12%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35%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8057100"/>
                  </a:ext>
                </a:extLst>
              </a:tr>
              <a:tr h="127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De 3 a 4 anos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27%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50%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35550094"/>
                  </a:ext>
                </a:extLst>
              </a:tr>
              <a:tr h="1270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De 4 a 5 anos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37%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65%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1690473"/>
                  </a:ext>
                </a:extLst>
              </a:tr>
              <a:tr h="177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&gt; de 5 anos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47%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75%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2425963"/>
                  </a:ext>
                </a:extLst>
              </a:tr>
            </a:tbl>
          </a:graphicData>
        </a:graphic>
      </p:graphicFrame>
      <p:graphicFrame>
        <p:nvGraphicFramePr>
          <p:cNvPr id="439" name="Chart 3">
            <a:extLst>
              <a:ext uri="{FF2B5EF4-FFF2-40B4-BE49-F238E27FC236}">
                <a16:creationId xmlns:a16="http://schemas.microsoft.com/office/drawing/2014/main" id="{E10680AE-9EF1-D7D4-C53C-86A6794BFACA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477204445"/>
              </p:ext>
            </p:extLst>
          </p:nvPr>
        </p:nvGraphicFramePr>
        <p:xfrm>
          <a:off x="2535238" y="5432425"/>
          <a:ext cx="1611312" cy="950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0"/>
          </a:graphicData>
        </a:graphic>
      </p:graphicFrame>
      <p:cxnSp>
        <p:nvCxnSpPr>
          <p:cNvPr id="361" name="Conector reto 360">
            <a:extLst>
              <a:ext uri="{FF2B5EF4-FFF2-40B4-BE49-F238E27FC236}">
                <a16:creationId xmlns:a16="http://schemas.microsoft.com/office/drawing/2014/main" id="{6FD32F54-2C8E-9AF7-7E0D-695B656886F7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 flipV="1">
            <a:off x="2995613" y="5322888"/>
            <a:ext cx="0" cy="1349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1" name="Conector reto 370">
            <a:extLst>
              <a:ext uri="{FF2B5EF4-FFF2-40B4-BE49-F238E27FC236}">
                <a16:creationId xmlns:a16="http://schemas.microsoft.com/office/drawing/2014/main" id="{3B0C100A-EF6C-4B77-2184-02F57760B0B3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2995613" y="5322888"/>
            <a:ext cx="6889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2" name="Conector reto 371">
            <a:extLst>
              <a:ext uri="{FF2B5EF4-FFF2-40B4-BE49-F238E27FC236}">
                <a16:creationId xmlns:a16="http://schemas.microsoft.com/office/drawing/2014/main" id="{97C7241D-ACA9-E544-2C4B-2B56C504D346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3684588" y="5322888"/>
            <a:ext cx="0" cy="311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Conector reto 405">
            <a:extLst>
              <a:ext uri="{FF2B5EF4-FFF2-40B4-BE49-F238E27FC236}">
                <a16:creationId xmlns:a16="http://schemas.microsoft.com/office/drawing/2014/main" id="{AF4479F0-1866-E85A-A641-81C1029537BD}"/>
              </a:ext>
            </a:extLst>
          </p:cNvPr>
          <p:cNvCxnSpPr/>
          <p:nvPr>
            <p:custDataLst>
              <p:tags r:id="rId46"/>
            </p:custDataLst>
          </p:nvPr>
        </p:nvCxnSpPr>
        <p:spPr bwMode="gray">
          <a:xfrm flipH="1" flipV="1">
            <a:off x="3138488" y="5665788"/>
            <a:ext cx="65087" cy="60325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7" name="Conector reto 406">
            <a:extLst>
              <a:ext uri="{FF2B5EF4-FFF2-40B4-BE49-F238E27FC236}">
                <a16:creationId xmlns:a16="http://schemas.microsoft.com/office/drawing/2014/main" id="{FD4F9CFF-8012-AA66-8FD9-4C2634001F34}"/>
              </a:ext>
            </a:extLst>
          </p:cNvPr>
          <p:cNvCxnSpPr/>
          <p:nvPr>
            <p:custDataLst>
              <p:tags r:id="rId47"/>
            </p:custDataLst>
          </p:nvPr>
        </p:nvCxnSpPr>
        <p:spPr bwMode="gray">
          <a:xfrm flipH="1">
            <a:off x="3827463" y="5842000"/>
            <a:ext cx="65087" cy="0"/>
          </a:xfrm>
          <a:prstGeom prst="line">
            <a:avLst/>
          </a:prstGeom>
          <a:ln w="63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4" name="Text Placeholder 3">
            <a:extLst>
              <a:ext uri="{FF2B5EF4-FFF2-40B4-BE49-F238E27FC236}">
                <a16:creationId xmlns:a16="http://schemas.microsoft.com/office/drawing/2014/main" id="{E313DDD6-C2B8-315B-EB23-EF707B1455C1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2890838" y="5635625"/>
            <a:ext cx="209550" cy="136525"/>
          </a:xfrm>
          <a:prstGeom prst="rect">
            <a:avLst/>
          </a:prstGeom>
          <a:solidFill>
            <a:srgbClr val="0C1A6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1E1206B-B6CA-489A-9B4B-E95FFF84CBCB}" type="datetime'''''''''''''''''''''0'',''''''''''''''''''''7'''''''''''''">
              <a:rPr lang="en-US" altLang="en-US" sz="1000" b="1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0,7</a:t>
            </a:fld>
            <a:endParaRPr lang="en-US" sz="1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4" name="Espaço Reservado para Texto 2">
            <a:extLst>
              <a:ext uri="{FF2B5EF4-FFF2-40B4-BE49-F238E27FC236}">
                <a16:creationId xmlns:a16="http://schemas.microsoft.com/office/drawing/2014/main" id="{A5785003-28EE-D85D-CDDD-E92A5605A67D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2859088" y="6200775"/>
            <a:ext cx="2746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4E0C4AB-0E98-4E5E-9AD2-8B6EC4FBBCCC}" type="datetime'''''''''''''''T''''''''RC'''''''''''''''''''''''''''''">
              <a:rPr lang="pt-BR" altLang="en-US" sz="1000" smtClean="0">
                <a:solidFill>
                  <a:schemeClr val="bg2">
                    <a:lumMod val="10000"/>
                  </a:schemeClr>
                </a:solidFill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TRC</a:t>
            </a:fld>
            <a:endParaRPr lang="pt-BR" sz="1000">
              <a:solidFill>
                <a:schemeClr val="bg2">
                  <a:lumMod val="1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405" name="Text Placeholder 3">
            <a:extLst>
              <a:ext uri="{FF2B5EF4-FFF2-40B4-BE49-F238E27FC236}">
                <a16:creationId xmlns:a16="http://schemas.microsoft.com/office/drawing/2014/main" id="{DDECC7A2-4D7D-C89D-4E92-C55AD241DB3F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gray">
          <a:xfrm>
            <a:off x="3579813" y="5811838"/>
            <a:ext cx="209550" cy="136525"/>
          </a:xfrm>
          <a:prstGeom prst="rect">
            <a:avLst/>
          </a:prstGeom>
          <a:solidFill>
            <a:srgbClr val="0C1A6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7246A63-3D06-49A3-9181-F579330D2E36}" type="datetime'''0'',''''''''''''''''''''7'''">
              <a:rPr lang="en-US" altLang="en-US" sz="1000" b="1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0,7</a:t>
            </a:fld>
            <a:endParaRPr lang="en-US" sz="1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8" name="Espaço Reservado para Texto 2">
            <a:extLst>
              <a:ext uri="{FF2B5EF4-FFF2-40B4-BE49-F238E27FC236}">
                <a16:creationId xmlns:a16="http://schemas.microsoft.com/office/drawing/2014/main" id="{5F8001D4-E2E7-7D17-4C31-9D27878A2EB0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3465513" y="6200775"/>
            <a:ext cx="4397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6FF5BD1-5924-451B-908D-6629D1317C98}" type="datetime'Su''''z''a''''''''n''''''''o'''''''">
              <a:rPr lang="pt-BR" altLang="en-US" sz="1000" smtClean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Suzano</a:t>
            </a:fld>
            <a:endParaRPr lang="pt-BR" sz="1000">
              <a:solidFill>
                <a:schemeClr val="bg2">
                  <a:lumMod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1" name="Espaço Reservado para Texto 2">
            <a:extLst>
              <a:ext uri="{FF2B5EF4-FFF2-40B4-BE49-F238E27FC236}">
                <a16:creationId xmlns:a16="http://schemas.microsoft.com/office/drawing/2014/main" id="{923EC1E9-3A2A-2C73-E3EC-8C8F17016BB5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gray">
          <a:xfrm>
            <a:off x="2890838" y="5495925"/>
            <a:ext cx="2095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CA32E04-1410-48F8-A5FC-EEAA381EE65B}" type="datetime'''''6'''''''''''''''''''''''''''''',''''''1'''''''''''''">
              <a:rPr lang="pt-BR" altLang="en-US" sz="1000" b="1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6,1</a:t>
            </a:fld>
            <a:endParaRPr lang="pt-BR" sz="1000" b="1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2" name="Espaço Reservado para Texto 2">
            <a:extLst>
              <a:ext uri="{FF2B5EF4-FFF2-40B4-BE49-F238E27FC236}">
                <a16:creationId xmlns:a16="http://schemas.microsoft.com/office/drawing/2014/main" id="{00CFDCFF-2BDA-DD76-EC5A-E27B59BDA435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gray">
          <a:xfrm>
            <a:off x="3579813" y="5672138"/>
            <a:ext cx="2095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9357F0E-9EA2-42D5-8C10-61C7081E21DC}" type="datetime'''''''3'''''''''''''''''''''''''''',''9'''''''''''''''''''''">
              <a:rPr lang="pt-BR" altLang="en-US" sz="1000" b="1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3,9</a:t>
            </a:fld>
            <a:endParaRPr lang="pt-BR" sz="1000" b="1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3" name="Espaço Reservado para Texto 2">
            <a:extLst>
              <a:ext uri="{FF2B5EF4-FFF2-40B4-BE49-F238E27FC236}">
                <a16:creationId xmlns:a16="http://schemas.microsoft.com/office/drawing/2014/main" id="{F470EB8B-A7BB-B5E1-7E94-81AB4BACA34E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3057525" y="5226050"/>
            <a:ext cx="566738" cy="1936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212897F-D910-4F7A-8BEC-7C078514F294}" type="datetime'-''''''''3''5'''''''''''''',''''''3%'''''''''''''">
              <a:rPr lang="pt-BR" altLang="en-US" sz="1000" b="1" smtClean="0">
                <a:solidFill>
                  <a:schemeClr val="bg2">
                    <a:lumMod val="10000"/>
                  </a:schemeClr>
                </a:solidFill>
                <a:effectLst/>
                <a:latin typeface="+mj-lt"/>
                <a:ea typeface="+mj-ea"/>
                <a:cs typeface="+mj-cs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-35,3%</a:t>
            </a:fld>
            <a:endParaRPr lang="pt-BR" sz="1000" b="1">
              <a:solidFill>
                <a:schemeClr val="bg2">
                  <a:lumMod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3" name="Retângulo 392">
            <a:extLst>
              <a:ext uri="{FF2B5EF4-FFF2-40B4-BE49-F238E27FC236}">
                <a16:creationId xmlns:a16="http://schemas.microsoft.com/office/drawing/2014/main" id="{EB5C1816-010A-04CB-BA52-3F7746B05E4A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2473325" y="6391275"/>
            <a:ext cx="142875" cy="106363"/>
          </a:xfrm>
          <a:prstGeom prst="rect">
            <a:avLst/>
          </a:prstGeom>
          <a:solidFill>
            <a:srgbClr val="12279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6" name="Retângulo 395">
            <a:extLst>
              <a:ext uri="{FF2B5EF4-FFF2-40B4-BE49-F238E27FC236}">
                <a16:creationId xmlns:a16="http://schemas.microsoft.com/office/drawing/2014/main" id="{EAB72993-BFB2-1E1A-BB39-9650EFB9212E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3216275" y="6391275"/>
            <a:ext cx="142875" cy="106363"/>
          </a:xfrm>
          <a:prstGeom prst="rect">
            <a:avLst/>
          </a:prstGeom>
          <a:solidFill>
            <a:srgbClr val="0C1A6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8" name="Retângulo 397">
            <a:extLst>
              <a:ext uri="{FF2B5EF4-FFF2-40B4-BE49-F238E27FC236}">
                <a16:creationId xmlns:a16="http://schemas.microsoft.com/office/drawing/2014/main" id="{C397EC6E-864E-DD63-7AEB-CB80A063DAAE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3835400" y="6391275"/>
            <a:ext cx="142875" cy="106363"/>
          </a:xfrm>
          <a:prstGeom prst="rect">
            <a:avLst/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2" name="Text Placeholder 3">
            <a:extLst>
              <a:ext uri="{FF2B5EF4-FFF2-40B4-BE49-F238E27FC236}">
                <a16:creationId xmlns:a16="http://schemas.microsoft.com/office/drawing/2014/main" id="{D115E1AE-5255-1B0A-24F3-C61FE4F6CE08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2667000" y="6378575"/>
            <a:ext cx="447675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F88F84D-A9B3-46BB-90EB-EF669F2AC120}" type="datetime'''''''''''''''Mi''c''ro''''''''''''''f''o''''n''''''e'''''''">
              <a:rPr lang="en-US" altLang="en-US" sz="800" i="1" smtClean="0">
                <a:effectLst/>
              </a:rPr>
              <a:pPr/>
              <a:t>Microfone</a:t>
            </a:fld>
            <a:endParaRPr lang="en-US" sz="800" i="1" dirty="0"/>
          </a:p>
        </p:txBody>
      </p:sp>
      <p:sp>
        <p:nvSpPr>
          <p:cNvPr id="391" name="Text Placeholder 3">
            <a:extLst>
              <a:ext uri="{FF2B5EF4-FFF2-40B4-BE49-F238E27FC236}">
                <a16:creationId xmlns:a16="http://schemas.microsoft.com/office/drawing/2014/main" id="{6F5B1A35-4B9F-ABB8-1244-A8BAB0BCE830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3409950" y="6378575"/>
            <a:ext cx="3238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–"/>
              <a:defRPr lang="en-US" sz="1200" kern="120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1834C5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40404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1834C5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1834C5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ACD5F6B-EF57-4648-BC75-88583BBF8DF7}" type="datetime'''''B''''''''''''''''''''ater''''''''i''''''''a'''''''''''''">
              <a:rPr lang="en-US" altLang="en-US" sz="800" i="1" smtClean="0">
                <a:effectLst/>
              </a:rPr>
              <a:pPr/>
              <a:t>Bateria</a:t>
            </a:fld>
            <a:endParaRPr lang="en-US" sz="800" i="1" dirty="0"/>
          </a:p>
        </p:txBody>
      </p:sp>
      <p:sp>
        <p:nvSpPr>
          <p:cNvPr id="380" name="Espaço Reservado para Texto 2">
            <a:extLst>
              <a:ext uri="{FF2B5EF4-FFF2-40B4-BE49-F238E27FC236}">
                <a16:creationId xmlns:a16="http://schemas.microsoft.com/office/drawing/2014/main" id="{69ACED31-FE30-B29D-8D73-A438B5AC82CE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4029075" y="6396038"/>
            <a:ext cx="2667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001C482-0CA6-43E8-9E63-3E87A2E3F8EC}" type="datetime'''''R''''''''á''''''d''''i''''''''''''''''''''o'''''">
              <a:rPr lang="pt-BR" altLang="en-US" sz="800" i="1" smtClean="0">
                <a:solidFill>
                  <a:srgbClr val="404040"/>
                </a:solidFill>
              </a:rPr>
              <a:pPr/>
              <a:t>Rádio</a:t>
            </a:fld>
            <a:endParaRPr lang="pt-BR" sz="800" i="1" dirty="0">
              <a:solidFill>
                <a:srgbClr val="404040"/>
              </a:solidFill>
            </a:endParaRPr>
          </a:p>
        </p:txBody>
      </p:sp>
      <p:sp>
        <p:nvSpPr>
          <p:cNvPr id="446" name="CaixaDeTexto 445">
            <a:extLst>
              <a:ext uri="{FF2B5EF4-FFF2-40B4-BE49-F238E27FC236}">
                <a16:creationId xmlns:a16="http://schemas.microsoft.com/office/drawing/2014/main" id="{7E0A5586-8D6E-9FF9-666F-2B020F6DA63F}"/>
              </a:ext>
            </a:extLst>
          </p:cNvPr>
          <p:cNvSpPr txBox="1"/>
          <p:nvPr/>
        </p:nvSpPr>
        <p:spPr>
          <a:xfrm>
            <a:off x="6676352" y="3918365"/>
            <a:ext cx="5106071" cy="286232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pt-BR" sz="1000" b="1" dirty="0">
                <a:solidFill>
                  <a:schemeClr val="bg2">
                    <a:lumMod val="10000"/>
                  </a:schemeClr>
                </a:solidFill>
              </a:rPr>
              <a:t>Estratégia Comercial</a:t>
            </a:r>
          </a:p>
          <a:p>
            <a:pPr>
              <a:buNone/>
            </a:pPr>
            <a:endParaRPr lang="pt-BR" sz="1000" b="1" dirty="0">
              <a:solidFill>
                <a:schemeClr val="bg2">
                  <a:lumMod val="1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2">
                    <a:lumMod val="10000"/>
                  </a:schemeClr>
                </a:solidFill>
              </a:rPr>
              <a:t>Antecipar renovação, capturando o interesse da </a:t>
            </a:r>
            <a:r>
              <a:rPr lang="pt-BR" sz="1000" dirty="0" err="1">
                <a:solidFill>
                  <a:schemeClr val="bg2">
                    <a:lumMod val="10000"/>
                  </a:schemeClr>
                </a:solidFill>
              </a:rPr>
              <a:t>Aldak</a:t>
            </a:r>
            <a:r>
              <a:rPr lang="pt-BR" sz="1000" dirty="0">
                <a:solidFill>
                  <a:schemeClr val="bg2">
                    <a:lumMod val="10000"/>
                  </a:schemeClr>
                </a:solidFill>
              </a:rPr>
              <a:t> na retenção e avaliando tomada de preço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2">
                    <a:lumMod val="10000"/>
                  </a:schemeClr>
                </a:solidFill>
              </a:rPr>
              <a:t>Não repassar reajuste ou retroativo, suportado por deflação cambial e Should </a:t>
            </a:r>
            <a:r>
              <a:rPr lang="pt-BR" sz="1000" dirty="0" err="1">
                <a:solidFill>
                  <a:schemeClr val="bg2">
                    <a:lumMod val="10000"/>
                  </a:schemeClr>
                </a:solidFill>
              </a:rPr>
              <a:t>Cost</a:t>
            </a:r>
            <a:endParaRPr lang="pt-BR" sz="1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bg2">
                    <a:lumMod val="10000"/>
                  </a:schemeClr>
                </a:solidFill>
              </a:rPr>
              <a:t>Negociar extravios pelo valor residual, com curva de depreciação justa</a:t>
            </a:r>
          </a:p>
          <a:p>
            <a:pPr lvl="0"/>
            <a:endParaRPr lang="pt-BR" sz="1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None/>
            </a:pPr>
            <a:r>
              <a:rPr lang="pt-BR" sz="1000" b="1" dirty="0">
                <a:solidFill>
                  <a:schemeClr val="bg2">
                    <a:lumMod val="10000"/>
                  </a:schemeClr>
                </a:solidFill>
              </a:rPr>
              <a:t>Posições - Alvo</a:t>
            </a:r>
          </a:p>
          <a:p>
            <a:pPr>
              <a:buNone/>
            </a:pPr>
            <a:endParaRPr lang="pt-BR" sz="1000" b="1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chemeClr val="bg2">
                    <a:lumMod val="10000"/>
                  </a:schemeClr>
                </a:solidFill>
              </a:rPr>
              <a:t>Preço: deflação de -1,2%, com teto de 0% | Rádio médio: R$ 237/mês.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chemeClr val="bg2">
                    <a:lumMod val="10000"/>
                  </a:schemeClr>
                </a:solidFill>
              </a:rPr>
              <a:t>Paramétrica: USD/BRL apenas para ativos &lt;5 anos, com gatilho de 5%; depreciados sem reajuste | Veículos: IPCA | Serviços: 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chemeClr val="bg2">
                    <a:lumMod val="10000"/>
                  </a:schemeClr>
                </a:solidFill>
              </a:rPr>
              <a:t>Saída: 2 meses de faturamento até out/28; após, sem ônus + aviso de prévio de 12 meses a 24 meses bilateral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chemeClr val="bg2">
                    <a:lumMod val="10000"/>
                  </a:schemeClr>
                </a:solidFill>
              </a:rPr>
              <a:t>Chamada Zero: implementação sem custo adicional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chemeClr val="bg2">
                    <a:lumMod val="10000"/>
                  </a:schemeClr>
                </a:solidFill>
              </a:rPr>
              <a:t>Extravios: indenização pelo valor residual depreciado</a:t>
            </a:r>
          </a:p>
          <a:p>
            <a:pPr lvl="0"/>
            <a:endParaRPr lang="pt-BR" sz="1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49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88F1-A8A2-8E95-FD7B-72C65A7C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8F5B014B-0E3E-1153-448D-814D48C6D48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04" imgH="405" progId="TCLayout.ActiveDocument.1">
                  <p:embed/>
                </p:oleObj>
              </mc:Choice>
              <mc:Fallback>
                <p:oleObj name="Slide do think-cell" r:id="rId5" imgW="404" imgH="40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5B014B-0E3E-1153-448D-814D48C6D4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74437E5-0039-7DA7-38DF-918D0CB4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pt-BR" dirty="0"/>
              <a:t>Agenda</a:t>
            </a:r>
            <a:br>
              <a:rPr lang="pt-BR" dirty="0"/>
            </a:br>
            <a:r>
              <a:rPr lang="pt-BR" dirty="0"/>
              <a:t>&amp; Cronograma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16B984-CDC2-5414-52B4-E00AED5BC0CD}"/>
              </a:ext>
            </a:extLst>
          </p:cNvPr>
          <p:cNvSpPr txBox="1">
            <a:spLocks/>
          </p:cNvSpPr>
          <p:nvPr/>
        </p:nvSpPr>
        <p:spPr>
          <a:xfrm>
            <a:off x="4467792" y="1853396"/>
            <a:ext cx="7216784" cy="720725"/>
          </a:xfrm>
          <a:prstGeom prst="rect">
            <a:avLst/>
          </a:prstGeom>
        </p:spPr>
        <p:txBody>
          <a:bodyPr vert="horz" wrap="square" lIns="0" tIns="53975" rIns="0" bIns="0" rtlCol="0" anchor="ctr">
            <a:noAutofit/>
          </a:bodyPr>
          <a:lstStyle>
            <a:lvl1pPr marL="12700" algn="l" defTabSz="914400" rtl="0" eaLnBrk="1" latinLnBrk="0" hangingPunct="1">
              <a:lnSpc>
                <a:spcPts val="2590"/>
              </a:lnSpc>
              <a:spcBef>
                <a:spcPts val="425"/>
              </a:spcBef>
              <a:buNone/>
              <a:defRPr sz="2800" kern="0" spc="1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r>
              <a:rPr lang="pt-BR" b="1" i="1" dirty="0">
                <a:solidFill>
                  <a:srgbClr val="04C358"/>
                </a:solidFill>
                <a:sym typeface="Suzano Sans Bold"/>
              </a:rPr>
              <a:t>Roadmap</a:t>
            </a:r>
            <a:r>
              <a:rPr lang="pt-BR" b="1" dirty="0">
                <a:solidFill>
                  <a:srgbClr val="04C358"/>
                </a:solidFill>
                <a:sym typeface="Suzano Sans Bold"/>
              </a:rPr>
              <a:t> | </a:t>
            </a:r>
            <a:r>
              <a:rPr lang="pt-BR" dirty="0">
                <a:solidFill>
                  <a:schemeClr val="tx2"/>
                </a:solidFill>
                <a:sym typeface="Suzano Sans Bold"/>
              </a:rPr>
              <a:t>Estratégia </a:t>
            </a:r>
            <a:endParaRPr lang="pt-BR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395A0CC-13E4-DA86-A5B5-4B531CBF5FF5}"/>
              </a:ext>
            </a:extLst>
          </p:cNvPr>
          <p:cNvSpPr/>
          <p:nvPr/>
        </p:nvSpPr>
        <p:spPr>
          <a:xfrm>
            <a:off x="4467792" y="2701666"/>
            <a:ext cx="2980718" cy="231896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300" noProof="0" dirty="0">
                <a:solidFill>
                  <a:srgbClr val="FFFFFF"/>
                </a:solidFill>
              </a:rPr>
              <a:t>Agosto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5A609FA1-BF43-733E-1CF0-CE49A280E0F4}"/>
              </a:ext>
            </a:extLst>
          </p:cNvPr>
          <p:cNvSpPr/>
          <p:nvPr/>
        </p:nvSpPr>
        <p:spPr>
          <a:xfrm>
            <a:off x="7480869" y="2701666"/>
            <a:ext cx="3976988" cy="231896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300" dirty="0">
                <a:solidFill>
                  <a:srgbClr val="FFFFFF"/>
                </a:solidFill>
              </a:rPr>
              <a:t>Setembro - Outubro</a:t>
            </a:r>
            <a:endParaRPr lang="pt-BR" sz="1300" noProof="0" dirty="0">
              <a:solidFill>
                <a:srgbClr val="FFFFFF"/>
              </a:solidFill>
            </a:endParaRPr>
          </a:p>
        </p:txBody>
      </p:sp>
      <p:sp>
        <p:nvSpPr>
          <p:cNvPr id="22" name="Arrow: Pentagon 17">
            <a:extLst>
              <a:ext uri="{FF2B5EF4-FFF2-40B4-BE49-F238E27FC236}">
                <a16:creationId xmlns:a16="http://schemas.microsoft.com/office/drawing/2014/main" id="{C14B56FF-42C3-F7BC-6EC3-15F46B51961C}"/>
              </a:ext>
            </a:extLst>
          </p:cNvPr>
          <p:cNvSpPr/>
          <p:nvPr/>
        </p:nvSpPr>
        <p:spPr>
          <a:xfrm>
            <a:off x="4489179" y="3140386"/>
            <a:ext cx="2996899" cy="1138333"/>
          </a:xfrm>
          <a:prstGeom prst="homePlate">
            <a:avLst>
              <a:gd name="adj" fmla="val 13397"/>
            </a:avLst>
          </a:prstGeom>
          <a:solidFill>
            <a:schemeClr val="accent5">
              <a:lumMod val="20000"/>
              <a:lumOff val="80000"/>
            </a:scheme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54000" lvl="1">
              <a:buClr>
                <a:srgbClr val="1834C5"/>
              </a:buClr>
            </a:pPr>
            <a:r>
              <a:rPr lang="pt-BR" sz="1200" b="1" dirty="0">
                <a:solidFill>
                  <a:srgbClr val="404040"/>
                </a:solidFill>
              </a:rPr>
              <a:t>Estratégia e mesa </a:t>
            </a:r>
            <a:r>
              <a:rPr lang="pt-BR" sz="1200" b="1" dirty="0" err="1">
                <a:solidFill>
                  <a:srgbClr val="404040"/>
                </a:solidFill>
              </a:rPr>
              <a:t>Aldak</a:t>
            </a:r>
            <a:r>
              <a:rPr lang="pt-BR" sz="1200" b="1" dirty="0">
                <a:solidFill>
                  <a:srgbClr val="404040"/>
                </a:solidFill>
              </a:rPr>
              <a:t>/ TRC</a:t>
            </a:r>
          </a:p>
          <a:p>
            <a:pPr marL="225450" lvl="1" indent="-171450">
              <a:buClr>
                <a:srgbClr val="1834C5"/>
              </a:buClr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rgbClr val="404040"/>
                </a:solidFill>
              </a:rPr>
              <a:t>Estratégia</a:t>
            </a:r>
          </a:p>
          <a:p>
            <a:pPr marL="225450" lvl="1" indent="-171450">
              <a:buClr>
                <a:srgbClr val="1834C5"/>
              </a:buClr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rgbClr val="404040"/>
                </a:solidFill>
              </a:rPr>
              <a:t>Abordagem inicial fornecedor</a:t>
            </a:r>
          </a:p>
          <a:p>
            <a:pPr marL="225450" lvl="1" indent="-171450">
              <a:buClr>
                <a:srgbClr val="1834C5"/>
              </a:buClr>
              <a:buFont typeface="Arial" panose="020B0604020202020204" pitchFamily="34" charset="0"/>
              <a:buChar char="•"/>
            </a:pPr>
            <a:r>
              <a:rPr lang="pt-BR" sz="1000" i="1" dirty="0">
                <a:solidFill>
                  <a:srgbClr val="404040"/>
                </a:solidFill>
              </a:rPr>
              <a:t>Negociações</a:t>
            </a:r>
          </a:p>
        </p:txBody>
      </p:sp>
      <p:sp>
        <p:nvSpPr>
          <p:cNvPr id="24" name="Arrow: Chevron 19">
            <a:extLst>
              <a:ext uri="{FF2B5EF4-FFF2-40B4-BE49-F238E27FC236}">
                <a16:creationId xmlns:a16="http://schemas.microsoft.com/office/drawing/2014/main" id="{F1E4AE20-50D3-72C6-B7AD-1153410584DA}"/>
              </a:ext>
            </a:extLst>
          </p:cNvPr>
          <p:cNvSpPr/>
          <p:nvPr/>
        </p:nvSpPr>
        <p:spPr>
          <a:xfrm>
            <a:off x="7565232" y="3140386"/>
            <a:ext cx="3892625" cy="1138333"/>
          </a:xfrm>
          <a:prstGeom prst="chevron">
            <a:avLst>
              <a:gd name="adj" fmla="val 13397"/>
            </a:avLst>
          </a:prstGeom>
          <a:solidFill>
            <a:schemeClr val="accent5">
              <a:lumMod val="20000"/>
              <a:lumOff val="80000"/>
            </a:scheme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>
              <a:buClr>
                <a:srgbClr val="1834C5"/>
              </a:buClr>
            </a:pPr>
            <a:r>
              <a:rPr lang="pt-BR" sz="1200" b="1" i="1" dirty="0">
                <a:solidFill>
                  <a:srgbClr val="404040"/>
                </a:solidFill>
              </a:rPr>
              <a:t>Fechamento e operacionalização</a:t>
            </a:r>
            <a:endParaRPr lang="pt-BR" sz="1200" b="1" dirty="0">
              <a:solidFill>
                <a:srgbClr val="404040"/>
              </a:solidFill>
            </a:endParaRPr>
          </a:p>
          <a:p>
            <a:pPr marL="171450" lvl="1" indent="-171450">
              <a:buClr>
                <a:srgbClr val="1834C5"/>
              </a:buClr>
              <a:buFont typeface="Arial" panose="020B0604020202020204" pitchFamily="34" charset="0"/>
              <a:buChar char="•"/>
            </a:pPr>
            <a:r>
              <a:rPr lang="pt-BR" sz="1000" dirty="0" err="1">
                <a:solidFill>
                  <a:srgbClr val="404040"/>
                </a:solidFill>
              </a:rPr>
              <a:t>Agreement</a:t>
            </a:r>
            <a:endParaRPr lang="pt-BR" sz="1000" dirty="0">
              <a:solidFill>
                <a:srgbClr val="404040"/>
              </a:solidFill>
            </a:endParaRPr>
          </a:p>
          <a:p>
            <a:pPr marL="171450" lvl="1" indent="-171450">
              <a:buClr>
                <a:srgbClr val="1834C5"/>
              </a:buClr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404040"/>
                </a:solidFill>
              </a:rPr>
              <a:t>Formalizações</a:t>
            </a:r>
          </a:p>
          <a:p>
            <a:pPr marL="171450" lvl="1" indent="-171450">
              <a:buClr>
                <a:srgbClr val="1834C5"/>
              </a:buClr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404040"/>
                </a:solidFill>
              </a:rPr>
              <a:t>Acerto Extravios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4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AE2709F-16C4-4971-92A6-0CA4B7AA66F9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" imgW="389" imgH="396" progId="TCLayout.ActiveDocument.1">
                  <p:embed/>
                </p:oleObj>
              </mc:Choice>
              <mc:Fallback>
                <p:oleObj name="Slide do think-cell" r:id="rId6" imgW="389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E2709F-16C4-4971-92A6-0CA4B7AA66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cgText 1"/>
          <p:cNvSpPr txBox="1"/>
          <p:nvPr userDrawn="1">
            <p:custDataLst>
              <p:tags r:id="rId3"/>
            </p:custDataLst>
          </p:nvPr>
        </p:nvSpPr>
        <p:spPr>
          <a:xfrm>
            <a:off x="507424" y="3040042"/>
            <a:ext cx="7312321" cy="548640"/>
          </a:xfrm>
          <a:prstGeom prst="rect">
            <a:avLst/>
          </a:prstGeom>
          <a:noFill/>
          <a:ln cap="rnd"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Backup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3F851-AB8E-4705-8A84-32A1501C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pt-BR" i="1" dirty="0">
                <a:solidFill>
                  <a:srgbClr val="04C358"/>
                </a:solidFill>
              </a:rPr>
              <a:t>Projeto Atitude de Dono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367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BE7D-FE8A-49F0-677B-C7F9D1C7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AEBCB30-4C95-A5DC-41B2-93AD5DD3EC4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64097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1" imgW="389" imgH="396" progId="TCLayout.ActiveDocument.1">
                  <p:embed/>
                </p:oleObj>
              </mc:Choice>
              <mc:Fallback>
                <p:oleObj name="Slide do think-cell" r:id="rId41" imgW="389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EBCB30-4C95-A5DC-41B2-93AD5DD3E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2F2821-74D5-A411-5ACE-F9FDCEA1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89" y="185042"/>
            <a:ext cx="11177145" cy="720725"/>
          </a:xfrm>
        </p:spPr>
        <p:txBody>
          <a:bodyPr vert="horz" rIns="0"/>
          <a:lstStyle/>
          <a:p>
            <a:r>
              <a:rPr lang="pt-BR" b="1" i="1" dirty="0">
                <a:solidFill>
                  <a:srgbClr val="04C358"/>
                </a:solidFill>
                <a:sym typeface="Suzano Sans Bold"/>
              </a:rPr>
              <a:t>Radiocomunicação</a:t>
            </a:r>
            <a:r>
              <a:rPr lang="pt-BR" b="1" dirty="0">
                <a:solidFill>
                  <a:srgbClr val="04C358"/>
                </a:solidFill>
                <a:sym typeface="Suzano Sans Bold"/>
              </a:rPr>
              <a:t> | </a:t>
            </a:r>
            <a:r>
              <a:rPr lang="pt-BR" dirty="0">
                <a:solidFill>
                  <a:schemeClr val="tx2"/>
                </a:solidFill>
                <a:sym typeface="Suzano Sans Bold"/>
              </a:rPr>
              <a:t>Backup projeto Atitude de Dono</a:t>
            </a:r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C182DF-8A04-2EE8-82CE-0D4E0F199FD2}"/>
              </a:ext>
            </a:extLst>
          </p:cNvPr>
          <p:cNvSpPr/>
          <p:nvPr/>
        </p:nvSpPr>
        <p:spPr>
          <a:xfrm>
            <a:off x="165494" y="4658003"/>
            <a:ext cx="7113588" cy="2039459"/>
          </a:xfrm>
          <a:prstGeom prst="roundRect">
            <a:avLst>
              <a:gd name="adj" fmla="val 6728"/>
            </a:avLst>
          </a:prstGeom>
          <a:solidFill>
            <a:schemeClr val="bg1"/>
          </a:solidFill>
          <a:ln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CCA553E-D760-9824-C792-D92DE9F2CADD}"/>
              </a:ext>
            </a:extLst>
          </p:cNvPr>
          <p:cNvSpPr/>
          <p:nvPr/>
        </p:nvSpPr>
        <p:spPr>
          <a:xfrm>
            <a:off x="7507993" y="1625600"/>
            <a:ext cx="4239120" cy="2497137"/>
          </a:xfrm>
          <a:prstGeom prst="roundRect">
            <a:avLst>
              <a:gd name="adj" fmla="val 6728"/>
            </a:avLst>
          </a:prstGeom>
          <a:solidFill>
            <a:schemeClr val="bg1"/>
          </a:solidFill>
          <a:ln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7298FE-B164-7D8E-9A2C-B94D6292BAF0}"/>
              </a:ext>
            </a:extLst>
          </p:cNvPr>
          <p:cNvSpPr txBox="1"/>
          <p:nvPr/>
        </p:nvSpPr>
        <p:spPr>
          <a:xfrm>
            <a:off x="167907" y="599901"/>
            <a:ext cx="12150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Suzano Display" panose="02010503030508060203" pitchFamily="2" charset="0"/>
                <a:ea typeface="STXingkai" panose="020B0503020204020204" pitchFamily="2" charset="-122"/>
                <a:cs typeface="Sabon Next LT" panose="02000500000000000000" pitchFamily="2" charset="0"/>
              </a:rPr>
              <a:t>Avaliação do contrato de radiocomunicação sob a ótica de eficiência operacional, aderência tecnológica e competitividade de mercado.</a:t>
            </a:r>
          </a:p>
          <a:p>
            <a:r>
              <a:rPr lang="pt-BR" sz="1200" dirty="0">
                <a:latin typeface="Suzano Display" panose="02010503030508060203" pitchFamily="2" charset="0"/>
                <a:ea typeface="STXingkai" panose="020B0503020204020204" pitchFamily="2" charset="-122"/>
                <a:cs typeface="Sabon Next LT" panose="02000500000000000000" pitchFamily="2" charset="0"/>
              </a:rPr>
              <a:t>Considerando um gasto anual de ~ </a:t>
            </a:r>
            <a:r>
              <a:rPr lang="pt-BR" sz="1200" b="1" dirty="0">
                <a:latin typeface="Suzano Display" panose="02010503030508060203" pitchFamily="2" charset="0"/>
                <a:ea typeface="STXingkai" panose="020B0503020204020204" pitchFamily="2" charset="-122"/>
                <a:cs typeface="Sabon Next LT" panose="02000500000000000000" pitchFamily="2" charset="0"/>
              </a:rPr>
              <a:t>R$ 51,7MM </a:t>
            </a:r>
            <a:r>
              <a:rPr lang="pt-BR" sz="1200" dirty="0">
                <a:latin typeface="Suzano Display" panose="02010503030508060203" pitchFamily="2" charset="0"/>
                <a:ea typeface="STXingkai" panose="020B0503020204020204" pitchFamily="2" charset="-122"/>
                <a:cs typeface="Sabon Next LT" panose="02000500000000000000" pitchFamily="2" charset="0"/>
              </a:rPr>
              <a:t>e  projeção de redução de ~ </a:t>
            </a:r>
            <a:r>
              <a:rPr lang="pt-BR" sz="1200" b="1" dirty="0">
                <a:latin typeface="Suzano Display" panose="02010503030508060203" pitchFamily="2" charset="0"/>
                <a:ea typeface="STXingkai" panose="020B0503020204020204" pitchFamily="2" charset="-122"/>
                <a:cs typeface="Sabon Next LT" panose="02000500000000000000" pitchFamily="2" charset="0"/>
              </a:rPr>
              <a:t>R$ 23,3MM 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453CBFBB-3018-4EEB-0925-F6F82CCEE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214" y="3336925"/>
            <a:ext cx="1433513" cy="3077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pt-BR" altLang="pt-BR" sz="1000" b="1">
                <a:solidFill>
                  <a:schemeClr val="bg1"/>
                </a:solidFill>
                <a:latin typeface="Suzano Display"/>
                <a:cs typeface="Arial"/>
              </a:rPr>
              <a:t>Potencial </a:t>
            </a:r>
          </a:p>
          <a:p>
            <a:pPr algn="ctr">
              <a:defRPr/>
            </a:pPr>
            <a:r>
              <a:rPr lang="pt-BR" altLang="pt-BR" sz="1000" b="1">
                <a:solidFill>
                  <a:schemeClr val="bg1"/>
                </a:solidFill>
                <a:latin typeface="Suzano Display"/>
                <a:cs typeface="Arial"/>
              </a:rPr>
              <a:t>mapeado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uzano Display"/>
              <a:cs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ED52459-3797-81E9-3066-D2F6F95CAA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55034" y="6697462"/>
            <a:ext cx="296200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9" algn="l" defTabSz="914357">
              <a:spcBef>
                <a:spcPts val="130"/>
              </a:spcBef>
            </a:pPr>
            <a:r>
              <a:rPr lang="pt-BR" sz="600" spc="-10">
                <a:solidFill>
                  <a:srgbClr val="002060"/>
                </a:solidFill>
                <a:latin typeface="Suzano Display" panose="02010503030508060203" pitchFamily="2" charset="0"/>
              </a:rPr>
              <a:t>(*) Custo de extravio com base na tabela de depreciação da TRC/</a:t>
            </a:r>
            <a:r>
              <a:rPr lang="pt-BR" sz="600" spc="-10" err="1">
                <a:solidFill>
                  <a:srgbClr val="002060"/>
                </a:solidFill>
                <a:latin typeface="Suzano Display" panose="02010503030508060203" pitchFamily="2" charset="0"/>
              </a:rPr>
              <a:t>Aldak</a:t>
            </a:r>
            <a:r>
              <a:rPr lang="pt-BR" sz="600" spc="-10">
                <a:solidFill>
                  <a:srgbClr val="002060"/>
                </a:solidFill>
                <a:latin typeface="Suzano Display" panose="02010503030508060203" pitchFamily="2" charset="0"/>
              </a:rPr>
              <a:t>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EE89CE1-66F3-84F4-A603-4F25E7AEE9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60379" y="1096576"/>
            <a:ext cx="4594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9" algn="l" defTabSz="914357">
              <a:spcBef>
                <a:spcPts val="130"/>
              </a:spcBef>
            </a:pPr>
            <a:r>
              <a:rPr lang="pt-BR" sz="1200" b="1" spc="-10">
                <a:solidFill>
                  <a:srgbClr val="002060"/>
                </a:solidFill>
                <a:latin typeface="Suzano Display" panose="02010503030508060203" pitchFamily="2" charset="0"/>
              </a:rPr>
              <a:t>Oportunidades Mapeadas – Projeto Atitude de Dono </a:t>
            </a:r>
            <a:r>
              <a:rPr lang="pt-BR" sz="1000" spc="-10">
                <a:solidFill>
                  <a:srgbClr val="002060"/>
                </a:solidFill>
                <a:latin typeface="Suzano Display" panose="02010503030508060203" pitchFamily="2" charset="0"/>
              </a:rPr>
              <a:t>(R$/MM)</a:t>
            </a:r>
            <a:r>
              <a:rPr lang="pt-BR" sz="1000" b="1" spc="-10">
                <a:solidFill>
                  <a:srgbClr val="002060"/>
                </a:solidFill>
                <a:latin typeface="Suzano Display" panose="02010503030508060203" pitchFamily="2" charset="0"/>
              </a:rPr>
              <a:t> 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9F4FF36-279F-4A22-116E-7F176D8C8114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42975" y="1838325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0D9DE9C1-D4CA-223C-3334-78FCBAB5130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936750" y="1982788"/>
            <a:ext cx="4397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0D025B82-A75D-5257-79F3-38D4A75D3B5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2928938" y="2098675"/>
            <a:ext cx="4397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6DA1E765-F40F-2E56-CE7C-689B60EA2253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3921125" y="2182813"/>
            <a:ext cx="4397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0DAF989-F12D-156F-86E2-EF2F43E3A211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913313" y="2205038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7452917-BCC7-9B4F-6A93-9AED5FDA58F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5907088" y="2220913"/>
            <a:ext cx="4397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1" name="Chart 3">
            <a:extLst>
              <a:ext uri="{FF2B5EF4-FFF2-40B4-BE49-F238E27FC236}">
                <a16:creationId xmlns:a16="http://schemas.microsoft.com/office/drawing/2014/main" id="{DE47C0B0-9038-11A1-7737-CA1378BF52A8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129941846"/>
              </p:ext>
            </p:extLst>
          </p:nvPr>
        </p:nvGraphicFramePr>
        <p:xfrm>
          <a:off x="88900" y="1487488"/>
          <a:ext cx="7113588" cy="144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52988361-56D3-3E38-A769-436AD0159AA9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666750" y="154781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17A10FFA-22E5-84E6-1055-6F68937D6A66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666750" y="1547813"/>
            <a:ext cx="59563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9E1E4C07-4C8E-008A-E4B6-755253729903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6623050" y="1547813"/>
            <a:ext cx="0" cy="458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Espaço Reservado para Texto 2">
            <a:extLst>
              <a:ext uri="{FF2B5EF4-FFF2-40B4-BE49-F238E27FC236}">
                <a16:creationId xmlns:a16="http://schemas.microsoft.com/office/drawing/2014/main" id="{F4004AD2-BA0A-7C7A-CB1F-FC07F5F36F17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77838" y="2733675"/>
            <a:ext cx="3778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0B501F4-B17A-438C-9D80-CD3F9F1A4731}" type="datetime'''A''''S'''''' ''''''''''''''''I''''''''S''''''''''''''''''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AS IS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41" name="Espaço Reservado para Texto 2">
            <a:extLst>
              <a:ext uri="{FF2B5EF4-FFF2-40B4-BE49-F238E27FC236}">
                <a16:creationId xmlns:a16="http://schemas.microsoft.com/office/drawing/2014/main" id="{D5F914BD-73A4-7BA4-F84F-6899938F087F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300163" y="2733675"/>
            <a:ext cx="7207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4286477-34AE-45B0-87D5-2BF78CDFB75D}" type="datetime'''De''''vo''lu''''ção'''''' ''''d''''''e ''R''ád''''i''o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Devolução de Rádio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42" name="Espaço Reservado para Texto 2">
            <a:extLst>
              <a:ext uri="{FF2B5EF4-FFF2-40B4-BE49-F238E27FC236}">
                <a16:creationId xmlns:a16="http://schemas.microsoft.com/office/drawing/2014/main" id="{1FB91A20-A3E8-32EC-0691-D7206593D75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197100" y="2733675"/>
            <a:ext cx="9128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7B0F018-E38F-413F-8BEE-7C8E15578635}" type="datetime'D''''ow''''ng''''r''''ade ''de ''tec''''''nolog''''''''ia''''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Downgrade de tecnologia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43" name="Espaço Reservado para Texto 2">
            <a:extLst>
              <a:ext uri="{FF2B5EF4-FFF2-40B4-BE49-F238E27FC236}">
                <a16:creationId xmlns:a16="http://schemas.microsoft.com/office/drawing/2014/main" id="{1880D940-D283-B3EA-BDCC-99FDF5F31D6E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3527425" y="2065338"/>
            <a:ext cx="234950" cy="150813"/>
          </a:xfrm>
          <a:prstGeom prst="rect">
            <a:avLst/>
          </a:prstGeom>
          <a:solidFill>
            <a:srgbClr val="D49F12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AD5EC9C-6AD9-435F-B6A2-429EA24BF525}" type="datetime'5'''''''''''''',''''2'''''''''''''''''''''''''''''''''''">
              <a:rPr lang="pt-BR" altLang="en-US" sz="11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5,2</a:t>
            </a:fld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44" name="Espaço Reservado para Texto 2">
            <a:extLst>
              <a:ext uri="{FF2B5EF4-FFF2-40B4-BE49-F238E27FC236}">
                <a16:creationId xmlns:a16="http://schemas.microsoft.com/office/drawing/2014/main" id="{2BEFC51C-A828-792A-32FD-E71E15E8BAB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321050" y="2733675"/>
            <a:ext cx="6492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2F5DFE0-FD61-4148-BCFE-497213696ECF}" type="datetime'Red''''''uç''''ã''o ''''''d''e ''''''''''c''''''''''''anais''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Redução de canais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45" name="Espaço Reservado para Texto 2">
            <a:extLst>
              <a:ext uri="{FF2B5EF4-FFF2-40B4-BE49-F238E27FC236}">
                <a16:creationId xmlns:a16="http://schemas.microsoft.com/office/drawing/2014/main" id="{C21DAD44-DA51-0EEF-F90E-9E113AE7C88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4519613" y="2119313"/>
            <a:ext cx="234950" cy="150813"/>
          </a:xfrm>
          <a:prstGeom prst="rect">
            <a:avLst/>
          </a:prstGeom>
          <a:solidFill>
            <a:srgbClr val="D49F12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6A40C5B-26EB-4227-925B-F8CEF57EB494}" type="datetime'''''''''''''1,''''''''''''3'''''''''''''''''''''''">
              <a:rPr lang="pt-BR" altLang="en-US" sz="11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1,3</a:t>
            </a:fld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46" name="Espaço Reservado para Texto 2">
            <a:extLst>
              <a:ext uri="{FF2B5EF4-FFF2-40B4-BE49-F238E27FC236}">
                <a16:creationId xmlns:a16="http://schemas.microsoft.com/office/drawing/2014/main" id="{6C7EC57A-3857-D8BE-8074-52E2D0A2388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4286250" y="2733675"/>
            <a:ext cx="7032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DB5685-F268-45A8-9017-0936C1C44DF6}" type="datetime'''R''edu''''''''ção'' d''''''''''''e ''serv''''''iç''''o''''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Redução de serviço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47" name="Espaço Reservado para Texto 2">
            <a:extLst>
              <a:ext uri="{FF2B5EF4-FFF2-40B4-BE49-F238E27FC236}">
                <a16:creationId xmlns:a16="http://schemas.microsoft.com/office/drawing/2014/main" id="{953EB364-B1D9-96EB-445F-0D1766ACCECD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5513388" y="2138363"/>
            <a:ext cx="234950" cy="150813"/>
          </a:xfrm>
          <a:prstGeom prst="rect">
            <a:avLst/>
          </a:prstGeom>
          <a:solidFill>
            <a:srgbClr val="D49F12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9D8C90F-BCF4-4C4E-887B-BDE30957DAB8}" type="datetime'1'',''''0'''''''''''''''''''''''''''''''''''">
              <a:rPr lang="pt-BR" altLang="en-US" sz="11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endParaRPr lang="pt-BR" sz="1100">
              <a:solidFill>
                <a:schemeClr val="bg1"/>
              </a:solidFill>
            </a:endParaRPr>
          </a:p>
        </p:txBody>
      </p:sp>
      <p:sp>
        <p:nvSpPr>
          <p:cNvPr id="48" name="Espaço Reservado para Texto 2">
            <a:extLst>
              <a:ext uri="{FF2B5EF4-FFF2-40B4-BE49-F238E27FC236}">
                <a16:creationId xmlns:a16="http://schemas.microsoft.com/office/drawing/2014/main" id="{FA6DF5F3-4937-1BDE-7C9C-D27AC7A38975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5253038" y="2733675"/>
            <a:ext cx="7556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4324C7D-11FA-44F8-AED6-85F21696B3C7}" type="datetime'''I''nt''''e''''r''n''a''''''''li''zar ''''''veíc''ul''os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Internalizar veículos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49" name="Espaço Reservado para Texto 2">
            <a:extLst>
              <a:ext uri="{FF2B5EF4-FFF2-40B4-BE49-F238E27FC236}">
                <a16:creationId xmlns:a16="http://schemas.microsoft.com/office/drawing/2014/main" id="{78AFE48A-DF5E-A339-6F6C-832039DE833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6302375" y="2733675"/>
            <a:ext cx="6413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889C76F-36FC-4680-947C-6DA58A9CBD27}" type="datetime'E''''st''''''im''''''''''''a''''''''''''''''d''''o'''">
              <a:rPr lang="pt-BR" altLang="en-US" sz="11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Estimado</a:t>
            </a:fld>
            <a:endParaRPr lang="pt-BR" sz="11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50" name="Espaço Reservado para Texto 2">
            <a:extLst>
              <a:ext uri="{FF2B5EF4-FFF2-40B4-BE49-F238E27FC236}">
                <a16:creationId xmlns:a16="http://schemas.microsoft.com/office/drawing/2014/main" id="{58037D49-B499-8C30-0FD1-C6727D36DF9D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3402013" y="1373188"/>
            <a:ext cx="485775" cy="3508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495D681-C447-4CCB-8266-01A68ED4D65B}" type="datetime'''-''''''''''''''''2''''''''''3'''',''''''''''3'">
              <a:rPr lang="pt-BR" altLang="en-US" sz="900" b="1" smtClean="0">
                <a:solidFill>
                  <a:srgbClr val="00B745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-23,3</a:t>
            </a:fld>
            <a:br>
              <a:rPr lang="pt-BR" altLang="en-US" sz="900" b="1">
                <a:solidFill>
                  <a:srgbClr val="00B745"/>
                </a:solidFill>
                <a:effectLst/>
              </a:rPr>
            </a:br>
            <a:r>
              <a:rPr lang="pt-BR" altLang="en-US" sz="900" b="1">
                <a:solidFill>
                  <a:srgbClr val="00B745"/>
                </a:solidFill>
                <a:effectLst/>
              </a:rPr>
              <a:t>(</a:t>
            </a:r>
            <a:fld id="{748A74EC-DF5E-4950-B7A0-A912025A0E64}" type="datetime'''''''-''''''4''''''5%'''''''''''''">
              <a:rPr lang="pt-BR" altLang="en-US" sz="900" b="1" smtClean="0">
                <a:solidFill>
                  <a:srgbClr val="00B745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-45%</a:t>
            </a:fld>
            <a:r>
              <a:rPr lang="pt-BR" altLang="en-US" sz="900" b="1">
                <a:solidFill>
                  <a:srgbClr val="00B745"/>
                </a:solidFill>
                <a:effectLst/>
              </a:rPr>
              <a:t>)</a:t>
            </a:r>
            <a:endParaRPr lang="pt-BR" sz="900" b="1">
              <a:solidFill>
                <a:srgbClr val="00B745"/>
              </a:solidFill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7D5C24E5-3D13-7046-49FF-6F8274D6B711}"/>
              </a:ext>
            </a:extLst>
          </p:cNvPr>
          <p:cNvSpPr/>
          <p:nvPr/>
        </p:nvSpPr>
        <p:spPr>
          <a:xfrm>
            <a:off x="268779" y="3719513"/>
            <a:ext cx="334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70B788B1-092C-F098-C38A-939BE150995D}"/>
              </a:ext>
            </a:extLst>
          </p:cNvPr>
          <p:cNvSpPr txBox="1"/>
          <p:nvPr/>
        </p:nvSpPr>
        <p:spPr>
          <a:xfrm>
            <a:off x="579092" y="3681413"/>
            <a:ext cx="280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b="1">
                <a:solidFill>
                  <a:srgbClr val="000080"/>
                </a:solidFill>
              </a:rPr>
              <a:t>DEVOLUÇÃO DE RÁDIOS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F4E13E0-B34D-3DD6-4B1D-41C5FF1DBBFF}"/>
              </a:ext>
            </a:extLst>
          </p:cNvPr>
          <p:cNvSpPr txBox="1"/>
          <p:nvPr/>
        </p:nvSpPr>
        <p:spPr>
          <a:xfrm>
            <a:off x="579092" y="3870325"/>
            <a:ext cx="280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De </a:t>
            </a:r>
            <a:r>
              <a:rPr lang="pt-BR" sz="1000" b="1"/>
              <a:t>4.991</a:t>
            </a:r>
            <a:r>
              <a:rPr lang="pt-BR" sz="1000"/>
              <a:t> para </a:t>
            </a:r>
            <a:r>
              <a:rPr lang="pt-BR" sz="1000" b="1"/>
              <a:t>2.649</a:t>
            </a:r>
            <a:r>
              <a:rPr lang="pt-BR" sz="1000"/>
              <a:t> rádios portáteis 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F37CAE56-D546-1FCE-E7C1-DB25594E1E8E}"/>
              </a:ext>
            </a:extLst>
          </p:cNvPr>
          <p:cNvSpPr/>
          <p:nvPr/>
        </p:nvSpPr>
        <p:spPr>
          <a:xfrm>
            <a:off x="268779" y="4219575"/>
            <a:ext cx="334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AA5CBBD-CC79-6C97-CBC1-35F28BC8E35B}"/>
              </a:ext>
            </a:extLst>
          </p:cNvPr>
          <p:cNvSpPr txBox="1"/>
          <p:nvPr/>
        </p:nvSpPr>
        <p:spPr>
          <a:xfrm>
            <a:off x="579092" y="4179888"/>
            <a:ext cx="280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b="1">
                <a:solidFill>
                  <a:srgbClr val="000080"/>
                </a:solidFill>
              </a:rPr>
              <a:t>EXTRAVIO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48EAA87-C8F7-267A-CCE2-227B7F814F2E}"/>
              </a:ext>
            </a:extLst>
          </p:cNvPr>
          <p:cNvSpPr txBox="1"/>
          <p:nvPr/>
        </p:nvSpPr>
        <p:spPr>
          <a:xfrm>
            <a:off x="579092" y="4360863"/>
            <a:ext cx="280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Rádios não encontrados</a:t>
            </a:r>
          </a:p>
        </p:txBody>
      </p:sp>
      <p:pic>
        <p:nvPicPr>
          <p:cNvPr id="57" name="Imagem 56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D831721-D4A8-F7C5-4377-B41564106D65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68" y="3674306"/>
            <a:ext cx="495579" cy="460680"/>
          </a:xfrm>
          <a:prstGeom prst="rect">
            <a:avLst/>
          </a:prstGeom>
        </p:spPr>
      </p:pic>
      <p:pic>
        <p:nvPicPr>
          <p:cNvPr id="58" name="Imagem 57" descr="Ícone&#10;&#10;O conteúdo gerado por IA pode estar incorreto.">
            <a:extLst>
              <a:ext uri="{FF2B5EF4-FFF2-40B4-BE49-F238E27FC236}">
                <a16:creationId xmlns:a16="http://schemas.microsoft.com/office/drawing/2014/main" id="{99F5CD0D-E571-AF65-AA56-4C3C8086FB54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61" y="4217524"/>
            <a:ext cx="342392" cy="342392"/>
          </a:xfrm>
          <a:prstGeom prst="rect">
            <a:avLst/>
          </a:prstGeom>
        </p:spPr>
      </p:pic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E6BC771-ED67-2609-9F67-835742ADAC0F}"/>
              </a:ext>
            </a:extLst>
          </p:cNvPr>
          <p:cNvSpPr/>
          <p:nvPr/>
        </p:nvSpPr>
        <p:spPr>
          <a:xfrm>
            <a:off x="268779" y="4719638"/>
            <a:ext cx="334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BFD8CDD-F1E6-B53B-2880-5F670DB59386}"/>
              </a:ext>
            </a:extLst>
          </p:cNvPr>
          <p:cNvSpPr/>
          <p:nvPr/>
        </p:nvSpPr>
        <p:spPr>
          <a:xfrm>
            <a:off x="268779" y="5719763"/>
            <a:ext cx="334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1364CE52-AAB3-4F8B-D024-8925B3F4DAC2}"/>
              </a:ext>
            </a:extLst>
          </p:cNvPr>
          <p:cNvSpPr/>
          <p:nvPr/>
        </p:nvSpPr>
        <p:spPr>
          <a:xfrm>
            <a:off x="268779" y="5214938"/>
            <a:ext cx="334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0438C9D7-503D-8A31-91AC-2EF3892A3F7F}"/>
              </a:ext>
            </a:extLst>
          </p:cNvPr>
          <p:cNvSpPr txBox="1"/>
          <p:nvPr/>
        </p:nvSpPr>
        <p:spPr>
          <a:xfrm>
            <a:off x="579092" y="4697413"/>
            <a:ext cx="280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b="1">
                <a:solidFill>
                  <a:srgbClr val="000080"/>
                </a:solidFill>
              </a:rPr>
              <a:t>REDUÇÃO DE CANAIS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0E2B3A2A-45C5-3EA8-18EF-0E236DEC9B04}"/>
              </a:ext>
            </a:extLst>
          </p:cNvPr>
          <p:cNvSpPr txBox="1"/>
          <p:nvPr/>
        </p:nvSpPr>
        <p:spPr>
          <a:xfrm>
            <a:off x="579092" y="4864100"/>
            <a:ext cx="280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De </a:t>
            </a:r>
            <a:r>
              <a:rPr lang="pt-BR" sz="1000" b="1"/>
              <a:t>174</a:t>
            </a:r>
            <a:r>
              <a:rPr lang="pt-BR" sz="1000"/>
              <a:t> para </a:t>
            </a:r>
            <a:r>
              <a:rPr lang="pt-BR" sz="1000" b="1"/>
              <a:t>81</a:t>
            </a:r>
            <a:r>
              <a:rPr lang="pt-BR" sz="1000"/>
              <a:t> canais/grupos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71427BB4-1AAA-A495-95C4-2E2EBF16C4DF}"/>
              </a:ext>
            </a:extLst>
          </p:cNvPr>
          <p:cNvSpPr txBox="1"/>
          <p:nvPr/>
        </p:nvSpPr>
        <p:spPr>
          <a:xfrm>
            <a:off x="579092" y="5180013"/>
            <a:ext cx="280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b="1">
                <a:solidFill>
                  <a:srgbClr val="000080"/>
                </a:solidFill>
              </a:rPr>
              <a:t>DOWNGRADE TIER III PARA II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5E726495-5B27-970C-D126-0263358600C3}"/>
              </a:ext>
            </a:extLst>
          </p:cNvPr>
          <p:cNvSpPr txBox="1"/>
          <p:nvPr/>
        </p:nvSpPr>
        <p:spPr>
          <a:xfrm>
            <a:off x="579092" y="5375275"/>
            <a:ext cx="280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Migração de sistema aplicável na </a:t>
            </a:r>
            <a:r>
              <a:rPr lang="pt-BR" sz="1000" b="1"/>
              <a:t>industrial</a:t>
            </a:r>
          </a:p>
        </p:txBody>
      </p: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FFC98367-5761-BCC0-60F4-0A88D56907EB}"/>
              </a:ext>
            </a:extLst>
          </p:cNvPr>
          <p:cNvSpPr txBox="1"/>
          <p:nvPr/>
        </p:nvSpPr>
        <p:spPr>
          <a:xfrm>
            <a:off x="579092" y="5649595"/>
            <a:ext cx="280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200" b="1">
                <a:solidFill>
                  <a:srgbClr val="000080"/>
                </a:solidFill>
              </a:rPr>
              <a:t>INTERNALIZAÇÃO DE VEÍCULOS </a:t>
            </a: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09E5137D-551C-FDF1-EA6A-A756266CDD39}"/>
              </a:ext>
            </a:extLst>
          </p:cNvPr>
          <p:cNvSpPr txBox="1"/>
          <p:nvPr/>
        </p:nvSpPr>
        <p:spPr>
          <a:xfrm>
            <a:off x="595708" y="5886428"/>
            <a:ext cx="280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Utilização do contrato Suzano (16 veículos)  </a:t>
            </a:r>
          </a:p>
        </p:txBody>
      </p:sp>
      <p:pic>
        <p:nvPicPr>
          <p:cNvPr id="132" name="Imagem 131">
            <a:extLst>
              <a:ext uri="{FF2B5EF4-FFF2-40B4-BE49-F238E27FC236}">
                <a16:creationId xmlns:a16="http://schemas.microsoft.com/office/drawing/2014/main" id="{F75EEDBE-1953-B0DF-0B76-7088B0F94E0F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36" y="4694789"/>
            <a:ext cx="365068" cy="365068"/>
          </a:xfrm>
          <a:prstGeom prst="rect">
            <a:avLst/>
          </a:prstGeom>
        </p:spPr>
      </p:pic>
      <p:pic>
        <p:nvPicPr>
          <p:cNvPr id="133" name="Picture 2" descr="Car Icon Vetores, Ícones e Planos de Fundo para Baixar Grátis">
            <a:extLst>
              <a:ext uri="{FF2B5EF4-FFF2-40B4-BE49-F238E27FC236}">
                <a16:creationId xmlns:a16="http://schemas.microsoft.com/office/drawing/2014/main" id="{60718983-9DE3-89D9-54ED-F2D619A1BF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9" t="32160" r="10051" b="34671"/>
          <a:stretch>
            <a:fillRect/>
          </a:stretch>
        </p:blipFill>
        <p:spPr bwMode="auto">
          <a:xfrm>
            <a:off x="291452" y="5852917"/>
            <a:ext cx="374302" cy="15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Retângulo: Cantos Arredondados 133">
            <a:extLst>
              <a:ext uri="{FF2B5EF4-FFF2-40B4-BE49-F238E27FC236}">
                <a16:creationId xmlns:a16="http://schemas.microsoft.com/office/drawing/2014/main" id="{2DCB5843-148B-F566-C6D3-60F6752AA24C}"/>
              </a:ext>
            </a:extLst>
          </p:cNvPr>
          <p:cNvSpPr/>
          <p:nvPr/>
        </p:nvSpPr>
        <p:spPr>
          <a:xfrm>
            <a:off x="3655406" y="3719513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5" name="Retângulo: Cantos Arredondados 134">
            <a:extLst>
              <a:ext uri="{FF2B5EF4-FFF2-40B4-BE49-F238E27FC236}">
                <a16:creationId xmlns:a16="http://schemas.microsoft.com/office/drawing/2014/main" id="{895041C2-6828-318B-D669-C3B1627AAE72}"/>
              </a:ext>
            </a:extLst>
          </p:cNvPr>
          <p:cNvSpPr/>
          <p:nvPr/>
        </p:nvSpPr>
        <p:spPr>
          <a:xfrm>
            <a:off x="3616779" y="4219575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-----</a:t>
            </a:r>
          </a:p>
        </p:txBody>
      </p:sp>
      <p:sp>
        <p:nvSpPr>
          <p:cNvPr id="136" name="Retângulo: Cantos Arredondados 135">
            <a:extLst>
              <a:ext uri="{FF2B5EF4-FFF2-40B4-BE49-F238E27FC236}">
                <a16:creationId xmlns:a16="http://schemas.microsoft.com/office/drawing/2014/main" id="{D96EC160-0176-B09B-08BB-6D15B08E9BA5}"/>
              </a:ext>
            </a:extLst>
          </p:cNvPr>
          <p:cNvSpPr/>
          <p:nvPr/>
        </p:nvSpPr>
        <p:spPr>
          <a:xfrm>
            <a:off x="3655406" y="4719638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Retângulo: Cantos Arredondados 136">
            <a:extLst>
              <a:ext uri="{FF2B5EF4-FFF2-40B4-BE49-F238E27FC236}">
                <a16:creationId xmlns:a16="http://schemas.microsoft.com/office/drawing/2014/main" id="{80CCFE44-34EF-32E9-8E11-2B41F678AF7C}"/>
              </a:ext>
            </a:extLst>
          </p:cNvPr>
          <p:cNvSpPr/>
          <p:nvPr/>
        </p:nvSpPr>
        <p:spPr>
          <a:xfrm>
            <a:off x="3655406" y="5719763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8" name="Retângulo: Cantos Arredondados 137">
            <a:extLst>
              <a:ext uri="{FF2B5EF4-FFF2-40B4-BE49-F238E27FC236}">
                <a16:creationId xmlns:a16="http://schemas.microsoft.com/office/drawing/2014/main" id="{AA1F7449-F3D0-C270-C445-DEE1ED4B4203}"/>
              </a:ext>
            </a:extLst>
          </p:cNvPr>
          <p:cNvSpPr/>
          <p:nvPr/>
        </p:nvSpPr>
        <p:spPr>
          <a:xfrm>
            <a:off x="3655406" y="5226050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EF668B99-3863-FB75-75E0-EFA26FB62A19}"/>
              </a:ext>
            </a:extLst>
          </p:cNvPr>
          <p:cNvSpPr txBox="1"/>
          <p:nvPr/>
        </p:nvSpPr>
        <p:spPr>
          <a:xfrm>
            <a:off x="3638790" y="3681413"/>
            <a:ext cx="18330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Redução 2.342 rádios</a:t>
            </a:r>
          </a:p>
          <a:p>
            <a:pPr algn="l"/>
            <a:r>
              <a:rPr lang="pt-BR" sz="1000" b="1"/>
              <a:t>R$ 6,6M + 2,2M acessórios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94A55811-9C11-8891-8F5D-1A0A003CED7D}"/>
              </a:ext>
            </a:extLst>
          </p:cNvPr>
          <p:cNvSpPr txBox="1"/>
          <p:nvPr/>
        </p:nvSpPr>
        <p:spPr>
          <a:xfrm>
            <a:off x="3638790" y="4683125"/>
            <a:ext cx="1525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Redução 93 canais </a:t>
            </a:r>
          </a:p>
          <a:p>
            <a:pPr algn="l"/>
            <a:r>
              <a:rPr lang="pt-BR" sz="1000" b="1"/>
              <a:t>R$ 5,2M FY26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74F252CC-3F43-5C99-DBB8-E0953FF924CE}"/>
              </a:ext>
            </a:extLst>
          </p:cNvPr>
          <p:cNvSpPr txBox="1"/>
          <p:nvPr/>
        </p:nvSpPr>
        <p:spPr>
          <a:xfrm>
            <a:off x="3638790" y="5173663"/>
            <a:ext cx="164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Redução </a:t>
            </a:r>
            <a:r>
              <a:rPr lang="pt-BR" sz="1000" b="1"/>
              <a:t>R$ 7,0M Anual</a:t>
            </a:r>
          </a:p>
          <a:p>
            <a:pPr algn="l"/>
            <a:r>
              <a:rPr lang="pt-BR" sz="1000" b="1"/>
              <a:t>(3,5M FY26)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56C5E6B6-F6F4-D210-D531-0E55B64CFC01}"/>
              </a:ext>
            </a:extLst>
          </p:cNvPr>
          <p:cNvSpPr txBox="1"/>
          <p:nvPr/>
        </p:nvSpPr>
        <p:spPr>
          <a:xfrm>
            <a:off x="3638790" y="5680075"/>
            <a:ext cx="1696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Projetado – </a:t>
            </a:r>
            <a:r>
              <a:rPr lang="pt-BR" sz="1000" b="1"/>
              <a:t>R$ 1,0M FY26</a:t>
            </a:r>
          </a:p>
          <a:p>
            <a:pPr algn="l"/>
            <a:r>
              <a:rPr lang="pt-BR" sz="1000"/>
              <a:t>(sem custos variáveis)</a:t>
            </a:r>
            <a:r>
              <a:rPr lang="pt-BR" sz="1000" b="1"/>
              <a:t> </a:t>
            </a:r>
          </a:p>
        </p:txBody>
      </p:sp>
      <p:sp>
        <p:nvSpPr>
          <p:cNvPr id="143" name="Retângulo: Cantos Arredondados 142">
            <a:extLst>
              <a:ext uri="{FF2B5EF4-FFF2-40B4-BE49-F238E27FC236}">
                <a16:creationId xmlns:a16="http://schemas.microsoft.com/office/drawing/2014/main" id="{F227D966-FFD1-B0F9-5602-4BFF00845783}"/>
              </a:ext>
            </a:extLst>
          </p:cNvPr>
          <p:cNvSpPr/>
          <p:nvPr/>
        </p:nvSpPr>
        <p:spPr>
          <a:xfrm>
            <a:off x="5464427" y="3719513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4" name="Retângulo: Cantos Arredondados 143">
            <a:extLst>
              <a:ext uri="{FF2B5EF4-FFF2-40B4-BE49-F238E27FC236}">
                <a16:creationId xmlns:a16="http://schemas.microsoft.com/office/drawing/2014/main" id="{216B867A-0B4D-D58C-4DCC-B0D37821C79B}"/>
              </a:ext>
            </a:extLst>
          </p:cNvPr>
          <p:cNvSpPr/>
          <p:nvPr/>
        </p:nvSpPr>
        <p:spPr>
          <a:xfrm>
            <a:off x="5464427" y="4219575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5" name="Retângulo: Cantos Arredondados 144">
            <a:extLst>
              <a:ext uri="{FF2B5EF4-FFF2-40B4-BE49-F238E27FC236}">
                <a16:creationId xmlns:a16="http://schemas.microsoft.com/office/drawing/2014/main" id="{4D1D7D98-7894-2501-D46B-41CC2992A339}"/>
              </a:ext>
            </a:extLst>
          </p:cNvPr>
          <p:cNvSpPr/>
          <p:nvPr/>
        </p:nvSpPr>
        <p:spPr>
          <a:xfrm>
            <a:off x="5464427" y="4719638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Retângulo: Cantos Arredondados 145">
            <a:extLst>
              <a:ext uri="{FF2B5EF4-FFF2-40B4-BE49-F238E27FC236}">
                <a16:creationId xmlns:a16="http://schemas.microsoft.com/office/drawing/2014/main" id="{ED9FF36B-9348-73A8-2472-C0F1121F058A}"/>
              </a:ext>
            </a:extLst>
          </p:cNvPr>
          <p:cNvSpPr/>
          <p:nvPr/>
        </p:nvSpPr>
        <p:spPr>
          <a:xfrm>
            <a:off x="5464427" y="5719763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Retângulo: Cantos Arredondados 146">
            <a:extLst>
              <a:ext uri="{FF2B5EF4-FFF2-40B4-BE49-F238E27FC236}">
                <a16:creationId xmlns:a16="http://schemas.microsoft.com/office/drawing/2014/main" id="{8E2A1A90-A886-72A0-839E-0D6C4B5A91D3}"/>
              </a:ext>
            </a:extLst>
          </p:cNvPr>
          <p:cNvSpPr/>
          <p:nvPr/>
        </p:nvSpPr>
        <p:spPr>
          <a:xfrm>
            <a:off x="5464427" y="5226050"/>
            <a:ext cx="170113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9FF84929-39C7-CB34-2BAE-685F120F665A}"/>
              </a:ext>
            </a:extLst>
          </p:cNvPr>
          <p:cNvSpPr txBox="1"/>
          <p:nvPr/>
        </p:nvSpPr>
        <p:spPr>
          <a:xfrm>
            <a:off x="5459198" y="3681413"/>
            <a:ext cx="1568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Redução 988 rádios</a:t>
            </a:r>
          </a:p>
          <a:p>
            <a:pPr algn="l"/>
            <a:r>
              <a:rPr lang="pt-BR" sz="1000" b="1"/>
              <a:t>R$ 2,77M FY projetado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BCEECC9F-05CB-5077-7861-86B15BD0229E}"/>
              </a:ext>
            </a:extLst>
          </p:cNvPr>
          <p:cNvSpPr txBox="1"/>
          <p:nvPr/>
        </p:nvSpPr>
        <p:spPr>
          <a:xfrm>
            <a:off x="5552231" y="4179888"/>
            <a:ext cx="1568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pPr algn="l"/>
            <a:r>
              <a:rPr lang="pt-BR" sz="1000"/>
              <a:t>Extravio 721 rádios</a:t>
            </a:r>
          </a:p>
          <a:p>
            <a:pPr algn="l"/>
            <a:r>
              <a:rPr lang="pt-BR" sz="1000" b="1"/>
              <a:t>+ 6,1MM (*)</a:t>
            </a:r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769CBA5E-7AB9-B39A-042A-CC663114D8CD}"/>
              </a:ext>
            </a:extLst>
          </p:cNvPr>
          <p:cNvSpPr txBox="1"/>
          <p:nvPr/>
        </p:nvSpPr>
        <p:spPr>
          <a:xfrm>
            <a:off x="5471862" y="4740275"/>
            <a:ext cx="164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r>
              <a:rPr lang="pt-BR" sz="1000" b="1"/>
              <a:t>Não aplicável (inviável tecnicamente)</a:t>
            </a: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08A2BD35-A568-F79C-A8CE-8519CA1536FD}"/>
              </a:ext>
            </a:extLst>
          </p:cNvPr>
          <p:cNvSpPr txBox="1"/>
          <p:nvPr/>
        </p:nvSpPr>
        <p:spPr>
          <a:xfrm>
            <a:off x="5471862" y="5207000"/>
            <a:ext cx="164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r>
              <a:rPr lang="pt-BR" sz="1000" b="1"/>
              <a:t>Não aplicável (</a:t>
            </a:r>
            <a:r>
              <a:rPr lang="pt-BR" sz="1000" b="1">
                <a:solidFill>
                  <a:srgbClr val="4472C4"/>
                </a:solidFill>
              </a:rPr>
              <a:t>requer investimento</a:t>
            </a:r>
            <a:r>
              <a:rPr lang="pt-BR" sz="1000" b="1"/>
              <a:t>)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D46F8037-7B05-D793-C89F-65139B1C1454}"/>
              </a:ext>
            </a:extLst>
          </p:cNvPr>
          <p:cNvSpPr txBox="1"/>
          <p:nvPr/>
        </p:nvSpPr>
        <p:spPr>
          <a:xfrm>
            <a:off x="5345642" y="5691188"/>
            <a:ext cx="1915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500">
                <a:latin typeface="Suzano Display" panose="02010503030508060203" pitchFamily="2" charset="0"/>
              </a:defRPr>
            </a:lvl1pPr>
          </a:lstStyle>
          <a:p>
            <a:r>
              <a:rPr lang="pt-BR" sz="1000" b="1"/>
              <a:t>Não aplicável (não considerado custo variável)</a:t>
            </a:r>
          </a:p>
        </p:txBody>
      </p:sp>
      <p:sp>
        <p:nvSpPr>
          <p:cNvPr id="158" name="Rectangle 13">
            <a:extLst>
              <a:ext uri="{FF2B5EF4-FFF2-40B4-BE49-F238E27FC236}">
                <a16:creationId xmlns:a16="http://schemas.microsoft.com/office/drawing/2014/main" id="{6F359443-6199-EB7B-FB0C-544C3B813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031" y="3333750"/>
            <a:ext cx="1433513" cy="3077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5207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kumimoji="0" lang="pt-BR" altLang="pt-BR" sz="1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uzano Display"/>
                <a:cs typeface="Arial"/>
              </a:rPr>
              <a:t>Oportunidades</a:t>
            </a:r>
          </a:p>
          <a:p>
            <a:pPr algn="ctr">
              <a:defRPr/>
            </a:pPr>
            <a:r>
              <a:rPr lang="pt-BR" altLang="pt-BR" sz="1000" b="1">
                <a:solidFill>
                  <a:schemeClr val="bg1"/>
                </a:solidFill>
                <a:latin typeface="Suzano Display"/>
                <a:cs typeface="Arial"/>
              </a:rPr>
              <a:t>executadas</a:t>
            </a:r>
            <a:endParaRPr kumimoji="0" lang="pt-BR" altLang="pt-BR" sz="1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uzano Display"/>
              <a:cs typeface="Arial"/>
            </a:endParaRPr>
          </a:p>
        </p:txBody>
      </p:sp>
      <p:cxnSp>
        <p:nvCxnSpPr>
          <p:cNvPr id="159" name="Conector reto 158">
            <a:extLst>
              <a:ext uri="{FF2B5EF4-FFF2-40B4-BE49-F238E27FC236}">
                <a16:creationId xmlns:a16="http://schemas.microsoft.com/office/drawing/2014/main" id="{F424C7FD-4F5B-15A2-954F-56A9AFA5FF4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8007350" y="2390775"/>
            <a:ext cx="206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Conector reto 159">
            <a:extLst>
              <a:ext uri="{FF2B5EF4-FFF2-40B4-BE49-F238E27FC236}">
                <a16:creationId xmlns:a16="http://schemas.microsoft.com/office/drawing/2014/main" id="{790EF70D-7727-06EF-69AC-0F3D129E6D7B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8472488" y="2455863"/>
            <a:ext cx="2047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Conector reto 160">
            <a:extLst>
              <a:ext uri="{FF2B5EF4-FFF2-40B4-BE49-F238E27FC236}">
                <a16:creationId xmlns:a16="http://schemas.microsoft.com/office/drawing/2014/main" id="{67DEFC9E-40DF-211A-FDE1-FB01097A9844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8936038" y="2503488"/>
            <a:ext cx="206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2" name="Chart 3">
            <a:extLst>
              <a:ext uri="{FF2B5EF4-FFF2-40B4-BE49-F238E27FC236}">
                <a16:creationId xmlns:a16="http://schemas.microsoft.com/office/drawing/2014/main" id="{657A2B8C-A2D6-1499-0F5A-FBDD40C4302B}"/>
              </a:ext>
            </a:extLst>
          </p:cNvPr>
          <p:cNvGraphicFramePr/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3695752"/>
              </p:ext>
            </p:extLst>
          </p:nvPr>
        </p:nvGraphicFramePr>
        <p:xfrm>
          <a:off x="7562850" y="2122488"/>
          <a:ext cx="2024063" cy="1057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cxnSp>
        <p:nvCxnSpPr>
          <p:cNvPr id="163" name="Conector reto 162">
            <a:extLst>
              <a:ext uri="{FF2B5EF4-FFF2-40B4-BE49-F238E27FC236}">
                <a16:creationId xmlns:a16="http://schemas.microsoft.com/office/drawing/2014/main" id="{FD001B70-926C-9623-2920-56225378B52A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7877175" y="2141538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Conector reto 163">
            <a:extLst>
              <a:ext uri="{FF2B5EF4-FFF2-40B4-BE49-F238E27FC236}">
                <a16:creationId xmlns:a16="http://schemas.microsoft.com/office/drawing/2014/main" id="{03306A08-3994-E6E9-BB25-D14204F4C6A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7877175" y="2141538"/>
            <a:ext cx="139382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Conector reto 164">
            <a:extLst>
              <a:ext uri="{FF2B5EF4-FFF2-40B4-BE49-F238E27FC236}">
                <a16:creationId xmlns:a16="http://schemas.microsoft.com/office/drawing/2014/main" id="{23B45ABA-8401-2AC3-58CA-42FD46E85C88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9271000" y="2141538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Espaço Reservado para Texto 2">
            <a:extLst>
              <a:ext uri="{FF2B5EF4-FFF2-40B4-BE49-F238E27FC236}">
                <a16:creationId xmlns:a16="http://schemas.microsoft.com/office/drawing/2014/main" id="{217E5816-6A23-46B6-9B58-D9072C61FC04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737475" y="3027363"/>
            <a:ext cx="2794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5A742F3-7B4B-4241-BC82-3D36EF186347}" type="datetime'''''''A''''''S'''''''''''''''''''' ''''''''I''''S'''''''''''">
              <a:rPr lang="pt-BR" altLang="en-US" sz="8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AS IS</a:t>
            </a:fld>
            <a:endParaRPr lang="pt-BR" sz="8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167" name="Espaço Reservado para Texto 2">
            <a:extLst>
              <a:ext uri="{FF2B5EF4-FFF2-40B4-BE49-F238E27FC236}">
                <a16:creationId xmlns:a16="http://schemas.microsoft.com/office/drawing/2014/main" id="{1E6854B0-5600-E2FC-856C-534AC0DB1FFD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226425" y="2368550"/>
            <a:ext cx="233363" cy="109538"/>
          </a:xfrm>
          <a:prstGeom prst="rect">
            <a:avLst/>
          </a:prstGeom>
          <a:solidFill>
            <a:srgbClr val="2B94D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0FC0FFB-4842-4FB6-8436-B3DEE21B6137}" type="datetime'''-''''''9''88'''''''''''''''''''''''''''''''''''''''">
              <a:rPr lang="pt-BR" altLang="en-US" sz="800" b="1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-988</a:t>
            </a:fld>
            <a:endParaRPr lang="pt-BR" sz="800" b="1">
              <a:solidFill>
                <a:schemeClr val="bg1"/>
              </a:solidFill>
            </a:endParaRPr>
          </a:p>
        </p:txBody>
      </p:sp>
      <p:sp>
        <p:nvSpPr>
          <p:cNvPr id="168" name="Espaço Reservado para Texto 2">
            <a:extLst>
              <a:ext uri="{FF2B5EF4-FFF2-40B4-BE49-F238E27FC236}">
                <a16:creationId xmlns:a16="http://schemas.microsoft.com/office/drawing/2014/main" id="{F1EE6D76-11F8-075C-9F21-00DE4F514288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094663" y="3027363"/>
            <a:ext cx="4953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1D177DA-A34D-4CD9-853B-EBB7378C66BF}" type="datetime'''''''''''''''D''''''evo''''''l''u''ç''''ã''''''''o'''''''">
              <a:rPr lang="pt-BR" altLang="en-US" sz="800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Devolução</a:t>
            </a:fld>
            <a:endParaRPr lang="pt-BR" sz="800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170" name="Espaço Reservado para Texto 2">
            <a:extLst>
              <a:ext uri="{FF2B5EF4-FFF2-40B4-BE49-F238E27FC236}">
                <a16:creationId xmlns:a16="http://schemas.microsoft.com/office/drawing/2014/main" id="{5C60CBA0-3062-58F1-9E83-6C7025A7EFB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689975" y="2425700"/>
            <a:ext cx="233363" cy="109538"/>
          </a:xfrm>
          <a:prstGeom prst="rect">
            <a:avLst/>
          </a:prstGeom>
          <a:solidFill>
            <a:srgbClr val="D49F1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5ECBA45-D4D5-4B41-B960-25073056F577}" type="datetime'''-''''''''7''''''''''''''''''''''''2''1'''''''''''''''">
              <a:rPr lang="pt-BR" altLang="en-US" sz="800" b="1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-721</a:t>
            </a:fld>
            <a:endParaRPr lang="pt-BR" sz="800" b="1">
              <a:solidFill>
                <a:schemeClr val="bg1"/>
              </a:solidFill>
            </a:endParaRPr>
          </a:p>
        </p:txBody>
      </p:sp>
      <p:sp>
        <p:nvSpPr>
          <p:cNvPr id="172" name="Espaço Reservado para Texto 2">
            <a:extLst>
              <a:ext uri="{FF2B5EF4-FFF2-40B4-BE49-F238E27FC236}">
                <a16:creationId xmlns:a16="http://schemas.microsoft.com/office/drawing/2014/main" id="{75D5F94E-CEBE-48DE-FAC6-2F81B1F3AF69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8615363" y="3027363"/>
            <a:ext cx="3810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05DF6E0-319C-4AD7-A09A-FBF6377B6F87}" type="datetime'''''''''''Extr''''''''''a''''v''''''''''''''''''i''o'''''''''">
              <a:rPr lang="pt-BR" altLang="en-US" sz="800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Extravio</a:t>
            </a:fld>
            <a:endParaRPr lang="pt-BR" sz="800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173" name="Espaço Reservado para Texto 2">
            <a:extLst>
              <a:ext uri="{FF2B5EF4-FFF2-40B4-BE49-F238E27FC236}">
                <a16:creationId xmlns:a16="http://schemas.microsoft.com/office/drawing/2014/main" id="{1DEFBEAD-C0E5-D29A-4F7D-F2A48CA64744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109075" y="3027363"/>
            <a:ext cx="3238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14C1034-FC41-44D9-B8D8-167AFA4BD99F}" type="datetime'''''T''''''''''O'''''''''' ''''BE'''''''''''''''">
              <a:rPr lang="pt-BR" altLang="en-US" sz="800" b="1" smtClean="0">
                <a:solidFill>
                  <a:srgbClr val="404040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 BE</a:t>
            </a:fld>
            <a:endParaRPr lang="pt-BR" sz="800" b="1">
              <a:solidFill>
                <a:srgbClr val="404040"/>
              </a:solidFill>
              <a:sym typeface="Suzano Display" panose="02010503030508060203" pitchFamily="2" charset="0"/>
            </a:endParaRPr>
          </a:p>
        </p:txBody>
      </p:sp>
      <p:sp>
        <p:nvSpPr>
          <p:cNvPr id="174" name="Espaço Reservado para Texto 2">
            <a:extLst>
              <a:ext uri="{FF2B5EF4-FFF2-40B4-BE49-F238E27FC236}">
                <a16:creationId xmlns:a16="http://schemas.microsoft.com/office/drawing/2014/main" id="{505927C2-68D8-0DF8-1176-61A924CAAAB7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8383588" y="2006600"/>
            <a:ext cx="381000" cy="269875"/>
          </a:xfrm>
          <a:prstGeom prst="ellipse">
            <a:avLst/>
          </a:prstGeom>
          <a:solidFill>
            <a:schemeClr val="bg2"/>
          </a:solidFill>
          <a:ln w="9525" cmpd="sng" algn="ctr">
            <a:solidFill>
              <a:schemeClr val="bg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655CE60-51F0-4957-A231-4FD952C759C0}" type="datetime'''''''''''''''''''-''''1''''''.''''''7''''09'''''''''''''''''">
              <a:rPr lang="pt-BR" altLang="en-US" sz="700" b="1" smtClean="0">
                <a:solidFill>
                  <a:srgbClr val="404040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-1.709</a:t>
            </a:fld>
            <a:br>
              <a:rPr lang="pt-BR" altLang="en-US" sz="700" b="1">
                <a:solidFill>
                  <a:srgbClr val="404040"/>
                </a:solidFill>
                <a:effectLst/>
              </a:rPr>
            </a:br>
            <a:r>
              <a:rPr lang="pt-BR" altLang="en-US" sz="700" b="1">
                <a:solidFill>
                  <a:srgbClr val="404040"/>
                </a:solidFill>
                <a:effectLst/>
              </a:rPr>
              <a:t>(</a:t>
            </a:r>
            <a:fld id="{4400D8FC-C72F-4664-809E-5DEC89F41EA1}" type="datetime'''''''''''''-''''''''''''1''''''''''''''''''''9''%'">
              <a:rPr lang="pt-BR" altLang="en-US" sz="700" b="1" smtClean="0">
                <a:solidFill>
                  <a:srgbClr val="404040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-19%</a:t>
            </a:fld>
            <a:r>
              <a:rPr lang="pt-BR" altLang="en-US" sz="700" b="1">
                <a:solidFill>
                  <a:srgbClr val="404040"/>
                </a:solidFill>
                <a:effectLst/>
              </a:rPr>
              <a:t>)</a:t>
            </a:r>
            <a:endParaRPr lang="pt-BR" sz="700" b="1">
              <a:solidFill>
                <a:srgbClr val="404040"/>
              </a:solidFill>
            </a:endParaRPr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68D1D0EF-0658-9598-5807-CA8CB016F28B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9883136" y="2463800"/>
            <a:ext cx="1544543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9" algn="l" defTabSz="914357">
              <a:spcBef>
                <a:spcPts val="130"/>
              </a:spcBef>
            </a:pPr>
            <a:r>
              <a:rPr lang="pt-BR" sz="800" spc="-10">
                <a:latin typeface="Suzano Display" panose="02010503030508060203" pitchFamily="2" charset="0"/>
              </a:rPr>
              <a:t>Potencial de captura (Opex) </a:t>
            </a:r>
          </a:p>
          <a:p>
            <a:pPr marL="12699" algn="l" defTabSz="914357">
              <a:spcBef>
                <a:spcPts val="130"/>
              </a:spcBef>
            </a:pPr>
            <a:r>
              <a:rPr lang="pt-BR" sz="800" b="1" spc="-10">
                <a:latin typeface="Suzano Display" panose="02010503030508060203" pitchFamily="2" charset="0"/>
              </a:rPr>
              <a:t>R$ 4,79M + 1,59M acessórios  &gt;&gt; </a:t>
            </a:r>
            <a:r>
              <a:rPr lang="pt-BR" sz="800" spc="-10">
                <a:latin typeface="Suzano Display" panose="02010503030508060203" pitchFamily="2" charset="0"/>
              </a:rPr>
              <a:t>após pagamento dos extravios.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D686513C-E96F-69FE-8743-3A9C3D3E9AC8}"/>
              </a:ext>
            </a:extLst>
          </p:cNvPr>
          <p:cNvSpPr txBox="1"/>
          <p:nvPr/>
        </p:nvSpPr>
        <p:spPr>
          <a:xfrm>
            <a:off x="7542213" y="3544888"/>
            <a:ext cx="270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pt-BR" sz="900">
                <a:latin typeface="Suzano Display" panose="02010503030508060203" pitchFamily="2" charset="0"/>
              </a:rPr>
              <a:t>Investimento </a:t>
            </a:r>
            <a:r>
              <a:rPr lang="pt-BR" sz="900" b="1">
                <a:latin typeface="Suzano Display" panose="02010503030508060203" pitchFamily="2" charset="0"/>
              </a:rPr>
              <a:t>de R$ 5,69MM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pt-BR" sz="900" err="1">
                <a:latin typeface="Suzano Display" panose="02010503030508060203" pitchFamily="2" charset="0"/>
              </a:rPr>
              <a:t>Payback</a:t>
            </a:r>
            <a:r>
              <a:rPr lang="pt-BR" sz="900">
                <a:latin typeface="Suzano Display" panose="02010503030508060203" pitchFamily="2" charset="0"/>
              </a:rPr>
              <a:t> médio de </a:t>
            </a:r>
            <a:r>
              <a:rPr lang="pt-BR" sz="900" b="1">
                <a:latin typeface="Suzano Display" panose="02010503030508060203" pitchFamily="2" charset="0"/>
              </a:rPr>
              <a:t>3,5 anos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pt-BR" sz="900">
                <a:latin typeface="Suzano Display" panose="02010503030508060203" pitchFamily="2" charset="0"/>
              </a:rPr>
              <a:t>Redução de 12% com </a:t>
            </a:r>
            <a:r>
              <a:rPr lang="pt-BR" sz="900" err="1">
                <a:latin typeface="Suzano Display" panose="02010503030508060203" pitchFamily="2" charset="0"/>
              </a:rPr>
              <a:t>spend</a:t>
            </a:r>
            <a:r>
              <a:rPr lang="pt-BR" sz="900">
                <a:latin typeface="Suzano Display" panose="02010503030508060203" pitchFamily="2" charset="0"/>
              </a:rPr>
              <a:t> FY R$ 1,68MM</a:t>
            </a:r>
          </a:p>
        </p:txBody>
      </p:sp>
      <p:sp>
        <p:nvSpPr>
          <p:cNvPr id="178" name="Seta: Divisa 177">
            <a:extLst>
              <a:ext uri="{FF2B5EF4-FFF2-40B4-BE49-F238E27FC236}">
                <a16:creationId xmlns:a16="http://schemas.microsoft.com/office/drawing/2014/main" id="{B783F519-826A-AF1A-7595-8BB2180E365B}"/>
              </a:ext>
            </a:extLst>
          </p:cNvPr>
          <p:cNvSpPr/>
          <p:nvPr/>
        </p:nvSpPr>
        <p:spPr>
          <a:xfrm>
            <a:off x="9647431" y="2581275"/>
            <a:ext cx="248832" cy="260661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630907DA-C0BA-E9EF-0A0C-BF10ED0BEF58}"/>
              </a:ext>
            </a:extLst>
          </p:cNvPr>
          <p:cNvSpPr txBox="1"/>
          <p:nvPr/>
        </p:nvSpPr>
        <p:spPr>
          <a:xfrm>
            <a:off x="0" y="6122430"/>
            <a:ext cx="7202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2">
                    <a:lumMod val="10000"/>
                  </a:schemeClr>
                </a:solidFill>
                <a:latin typeface="Suzano Display" panose="02010503030508060203" pitchFamily="2" charset="0"/>
              </a:rPr>
              <a:t>Devido a inviabilidade técnica e financeira, </a:t>
            </a:r>
          </a:p>
          <a:p>
            <a:pPr algn="ctr"/>
            <a:r>
              <a:rPr lang="pt-BR" sz="1500" b="1" dirty="0">
                <a:solidFill>
                  <a:schemeClr val="bg2">
                    <a:lumMod val="10000"/>
                  </a:schemeClr>
                </a:solidFill>
                <a:latin typeface="Suzano Display" panose="02010503030508060203" pitchFamily="2" charset="0"/>
              </a:rPr>
              <a:t>não seguiremos com essas frentes.</a:t>
            </a:r>
          </a:p>
        </p:txBody>
      </p:sp>
      <p:sp>
        <p:nvSpPr>
          <p:cNvPr id="181" name="CaixaDeTexto 180">
            <a:extLst>
              <a:ext uri="{FF2B5EF4-FFF2-40B4-BE49-F238E27FC236}">
                <a16:creationId xmlns:a16="http://schemas.microsoft.com/office/drawing/2014/main" id="{7FE2F883-69E2-6C45-47D4-583839F99767}"/>
              </a:ext>
            </a:extLst>
          </p:cNvPr>
          <p:cNvSpPr txBox="1"/>
          <p:nvPr/>
        </p:nvSpPr>
        <p:spPr>
          <a:xfrm>
            <a:off x="7558088" y="1714500"/>
            <a:ext cx="3069964" cy="276999"/>
          </a:xfrm>
          <a:prstGeom prst="rect">
            <a:avLst/>
          </a:prstGeom>
          <a:solidFill>
            <a:schemeClr val="bg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1500" b="1" i="1">
                <a:solidFill>
                  <a:srgbClr val="404040"/>
                </a:solidFill>
                <a:latin typeface="Suzano Display" panose="02010503030508060203" pitchFamily="2" charset="0"/>
              </a:defRPr>
            </a:lvl1pPr>
          </a:lstStyle>
          <a:p>
            <a:r>
              <a:rPr lang="pt-BR" sz="1200"/>
              <a:t>A. Devolução de rádios e extravio (</a:t>
            </a:r>
            <a:r>
              <a:rPr lang="pt-BR" sz="1200" err="1"/>
              <a:t>qtd</a:t>
            </a:r>
            <a:r>
              <a:rPr lang="pt-BR" sz="1200"/>
              <a:t>)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4DCC07D6-31E4-EDCB-670F-4C9D67113FD8}"/>
              </a:ext>
            </a:extLst>
          </p:cNvPr>
          <p:cNvSpPr txBox="1"/>
          <p:nvPr/>
        </p:nvSpPr>
        <p:spPr>
          <a:xfrm>
            <a:off x="7629525" y="3306763"/>
            <a:ext cx="3517900" cy="276999"/>
          </a:xfrm>
          <a:prstGeom prst="rect">
            <a:avLst/>
          </a:prstGeom>
          <a:solidFill>
            <a:schemeClr val="bg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1500" b="1" i="1">
                <a:solidFill>
                  <a:srgbClr val="404040"/>
                </a:solidFill>
                <a:latin typeface="Suzano Display" panose="02010503030508060203" pitchFamily="2" charset="0"/>
              </a:defRPr>
            </a:lvl1pPr>
          </a:lstStyle>
          <a:p>
            <a:r>
              <a:rPr lang="pt-BR" sz="1200"/>
              <a:t>B. Investimento estimado para </a:t>
            </a:r>
            <a:r>
              <a:rPr lang="pt-BR" sz="1200" err="1"/>
              <a:t>downgrade</a:t>
            </a:r>
            <a:endParaRPr lang="pt-BR" sz="120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D40B9209-3A80-B588-6A43-2B29732B6350}"/>
              </a:ext>
            </a:extLst>
          </p:cNvPr>
          <p:cNvSpPr/>
          <p:nvPr/>
        </p:nvSpPr>
        <p:spPr>
          <a:xfrm>
            <a:off x="7507993" y="4456887"/>
            <a:ext cx="4239120" cy="2265500"/>
          </a:xfrm>
          <a:prstGeom prst="roundRect">
            <a:avLst>
              <a:gd name="adj" fmla="val 6728"/>
            </a:avLst>
          </a:prstGeom>
          <a:solidFill>
            <a:schemeClr val="bg1"/>
          </a:solidFill>
          <a:ln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/>
              <a:t>oi concluído</a:t>
            </a:r>
            <a:endParaRPr lang="pt-BR"/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859DA666-1FD0-5259-F11E-0728B5667C2B}"/>
              </a:ext>
            </a:extLst>
          </p:cNvPr>
          <p:cNvSpPr txBox="1"/>
          <p:nvPr/>
        </p:nvSpPr>
        <p:spPr>
          <a:xfrm>
            <a:off x="7586573" y="4577764"/>
            <a:ext cx="4046467" cy="276999"/>
          </a:xfrm>
          <a:prstGeom prst="rect">
            <a:avLst/>
          </a:prstGeom>
          <a:solidFill>
            <a:schemeClr val="bg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1500" b="1" i="1">
                <a:solidFill>
                  <a:srgbClr val="404040"/>
                </a:solidFill>
                <a:latin typeface="Suzano Display" panose="02010503030508060203" pitchFamily="2" charset="0"/>
              </a:defRPr>
            </a:lvl1pPr>
          </a:lstStyle>
          <a:p>
            <a:r>
              <a:rPr lang="pt-BR" sz="1200"/>
              <a:t>C. Conclusão Projeto Atitude de dono</a:t>
            </a:r>
          </a:p>
        </p:txBody>
      </p:sp>
      <p:pic>
        <p:nvPicPr>
          <p:cNvPr id="185" name="Imagem 184">
            <a:extLst>
              <a:ext uri="{FF2B5EF4-FFF2-40B4-BE49-F238E27FC236}">
                <a16:creationId xmlns:a16="http://schemas.microsoft.com/office/drawing/2014/main" id="{0511EDA2-40F9-FC4D-9D4C-922613531AE7}"/>
              </a:ext>
            </a:extLst>
          </p:cNvPr>
          <p:cNvPicPr>
            <a:picLocks noChangeAspect="1"/>
          </p:cNvPicPr>
          <p:nvPr/>
        </p:nvPicPr>
        <p:blipFill>
          <a:blip r:embed="rId47" cstate="print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73" y="5228590"/>
            <a:ext cx="365068" cy="365068"/>
          </a:xfrm>
          <a:prstGeom prst="rect">
            <a:avLst/>
          </a:prstGeom>
        </p:spPr>
      </p:pic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A96F37BD-32ED-E598-593A-1BB72CAA4A5F}"/>
              </a:ext>
            </a:extLst>
          </p:cNvPr>
          <p:cNvSpPr txBox="1"/>
          <p:nvPr/>
        </p:nvSpPr>
        <p:spPr>
          <a:xfrm>
            <a:off x="7507993" y="6004599"/>
            <a:ext cx="42391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>
                <a:latin typeface="Suzano Display" panose="02010503030508060203" pitchFamily="2" charset="0"/>
              </a:rPr>
              <a:t>Negociação da renovação contratual considerando o novo escopo de quantidade;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>
                <a:latin typeface="Suzano Display" panose="02010503030508060203" pitchFamily="2" charset="0"/>
              </a:rPr>
              <a:t>Negociação do valor dos rádios extraviados.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10318378-84C5-49A6-D67A-04F58E8A7A98}"/>
              </a:ext>
            </a:extLst>
          </p:cNvPr>
          <p:cNvSpPr txBox="1"/>
          <p:nvPr/>
        </p:nvSpPr>
        <p:spPr>
          <a:xfrm>
            <a:off x="7530780" y="5697629"/>
            <a:ext cx="4046881" cy="276999"/>
          </a:xfrm>
          <a:prstGeom prst="rect">
            <a:avLst/>
          </a:prstGeom>
          <a:solidFill>
            <a:schemeClr val="bg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1500" b="1" i="1">
                <a:solidFill>
                  <a:srgbClr val="404040"/>
                </a:solidFill>
                <a:latin typeface="Suzano Display" panose="02010503030508060203" pitchFamily="2" charset="0"/>
              </a:defRPr>
            </a:lvl1pPr>
          </a:lstStyle>
          <a:p>
            <a:r>
              <a:rPr lang="pt-BR" sz="1200"/>
              <a:t>D. Recomendação</a:t>
            </a:r>
          </a:p>
        </p:txBody>
      </p:sp>
      <p:sp>
        <p:nvSpPr>
          <p:cNvPr id="188" name="CaixaDeTexto 187">
            <a:extLst>
              <a:ext uri="{FF2B5EF4-FFF2-40B4-BE49-F238E27FC236}">
                <a16:creationId xmlns:a16="http://schemas.microsoft.com/office/drawing/2014/main" id="{8081A64C-484C-0912-9BBC-21C7A32FEB47}"/>
              </a:ext>
            </a:extLst>
          </p:cNvPr>
          <p:cNvSpPr txBox="1"/>
          <p:nvPr/>
        </p:nvSpPr>
        <p:spPr>
          <a:xfrm>
            <a:off x="7507993" y="4864100"/>
            <a:ext cx="423911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>
                <a:latin typeface="Suzano Display" panose="02010503030508060203" pitchFamily="2" charset="0"/>
              </a:rPr>
              <a:t>~ 90% do projeto já foi concluído, restando apenas o fechamento de devolução rádios e a negociação dos extravios.</a:t>
            </a:r>
          </a:p>
          <a:p>
            <a:endParaRPr lang="pt-BR" sz="900">
              <a:latin typeface="Suzano Display" panose="02010503030508060203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900">
                <a:latin typeface="Suzano Display" panose="02010503030508060203" pitchFamily="2" charset="0"/>
              </a:rPr>
              <a:t>Pontos alinhados entre as áreas do </a:t>
            </a:r>
            <a:r>
              <a:rPr lang="pt-BR" sz="900" err="1">
                <a:latin typeface="Suzano Display" panose="02010503030508060203" pitchFamily="2" charset="0"/>
              </a:rPr>
              <a:t>Pfin</a:t>
            </a:r>
            <a:r>
              <a:rPr lang="pt-BR" sz="900">
                <a:latin typeface="Suzano Display" panose="02010503030508060203" pitchFamily="2" charset="0"/>
              </a:rPr>
              <a:t>, Suprimentos, Tech e as operações Industrial e florestal.</a:t>
            </a:r>
          </a:p>
        </p:txBody>
      </p:sp>
    </p:spTree>
    <p:extLst>
      <p:ext uri="{BB962C8B-B14F-4D97-AF65-F5344CB8AC3E}">
        <p14:creationId xmlns:p14="http://schemas.microsoft.com/office/powerpoint/2010/main" val="79918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1AB979D-7BA1-45AA-A640-E4DF18FEAD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9" imgH="396" progId="TCLayout.ActiveDocument.1">
                  <p:embed/>
                </p:oleObj>
              </mc:Choice>
              <mc:Fallback>
                <p:oleObj name="Slide do think-cell" r:id="rId4" imgW="389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AB979D-7BA1-45AA-A640-E4DF18FEA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7ACF6F8-9B72-E5C2-2278-9D6059A031F8}"/>
              </a:ext>
            </a:extLst>
          </p:cNvPr>
          <p:cNvSpPr txBox="1">
            <a:spLocks/>
          </p:cNvSpPr>
          <p:nvPr/>
        </p:nvSpPr>
        <p:spPr>
          <a:xfrm>
            <a:off x="576478" y="3121720"/>
            <a:ext cx="11322508" cy="1628651"/>
          </a:xfrm>
          <a:prstGeom prst="rect">
            <a:avLst/>
          </a:prstGeom>
        </p:spPr>
        <p:txBody>
          <a:bodyPr vert="horz" anchor="ctr"/>
          <a:lstStyle>
            <a:lvl1pPr marL="12700" algn="l" defTabSz="914400" rtl="0" eaLnBrk="1" latinLnBrk="0" hangingPunct="1">
              <a:lnSpc>
                <a:spcPts val="2590"/>
              </a:lnSpc>
              <a:spcBef>
                <a:spcPts val="425"/>
              </a:spcBef>
              <a:buNone/>
              <a:defRPr sz="2400" kern="0" spc="10">
                <a:solidFill>
                  <a:srgbClr val="1834C5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0" i="0" u="none" strike="noStrike" kern="0" cap="none" spc="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Arial" panose="020B0604020202020204" pitchFamily="34" charset="0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04123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32&quot;/&gt;&lt;CPresentation id=&quot;1&quot;&gt;&lt;m_precDefaultOrdinal&gt;&lt;m_bNumberIsYear val=&quot;1&quot;/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3.19510000000000005116E+00&quot;&gt;&lt;m_msothmcolidx val=&quot;0&quot;/&gt;&lt;m_rgb r=&quot;00&quot; g=&quot;B9&quot; b=&quot;44&quot;/&gt;&lt;/elem&gt;&lt;elem m_fUsage=&quot;9.00000000000000022204E-01&quot;&gt;&lt;m_msothmcolidx val=&quot;0&quot;/&gt;&lt;m_rgb r=&quot;FC&quot; g=&quot;F7&quot; b=&quot;99&quot;/&gt;&lt;/elem&gt;&lt;elem m_fUsage=&quot;5.90490000000000181402E-01&quot;&gt;&lt;m_msothmcolidx val=&quot;0&quot;/&gt;&lt;m_rgb r=&quot;2D&quot; g=&quot;4C&quot; b=&quot;E5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41acc4e6-bb0a-49a3-bbc3-03e6af3800f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0df6a0f8-30f9-48b4-b92d-7f3244ce9311_Topic"/>
  <p:tag name="EE4P_AGENDAWIZARD_CONTENT" val="/#4 e #5: Monitoramento Operacional e Gestão de Saldo/Prazo"/>
  <p:tag name="EE4P_AGENDAWIZARD_PROPERTIES" val="406.8057/258.9297/503.6943/22.1406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1acc4e6-bb0a-49a3-bbc3-03e6af3800f3_Elemen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1acc4e6-bb0a-49a3-bbc3-03e6af3800f3_Elemen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41acc4e6-bb0a-49a3-bbc3-03e6af3800f3_Topic"/>
  <p:tag name="EE4P_AGENDAWIZARD_CONTENT" val="/Visão e Escopo"/>
  <p:tag name="EE4P_AGENDAWIZARD_PROPERTIES" val="406.8057/225.5332/503.6943/22.1406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a830c673-b295-4f55-87ce-d9e4b4df022b_Topic"/>
  <p:tag name="EE4P_AGENDAWIZARD_CONTENT" val="/Recap: Farol DTO e Iniciativa #24"/>
  <p:tag name="EE4P_AGENDAWIZARD_PROPERTIES" val="406.8057/192.1368/503.6943/22.1406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hDuXR6OOS4g4y0aY2v.Q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0_w4Uu5jEC7h4E0.ZqZ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0Gs1CJUefISQqLzdXBo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Vz.uSQ0glucW1TABnS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65Y2SdkXQFmwVDs9uEy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5VIH3CDHzPiP_5koBoIp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CCNlnkl0ifJPv8DAZhg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rukLantHysO1QuLcicF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yaFwYu756g0W8WwIxID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pBR6KfjYefC8x4xRh0c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U3l5qW5xnTAau7POcbN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6gliBJreL_9pXM4zePVG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QD9Xvs_dW3OPMOB.Y.o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hjI5K5qXUmfQO1e_0ag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fj1FpJ.Qn80sm6L0_87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8JBoJCLMy4SzfV3U98t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7hs_l7kEJ6.rHhb2aa.n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eqAh8n0Y.3eq9xNdl.O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eCvqf.ehYc5KJxJyNs9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BcUPSPtXp_7c.8qWF4c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5kzgK2DOg2ZuBRS38Xg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xSaq9uOOK7fsZL8tYWS8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N0fpePeBlG2tXQmmRJH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3ac29SL3jMkA0yXGcvAq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PaHo4v2JteD_BnCmxk8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OsjEQQulDTA1dR0QPcdV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8GBATO7IWNqZP8VFWE3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PJBMiomtwf3fDd5m7QO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jxQ1A2jxNMQlOpd69pSj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svGnrU6WP9IIm0Cf8B2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rS1Hfasx4ScqJHDvmBg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USg4ivFnGSlNQL.zQVi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q42HfavZq9LHILcRikQ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7RsT9q0vzsjGcvE23IK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beGhJDiNA.Y9cZTbz_J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Hl8T6RZY.Oqn.6iNTC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yuCXGL6KaBmP7LGbrQJ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lMwd7rGBovHRJdRkJZG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_is5sPMFkz812Y2DqbY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jHs8J3PXsd9ax6zEsKu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ETzpR7AQbRCMqg18YkD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wXNmynMo0tx3nspXikn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QdyII5NPVe7bG_1Ciyp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cLj_LVJLXfJHw5f6Sve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8Zl6rzhwQszEbziRXRyB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cq8ayBIj.Nlnx2.mCvC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Qal20Sub63NzhJsP3cb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xoE1AcQEEYJOJackM5N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dOKJ_8jDQpta.SUFtJX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ZaNmQgxRU2kiSDe3rzZ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fNi5oRuMj4ajiS63j4nv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zcPAxmBFjithdrS6.OA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6gt2Iqh8DoBsy_2mpAB7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rtWecouvAUbM2SX115h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mVa0ok7m.mFIGQ1bB16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ARp10fOKl7K9p9zmtTp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UkFzRpqjW.UcFcnUj92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3yixVjuOyRRhLGT6rAd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is5gJBP7ziCPrTmYOB_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UFl..ZxpsKeJgFLGTvY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nwiKJPauunKBEt9euKw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3WKRaAZcu.xd0kxaRWh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N5hB2F_hn2.Fooq4Gq3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hWZJBVb9dQ1Bg0leDi_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4shdjmX.BYeBIIqTH2e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qlULbPYuU4oW18.KkbVw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NObZisfgVU4JUEM11Lkw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3f7ATyFauIEte29h92fXQ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wMrxSydlhePoFNzg5mt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.v5Hzd2IoNw.809h3glaw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Arv.yrapEITCJ7tUUTbQ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AajD.7cRH05o32U3xil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RJk7Dk1rmusxVKq0Jz6Q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6WR1gEKeZaWbvRDcPa8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33uOtf7oNbIUmh4RONvv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kupPBIce9pFFQLBqxZDg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GuSUitBJctNzv5356r8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keMl7P8_CM6aOsFDU5I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2N2TkoeAbkUuszeN6ke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UfonA4t51XShs_S8t57.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pjw.FT4s7sTZsTSo0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WIRGEc0ma4vrUe14b9b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WZe9dJ.vsYg0JeFa94P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f6wnBViRzNKEGZutZt3g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e9fWPoTcslDcL7mn8UI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LIDEID" val="41acc4e6-bb0a-49a3-bbc3-03e6af3800f3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CG_DESIGN" val="Section header line"/>
  <p:tag name="BCG_MODE" val="Presentation"/>
  <p:tag name="EE4P_LAYOUT_ID" val="K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jeiR8FIDP.aRgmnchnN9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jeiR8FIDP.aRgmnchnN9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MMsWwEgdPDI8_.XSq.tQ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QcVX1Di72qs5ychwKqwg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RbnWc4fiJ3AlwKR5ySA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qOTILox2dC4Xaye9zYR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_4G_E_69nlaMx5rlUW97A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89rW4kHecZbxPrFc6ya2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RWwzxfNt.dtjX4Q6vuqog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it5ebJd6kto0MSXmIVt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kxrAduzXMecwlEXmqHhh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5EVyUIEx9CJT0B3NcscY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3Ahuxx8Vs6V3dHaPrRU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m9SyZMP.qGzNWFqXDRmA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SafR1TjwamT4FrbUUfd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T8z82ZAHyr8dZ9bHk1Z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ogpFOB8_ojcQq6cdtrd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7oS8hlC1sVSaynHLTim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aBLshqcauo3uGesuMLYg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HTPJZ2XkhRTHyKDQ83iDw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30kOEMZW1nPjDvcW4YaB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j0bSHjBS8lfJYto8yHjw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SdI2HJOlkZRyVFhlVHZ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vRN98CgQC.pzetUGVU9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M5hBaJV0zhbNJCJxLMI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_QOkl7QxO5JWtikc0K.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p4D5mOSshmlH5eFyHT2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6hlh8Vz3c4.FCSI94S2g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57f1IfUVKVfzll9fw0Pp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KkxHrVEjV.DA_comINX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olm289TfjVvgFsFmA5B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IIl1isdzJZnUfa9HNVDw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ODOPgV8iR8D83sQHRt4Q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8V_C4KghMCY_.mjT_4z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HgUySmC9uSw82qMHzVfuw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hqOr1GLryKisf_AqfRRY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bMSnr9e2V.1kZy1ea3D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jeiR8FIDP.aRgmnchnN9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uzano Grid 16:9 - 27925">
  <a:themeElements>
    <a:clrScheme name="Suzano">
      <a:dk1>
        <a:srgbClr val="404040"/>
      </a:dk1>
      <a:lt1>
        <a:srgbClr val="FFFFFF"/>
      </a:lt1>
      <a:dk2>
        <a:srgbClr val="1834C5"/>
      </a:dk2>
      <a:lt2>
        <a:srgbClr val="F2F2F2"/>
      </a:lt2>
      <a:accent1>
        <a:srgbClr val="0D1C67"/>
      </a:accent1>
      <a:accent2>
        <a:srgbClr val="122790"/>
      </a:accent2>
      <a:accent3>
        <a:srgbClr val="04C358"/>
      </a:accent3>
      <a:accent4>
        <a:srgbClr val="798DEF"/>
      </a:accent4>
      <a:accent5>
        <a:srgbClr val="9A9A9A"/>
      </a:accent5>
      <a:accent6>
        <a:srgbClr val="EC7C30"/>
      </a:accent6>
      <a:hlink>
        <a:srgbClr val="007934"/>
      </a:hlink>
      <a:folHlink>
        <a:srgbClr val="00A848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34C5"/>
        </a:solidFill>
        <a:ln w="9525" cap="rnd" cmpd="sng" algn="ctr">
          <a:solidFill>
            <a:srgbClr val="1834C5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1_Suzano Grid 16:9 - 27925">
  <a:themeElements>
    <a:clrScheme name="Suzano">
      <a:dk1>
        <a:srgbClr val="404040"/>
      </a:dk1>
      <a:lt1>
        <a:srgbClr val="FFFFFF"/>
      </a:lt1>
      <a:dk2>
        <a:srgbClr val="1834C5"/>
      </a:dk2>
      <a:lt2>
        <a:srgbClr val="F2F2F2"/>
      </a:lt2>
      <a:accent1>
        <a:srgbClr val="0D1C67"/>
      </a:accent1>
      <a:accent2>
        <a:srgbClr val="122790"/>
      </a:accent2>
      <a:accent3>
        <a:srgbClr val="04C358"/>
      </a:accent3>
      <a:accent4>
        <a:srgbClr val="798DEF"/>
      </a:accent4>
      <a:accent5>
        <a:srgbClr val="9A9A9A"/>
      </a:accent5>
      <a:accent6>
        <a:srgbClr val="EC7C30"/>
      </a:accent6>
      <a:hlink>
        <a:srgbClr val="007934"/>
      </a:hlink>
      <a:folHlink>
        <a:srgbClr val="00A848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34C5"/>
        </a:solidFill>
        <a:ln w="9525" cap="rnd" cmpd="sng" algn="ctr">
          <a:solidFill>
            <a:srgbClr val="1834C5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34BD3412201F94FB35909533ED009D4" ma:contentTypeVersion="11" ma:contentTypeDescription="Crie um novo documento." ma:contentTypeScope="" ma:versionID="5f7462593bf52c49ec495b7daae0c253">
  <xsd:schema xmlns:xsd="http://www.w3.org/2001/XMLSchema" xmlns:xs="http://www.w3.org/2001/XMLSchema" xmlns:p="http://schemas.microsoft.com/office/2006/metadata/properties" xmlns:ns2="990d8f8e-669b-4f66-9adb-9ec305119ae2" xmlns:ns3="64f37465-a99e-4f76-9e95-6bddc042cdee" targetNamespace="http://schemas.microsoft.com/office/2006/metadata/properties" ma:root="true" ma:fieldsID="2f5fccd3cd33ab73d97586236555093f" ns2:_="" ns3:_="">
    <xsd:import namespace="990d8f8e-669b-4f66-9adb-9ec305119ae2"/>
    <xsd:import namespace="64f37465-a99e-4f76-9e95-6bddc042cd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0d8f8e-669b-4f66-9adb-9ec305119a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c2d7677-7d61-4d42-9986-e604b7035f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f37465-a99e-4f76-9e95-6bddc042cde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d1f16f-a228-47a9-a8df-3225bdf8eb0c}" ma:internalName="TaxCatchAll" ma:showField="CatchAllData" ma:web="64f37465-a99e-4f76-9e95-6bddc042cd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0d8f8e-669b-4f66-9adb-9ec305119ae2">
      <Terms xmlns="http://schemas.microsoft.com/office/infopath/2007/PartnerControls"/>
    </lcf76f155ced4ddcb4097134ff3c332f>
    <TaxCatchAll xmlns="64f37465-a99e-4f76-9e95-6bddc042cdee" xsi:nil="true"/>
  </documentManagement>
</p:properties>
</file>

<file path=customXml/itemProps1.xml><?xml version="1.0" encoding="utf-8"?>
<ds:datastoreItem xmlns:ds="http://schemas.openxmlformats.org/officeDocument/2006/customXml" ds:itemID="{A3607AE7-C708-49F2-B874-51AA4B9E2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0d8f8e-669b-4f66-9adb-9ec305119ae2"/>
    <ds:schemaRef ds:uri="64f37465-a99e-4f76-9e95-6bddc042cd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8F2192-D8D4-420A-9BC1-6D93135466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99AA2B-F407-4505-A92D-A092A14EC016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64f37465-a99e-4f76-9e95-6bddc042cdee"/>
    <ds:schemaRef ds:uri="990d8f8e-669b-4f66-9adb-9ec305119ae2"/>
  </ds:schemaRefs>
</ds:datastoreItem>
</file>

<file path=docMetadata/LabelInfo.xml><?xml version="1.0" encoding="utf-8"?>
<clbl:labelList xmlns:clbl="http://schemas.microsoft.com/office/2020/mipLabelMetadata">
  <clbl:label id="{a7109315-9727-4adf-97ad-4849bb63edcb}" enabled="0" method="" siteId="{a7109315-9727-4adf-97ad-4849bb63edc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1448</Words>
  <Application>Microsoft Office PowerPoint</Application>
  <PresentationFormat>Widescreen</PresentationFormat>
  <Paragraphs>342</Paragraphs>
  <Slides>8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9" baseType="lpstr">
      <vt:lpstr>Aptos</vt:lpstr>
      <vt:lpstr>Aptos Narrow</vt:lpstr>
      <vt:lpstr>Arial</vt:lpstr>
      <vt:lpstr>Calibri</vt:lpstr>
      <vt:lpstr>Courier New</vt:lpstr>
      <vt:lpstr>Suzano Display</vt:lpstr>
      <vt:lpstr>Suzano Sans Bold</vt:lpstr>
      <vt:lpstr>Trebuchet MS</vt:lpstr>
      <vt:lpstr>Suzano Grid 16:9 - 27925</vt:lpstr>
      <vt:lpstr>1_Suzano Grid 16:9 - 27925</vt:lpstr>
      <vt:lpstr>Slide do think-cell</vt:lpstr>
      <vt:lpstr>Radiocomunicação</vt:lpstr>
      <vt:lpstr>Agenda</vt:lpstr>
      <vt:lpstr>Radiocomunicação | Escopo Atual (As Is) e Visão Geral de Mercado</vt:lpstr>
      <vt:lpstr>Radiocomunicação | Mesa de negociação</vt:lpstr>
      <vt:lpstr>Agenda &amp; Cronograma</vt:lpstr>
      <vt:lpstr>Projeto Atitude de Dono</vt:lpstr>
      <vt:lpstr>Radiocomunicação | Backup projeto Atitude de Dono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WAGNER DIAS JUNIOR</dc:creator>
  <cp:lastModifiedBy>WAGNER DIAS JUNIOR</cp:lastModifiedBy>
  <cp:revision>2</cp:revision>
  <dcterms:created xsi:type="dcterms:W3CDTF">2026-08-12T02:10:20Z</dcterms:created>
  <dcterms:modified xsi:type="dcterms:W3CDTF">2026-08-12T18:13:42Z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0x010100034BD3412201F94FB35909533ED009D4</vt:lpwstr>
  </property>
  <property fmtid="{D5CDD505-2E9C-101B-9397-08002B2CF9AE}" pid="3" name="MediaServiceImageTags">
    <vt:lpwstr/>
  </property>
</Properties>
</file>
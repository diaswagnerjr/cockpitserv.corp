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6.xml" ContentType="application/vnd.openxmlformats-officedocument.drawingml.chart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notesSlides/notesSlide3.xml" ContentType="application/vnd.openxmlformats-officedocument.presentationml.notesSlide+xml"/>
  <Override PartName="/ppt/charts/chart7.xml" ContentType="application/vnd.openxmlformats-officedocument.drawingml.chart+xml"/>
  <Override PartName="/ppt/tags/tag184.xml" ContentType="application/vnd.openxmlformats-officedocument.presentationml.tags+xml"/>
  <Override PartName="/ppt/notesSlides/notesSlide4.xml" ContentType="application/vnd.openxmlformats-officedocument.presentationml.notesSlide+xml"/>
  <Override PartName="/ppt/tags/tag185.xml" ContentType="application/vnd.openxmlformats-officedocument.presentationml.tags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10876" r:id="rId5"/>
    <p:sldId id="10872" r:id="rId6"/>
    <p:sldId id="10869" r:id="rId7"/>
    <p:sldId id="10871" r:id="rId8"/>
    <p:sldId id="10877" r:id="rId9"/>
  </p:sldIdLst>
  <p:sldSz cx="12192000" cy="6858000"/>
  <p:notesSz cx="6858000" cy="9144000"/>
  <p:custDataLst>
    <p:tags r:id="rId1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Calibri" panose="020F0502020204030204" pitchFamily="34" charset="0"/>
        <a:ea typeface="+mn-ea"/>
        <a:cs typeface="Calibri" panose="020F0502020204030204" pitchFamily="34" charset="0"/>
        <a:sym typeface="Calibri" panose="020F050202020403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Calibri" panose="020F0502020204030204" pitchFamily="34" charset="0"/>
        <a:ea typeface="+mn-ea"/>
        <a:cs typeface="Calibri" panose="020F0502020204030204" pitchFamily="34" charset="0"/>
        <a:sym typeface="Calibri" panose="020F050202020403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Calibri" panose="020F0502020204030204" pitchFamily="34" charset="0"/>
        <a:ea typeface="+mn-ea"/>
        <a:cs typeface="Calibri" panose="020F0502020204030204" pitchFamily="34" charset="0"/>
        <a:sym typeface="Calibri" panose="020F050202020403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Calibri" panose="020F0502020204030204" pitchFamily="34" charset="0"/>
        <a:ea typeface="+mn-ea"/>
        <a:cs typeface="Calibri" panose="020F0502020204030204" pitchFamily="34" charset="0"/>
        <a:sym typeface="Calibri" panose="020F050202020403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Calibri" panose="020F0502020204030204" pitchFamily="34" charset="0"/>
        <a:ea typeface="+mn-ea"/>
        <a:cs typeface="Calibri" panose="020F0502020204030204" pitchFamily="34" charset="0"/>
        <a:sym typeface="Calibri" panose="020F0502020204030204" pitchFamily="34" charset="0"/>
      </a:defRPr>
    </a:lvl5pPr>
    <a:lvl6pPr marL="2286000" algn="l" defTabSz="914400" rtl="0" eaLnBrk="1" latinLnBrk="0" hangingPunct="1">
      <a:defRPr kern="1200">
        <a:solidFill>
          <a:srgbClr val="000000"/>
        </a:solidFill>
        <a:latin typeface="Calibri" panose="020F0502020204030204" pitchFamily="34" charset="0"/>
        <a:ea typeface="+mn-ea"/>
        <a:cs typeface="Calibri" panose="020F0502020204030204" pitchFamily="34" charset="0"/>
        <a:sym typeface="Calibri" panose="020F0502020204030204" pitchFamily="34" charset="0"/>
      </a:defRPr>
    </a:lvl6pPr>
    <a:lvl7pPr marL="2743200" algn="l" defTabSz="914400" rtl="0" eaLnBrk="1" latinLnBrk="0" hangingPunct="1">
      <a:defRPr kern="1200">
        <a:solidFill>
          <a:srgbClr val="000000"/>
        </a:solidFill>
        <a:latin typeface="Calibri" panose="020F0502020204030204" pitchFamily="34" charset="0"/>
        <a:ea typeface="+mn-ea"/>
        <a:cs typeface="Calibri" panose="020F0502020204030204" pitchFamily="34" charset="0"/>
        <a:sym typeface="Calibri" panose="020F0502020204030204" pitchFamily="34" charset="0"/>
      </a:defRPr>
    </a:lvl7pPr>
    <a:lvl8pPr marL="3200400" algn="l" defTabSz="914400" rtl="0" eaLnBrk="1" latinLnBrk="0" hangingPunct="1">
      <a:defRPr kern="1200">
        <a:solidFill>
          <a:srgbClr val="000000"/>
        </a:solidFill>
        <a:latin typeface="Calibri" panose="020F0502020204030204" pitchFamily="34" charset="0"/>
        <a:ea typeface="+mn-ea"/>
        <a:cs typeface="Calibri" panose="020F0502020204030204" pitchFamily="34" charset="0"/>
        <a:sym typeface="Calibri" panose="020F0502020204030204" pitchFamily="34" charset="0"/>
      </a:defRPr>
    </a:lvl8pPr>
    <a:lvl9pPr marL="3657600" algn="l" defTabSz="914400" rtl="0" eaLnBrk="1" latinLnBrk="0" hangingPunct="1">
      <a:defRPr kern="1200">
        <a:solidFill>
          <a:srgbClr val="000000"/>
        </a:solidFill>
        <a:latin typeface="Calibri" panose="020F0502020204030204" pitchFamily="34" charset="0"/>
        <a:ea typeface="+mn-ea"/>
        <a:cs typeface="Calibri" panose="020F0502020204030204" pitchFamily="34" charset="0"/>
        <a:sym typeface="Calibri" panose="020F050202020403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Seção Padrão" id="{BEB34F75-2AD8-4C60-8750-FC0FE0B4BB67}">
          <p14:sldIdLst>
            <p14:sldId id="10876"/>
            <p14:sldId id="10872"/>
            <p14:sldId id="10869"/>
            <p14:sldId id="10871"/>
            <p14:sldId id="10877"/>
          </p14:sldIdLst>
        </p14:section>
        <p14:section name="Draft" id="{270E0B3A-E8EC-4FD7-ABE6-1DCDFA9BF46F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50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EC90C85-1011-81DA-BAD1-3619984407FA}" name="MARILIA DE AVILA PIVARO" initials="MDAP" userId="S::mpivaro@suzano.com.br::0a5630b6-ecaa-4057-aeb7-b8c32106e1d0" providerId="AD"/>
  <p188:author id="{1546A4B2-24BD-114F-3080-DF32C2326FAC}" name="DALILA ISIS FERREIRA ALMEIDA" initials="DIFA" userId="S::DALILA.A@suzano.com.br::87e7db78-b041-4c0c-a62b-17b0fa9535d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BEB"/>
    <a:srgbClr val="AEAB9E"/>
    <a:srgbClr val="000000"/>
    <a:srgbClr val="1932C8"/>
    <a:srgbClr val="00C85A"/>
    <a:srgbClr val="00B944"/>
    <a:srgbClr val="91714B"/>
    <a:srgbClr val="4B2D32"/>
    <a:srgbClr val="0046AD"/>
    <a:srgbClr val="E2E1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66" autoAdjust="0"/>
    <p:restoredTop sz="93259"/>
  </p:normalViewPr>
  <p:slideViewPr>
    <p:cSldViewPr snapToGrid="0" snapToObjects="1">
      <p:cViewPr varScale="1">
        <p:scale>
          <a:sx n="77" d="100"/>
          <a:sy n="77" d="100"/>
        </p:scale>
        <p:origin x="730" y="43"/>
      </p:cViewPr>
      <p:guideLst>
        <p:guide orient="horz" pos="2160"/>
        <p:guide pos="350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GNER DIAS JUNIOR" userId="3e6533d6-d906-4207-9cf5-8ebb0c7afd30" providerId="ADAL" clId="{D3D82F58-FC11-4971-8D6D-7D3DAAED0E40}"/>
    <pc:docChg chg="modSld">
      <pc:chgData name="WAGNER DIAS JUNIOR" userId="3e6533d6-d906-4207-9cf5-8ebb0c7afd30" providerId="ADAL" clId="{D3D82F58-FC11-4971-8D6D-7D3DAAED0E40}" dt="2026-08-03T20:39:33.197" v="1" actId="1036"/>
      <pc:docMkLst>
        <pc:docMk/>
      </pc:docMkLst>
      <pc:sldChg chg="modSp mod">
        <pc:chgData name="WAGNER DIAS JUNIOR" userId="3e6533d6-d906-4207-9cf5-8ebb0c7afd30" providerId="ADAL" clId="{D3D82F58-FC11-4971-8D6D-7D3DAAED0E40}" dt="2026-08-03T20:39:33.197" v="1" actId="1036"/>
        <pc:sldMkLst>
          <pc:docMk/>
          <pc:sldMk cId="422687979" sldId="10869"/>
        </pc:sldMkLst>
        <pc:picChg chg="mod">
          <ac:chgData name="WAGNER DIAS JUNIOR" userId="3e6533d6-d906-4207-9cf5-8ebb0c7afd30" providerId="ADAL" clId="{D3D82F58-FC11-4971-8D6D-7D3DAAED0E40}" dt="2026-08-03T20:39:33.197" v="1" actId="1036"/>
          <ac:picMkLst>
            <pc:docMk/>
            <pc:sldMk cId="422687979" sldId="10869"/>
            <ac:picMk id="19761" creationId="{6F0CCDFB-80F6-A125-5907-40A202631FFD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307692307692308E-2"/>
          <c:y val="3.8123167155425221E-2"/>
          <c:w val="0.97538461538461541"/>
          <c:h val="0.9237536656891495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1932C8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C3CFE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A43E-41F7-8300-4B1C246D25B7}"/>
              </c:ext>
            </c:extLst>
          </c:dPt>
          <c:dPt>
            <c:idx val="1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43E-41F7-8300-4B1C246D25B7}"/>
              </c:ext>
            </c:extLst>
          </c:dPt>
          <c:dPt>
            <c:idx val="2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A43E-41F7-8300-4B1C246D25B7}"/>
              </c:ext>
            </c:extLst>
          </c:dPt>
          <c:dPt>
            <c:idx val="3"/>
            <c:invertIfNegative val="0"/>
            <c:bubble3D val="0"/>
            <c:spPr>
              <a:solidFill>
                <a:srgbClr val="9DB1C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43E-41F7-8300-4B1C246D25B7}"/>
              </c:ext>
            </c:extLst>
          </c:dPt>
          <c:dPt>
            <c:idx val="4"/>
            <c:invertIfNegative val="0"/>
            <c:bubble3D val="0"/>
            <c:spPr>
              <a:solidFill>
                <a:srgbClr val="6F8DB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A43E-41F7-8300-4B1C246D25B7}"/>
              </c:ext>
            </c:extLst>
          </c:dPt>
          <c:dPt>
            <c:idx val="5"/>
            <c:invertIfNegative val="0"/>
            <c:bubble3D val="0"/>
            <c:spPr>
              <a:solidFill>
                <a:srgbClr val="6F8DB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A43E-41F7-8300-4B1C246D25B7}"/>
              </c:ext>
            </c:extLst>
          </c:dPt>
          <c:dPt>
            <c:idx val="7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A43E-41F7-8300-4B1C246D25B7}"/>
              </c:ext>
            </c:extLst>
          </c:dPt>
          <c:val>
            <c:numRef>
              <c:f>Sheet1!$A$1:$J$1</c:f>
              <c:numCache>
                <c:formatCode>General</c:formatCode>
                <c:ptCount val="10"/>
                <c:pt idx="0">
                  <c:v>1473129</c:v>
                </c:pt>
                <c:pt idx="1">
                  <c:v>2097606.7999999998</c:v>
                </c:pt>
                <c:pt idx="2">
                  <c:v>2145724.7999999998</c:v>
                </c:pt>
                <c:pt idx="3">
                  <c:v>2394332.927226237</c:v>
                </c:pt>
                <c:pt idx="4">
                  <c:v>2023359.98</c:v>
                </c:pt>
                <c:pt idx="5">
                  <c:v>1863849.98</c:v>
                </c:pt>
                <c:pt idx="6">
                  <c:v>1729173.01</c:v>
                </c:pt>
                <c:pt idx="7">
                  <c:v>1729173.01</c:v>
                </c:pt>
                <c:pt idx="8">
                  <c:v>2017456.5932198188</c:v>
                </c:pt>
                <c:pt idx="9">
                  <c:v>1905246.3037275653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43E-41F7-8300-4B1C246D25B7}"/>
            </c:ext>
          </c:extLst>
        </c:ser>
        <c:ser>
          <c:idx val="1"/>
          <c:order val="1"/>
          <c:spPr>
            <a:solidFill>
              <a:srgbClr val="C30C3E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6F8DB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A43E-41F7-8300-4B1C246D25B7}"/>
              </c:ext>
            </c:extLst>
          </c:dPt>
          <c:dPt>
            <c:idx val="7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A43E-41F7-8300-4B1C246D25B7}"/>
              </c:ext>
            </c:extLst>
          </c:dPt>
          <c:val>
            <c:numRef>
              <c:f>Sheet1!$A$2:$J$2</c:f>
              <c:numCache>
                <c:formatCode>General</c:formatCode>
                <c:ptCount val="10"/>
                <c:pt idx="0">
                  <c:v>576000</c:v>
                </c:pt>
                <c:pt idx="1">
                  <c:v>48118</c:v>
                </c:pt>
                <c:pt idx="7">
                  <c:v>288283.58321981877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43E-41F7-8300-4B1C246D25B7}"/>
            </c:ext>
          </c:extLst>
        </c:ser>
        <c:ser>
          <c:idx val="2"/>
          <c:order val="2"/>
          <c:spPr>
            <a:solidFill>
              <a:srgbClr val="4C6C9C"/>
            </a:solidFill>
            <a:ln>
              <a:noFill/>
            </a:ln>
          </c:spPr>
          <c:invertIfNegative val="0"/>
          <c:val>
            <c:numRef>
              <c:f>Sheet1!$A$3:$J$3</c:f>
              <c:numCache>
                <c:formatCode>General</c:formatCode>
                <c:ptCount val="10"/>
                <c:pt idx="0">
                  <c:v>48477.799999999814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A43E-41F7-8300-4B1C246D25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98197664"/>
        <c:axId val="1"/>
      </c:barChart>
      <c:catAx>
        <c:axId val="29819766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394332.927226237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29819766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440191387559809E-2"/>
          <c:y val="4.7229791099000905E-2"/>
          <c:w val="0.97511961722488039"/>
          <c:h val="0.9055404178019982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C6C9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1EC7-44AC-B933-3928F9F68649}"/>
              </c:ext>
            </c:extLst>
          </c:dPt>
          <c:dPt>
            <c:idx val="1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EC7-44AC-B933-3928F9F68649}"/>
              </c:ext>
            </c:extLst>
          </c:dPt>
          <c:dPt>
            <c:idx val="2"/>
            <c:invertIfNegative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1EC7-44AC-B933-3928F9F68649}"/>
              </c:ext>
            </c:extLst>
          </c:dPt>
          <c:dPt>
            <c:idx val="3"/>
            <c:invertIfNegative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EC7-44AC-B933-3928F9F68649}"/>
              </c:ext>
            </c:extLst>
          </c:dPt>
          <c:dPt>
            <c:idx val="9"/>
            <c:invertIfNegative val="0"/>
            <c:bubble3D val="0"/>
            <c:spPr>
              <a:solidFill>
                <a:srgbClr val="1932C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1EC7-44AC-B933-3928F9F68649}"/>
              </c:ext>
            </c:extLst>
          </c:dPt>
          <c:dPt>
            <c:idx val="10"/>
            <c:invertIfNegative val="0"/>
            <c:bubble3D val="0"/>
            <c:spPr>
              <a:solidFill>
                <a:srgbClr val="1932C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1EC7-44AC-B933-3928F9F68649}"/>
              </c:ext>
            </c:extLst>
          </c:dPt>
          <c:val>
            <c:numRef>
              <c:f>Sheet1!$A$1:$K$1</c:f>
              <c:numCache>
                <c:formatCode>General</c:formatCode>
                <c:ptCount val="11"/>
                <c:pt idx="0">
                  <c:v>2097606.7999999998</c:v>
                </c:pt>
                <c:pt idx="1">
                  <c:v>2097606.7999999998</c:v>
                </c:pt>
                <c:pt idx="2">
                  <c:v>2145724.7999999998</c:v>
                </c:pt>
                <c:pt idx="3">
                  <c:v>2394332.927226237</c:v>
                </c:pt>
                <c:pt idx="4">
                  <c:v>3551370.5999999996</c:v>
                </c:pt>
                <c:pt idx="5">
                  <c:v>3142344.1072297716</c:v>
                </c:pt>
                <c:pt idx="6">
                  <c:v>2922127.04</c:v>
                </c:pt>
                <c:pt idx="7">
                  <c:v>2502000</c:v>
                </c:pt>
                <c:pt idx="8">
                  <c:v>2233746.5226221941</c:v>
                </c:pt>
                <c:pt idx="9">
                  <c:v>2227005.36</c:v>
                </c:pt>
                <c:pt idx="10">
                  <c:v>1905246.3037275653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EC7-44AC-B933-3928F9F68649}"/>
            </c:ext>
          </c:extLst>
        </c:ser>
        <c:ser>
          <c:idx val="1"/>
          <c:order val="1"/>
          <c:spPr>
            <a:solidFill>
              <a:srgbClr val="C30C3E"/>
            </a:solidFill>
            <a:ln>
              <a:noFill/>
            </a:ln>
          </c:spPr>
          <c:invertIfNegative val="0"/>
          <c:val>
            <c:numRef>
              <c:f>Sheet1!$A$2:$K$2</c:f>
              <c:numCache>
                <c:formatCode>General</c:formatCode>
                <c:ptCount val="11"/>
                <c:pt idx="1">
                  <c:v>48118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EC7-44AC-B933-3928F9F686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74374783"/>
        <c:axId val="1"/>
      </c:barChart>
      <c:catAx>
        <c:axId val="127437478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551370.599999999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27437478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31504004746366E-2"/>
          <c:y val="0.16"/>
          <c:w val="0.85760901809552059"/>
          <c:h val="0.7216666666666666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3CFE1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AB39-4020-8896-3A92B07E4E58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B39-4020-8896-3A92B07E4E58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AB39-4020-8896-3A92B07E4E58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B39-4020-8896-3A92B07E4E58}"/>
              </c:ext>
            </c:extLst>
          </c:dPt>
          <c:dLbls>
            <c:dLbl>
              <c:idx val="0"/>
              <c:layout>
                <c:manualLayout>
                  <c:x val="0"/>
                  <c:y val="-0.3950000000000000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AB39-4020-8896-3A92B07E4E58}"/>
                </c:ext>
              </c:extLst>
            </c:dLbl>
            <c:dLbl>
              <c:idx val="1"/>
              <c:layout>
                <c:manualLayout>
                  <c:x val="0"/>
                  <c:y val="-0.3816666666666666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AB39-4020-8896-3A92B07E4E58}"/>
                </c:ext>
              </c:extLst>
            </c:dLbl>
            <c:dLbl>
              <c:idx val="2"/>
              <c:layout>
                <c:manualLayout>
                  <c:x val="0"/>
                  <c:y val="-0.3649999999999999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AB39-4020-8896-3A92B07E4E58}"/>
                </c:ext>
              </c:extLst>
            </c:dLbl>
            <c:dLbl>
              <c:idx val="3"/>
              <c:layout>
                <c:manualLayout>
                  <c:x val="0"/>
                  <c:y val="-0.3358333333333333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AB39-4020-8896-3A92B07E4E58}"/>
                </c:ext>
              </c:extLst>
            </c:dLbl>
            <c:dLbl>
              <c:idx val="4"/>
              <c:layout>
                <c:manualLayout>
                  <c:x val="0"/>
                  <c:y val="-0.3308333333333333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AB39-4020-8896-3A92B07E4E58}"/>
                </c:ext>
              </c:extLst>
            </c:dLbl>
            <c:dLbl>
              <c:idx val="5"/>
              <c:layout>
                <c:manualLayout>
                  <c:x val="0"/>
                  <c:y val="-0.3183333333333333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AB39-4020-8896-3A92B07E4E58}"/>
                </c:ext>
              </c:extLst>
            </c:dLbl>
            <c:dLbl>
              <c:idx val="6"/>
              <c:layout>
                <c:manualLayout>
                  <c:x val="0"/>
                  <c:y val="-0.2899999999999999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AB39-4020-8896-3A92B07E4E58}"/>
                </c:ext>
              </c:extLst>
            </c:dLbl>
            <c:dLbl>
              <c:idx val="7"/>
              <c:layout>
                <c:manualLayout>
                  <c:x val="0"/>
                  <c:y val="-0.271666666666666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AB39-4020-8896-3A92B07E4E58}"/>
                </c:ext>
              </c:extLst>
            </c:dLbl>
            <c:dLbl>
              <c:idx val="8"/>
              <c:layout>
                <c:manualLayout>
                  <c:x val="0"/>
                  <c:y val="-0.37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AB39-4020-8896-3A92B07E4E58}"/>
                </c:ext>
              </c:extLst>
            </c:dLbl>
            <c:dLbl>
              <c:idx val="9"/>
              <c:layout>
                <c:manualLayout>
                  <c:x val="0"/>
                  <c:y val="-0.3608333333333333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AB39-4020-8896-3A92B07E4E58}"/>
                </c:ext>
              </c:extLst>
            </c:dLbl>
            <c:dLbl>
              <c:idx val="10"/>
              <c:layout>
                <c:manualLayout>
                  <c:x val="0"/>
                  <c:y val="-0.4074999999999999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AB39-4020-8896-3A92B07E4E5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Sheet1!$A$1:$K$1</c:f>
              <c:numCache>
                <c:formatCode>General</c:formatCode>
                <c:ptCount val="11"/>
                <c:pt idx="0">
                  <c:v>6648.96</c:v>
                </c:pt>
                <c:pt idx="1">
                  <c:v>6410.96</c:v>
                </c:pt>
                <c:pt idx="2">
                  <c:v>6089.3</c:v>
                </c:pt>
                <c:pt idx="3">
                  <c:v>5502.44</c:v>
                </c:pt>
                <c:pt idx="4">
                  <c:v>5413.73</c:v>
                </c:pt>
                <c:pt idx="5">
                  <c:v>5171.5961171402787</c:v>
                </c:pt>
                <c:pt idx="6">
                  <c:v>4623.82</c:v>
                </c:pt>
                <c:pt idx="7">
                  <c:v>4278.2</c:v>
                </c:pt>
                <c:pt idx="8">
                  <c:v>6283.9</c:v>
                </c:pt>
                <c:pt idx="9">
                  <c:v>6000</c:v>
                </c:pt>
                <c:pt idx="10">
                  <c:v>6905.23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AB39-4020-8896-3A92B07E4E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41428480"/>
        <c:axId val="1"/>
      </c:barChart>
      <c:lineChart>
        <c:grouping val="standard"/>
        <c:varyColors val="0"/>
        <c:ser>
          <c:idx val="1"/>
          <c:order val="1"/>
          <c:spPr>
            <a:ln w="28575" cmpd="sng" algn="ctr">
              <a:solidFill>
                <a:schemeClr val="tx2"/>
              </a:solidFill>
              <a:prstDash val="solid"/>
            </a:ln>
          </c:spPr>
          <c:marker>
            <c:symbol val="none"/>
          </c:marker>
          <c:dLbls>
            <c:dLbl>
              <c:idx val="1"/>
              <c:layout>
                <c:manualLayout>
                  <c:x val="0"/>
                  <c:y val="5.3333333333333337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AB39-4020-8896-3A92B07E4E58}"/>
                </c:ext>
              </c:extLst>
            </c:dLbl>
            <c:dLbl>
              <c:idx val="2"/>
              <c:layout>
                <c:manualLayout>
                  <c:x val="0"/>
                  <c:y val="5.3333333333333337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AB39-4020-8896-3A92B07E4E58}"/>
                </c:ext>
              </c:extLst>
            </c:dLbl>
            <c:dLbl>
              <c:idx val="3"/>
              <c:layout>
                <c:manualLayout>
                  <c:x val="0"/>
                  <c:y val="-5.6666666666666664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AB39-4020-8896-3A92B07E4E58}"/>
                </c:ext>
              </c:extLst>
            </c:dLbl>
            <c:dLbl>
              <c:idx val="4"/>
              <c:layout>
                <c:manualLayout>
                  <c:x val="0"/>
                  <c:y val="-5.6666666666666664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AB39-4020-8896-3A92B07E4E58}"/>
                </c:ext>
              </c:extLst>
            </c:dLbl>
            <c:dLbl>
              <c:idx val="5"/>
              <c:layout>
                <c:manualLayout>
                  <c:x val="0"/>
                  <c:y val="-5.6666666666666664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AB39-4020-8896-3A92B07E4E58}"/>
                </c:ext>
              </c:extLst>
            </c:dLbl>
            <c:dLbl>
              <c:idx val="6"/>
              <c:layout>
                <c:manualLayout>
                  <c:x val="0"/>
                  <c:y val="-5.6666666666666664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AB39-4020-8896-3A92B07E4E58}"/>
                </c:ext>
              </c:extLst>
            </c:dLbl>
            <c:dLbl>
              <c:idx val="7"/>
              <c:layout>
                <c:manualLayout>
                  <c:x val="0"/>
                  <c:y val="-5.6666666666666664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AB39-4020-8896-3A92B07E4E5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Sheet1!$A$2:$K$2</c:f>
              <c:numCache>
                <c:formatCode>General</c:formatCode>
                <c:ptCount val="11"/>
                <c:pt idx="0">
                  <c:v>126</c:v>
                </c:pt>
                <c:pt idx="1">
                  <c:v>59</c:v>
                </c:pt>
                <c:pt idx="2">
                  <c:v>21</c:v>
                </c:pt>
                <c:pt idx="3">
                  <c:v>70</c:v>
                </c:pt>
                <c:pt idx="4">
                  <c:v>36</c:v>
                </c:pt>
                <c:pt idx="5">
                  <c:v>28</c:v>
                </c:pt>
                <c:pt idx="6">
                  <c:v>30</c:v>
                </c:pt>
                <c:pt idx="7">
                  <c:v>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3-AB39-4020-8896-3A92B07E4E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164142848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641428480"/>
        <c:crosses val="min"/>
        <c:crossBetween val="between"/>
        <c:majorUnit val="1000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4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"/>
        <c:crosses val="max"/>
        <c:crossBetween val="between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924198250728863"/>
          <c:y val="0.18063872255489022"/>
          <c:w val="0.7772594752186589"/>
          <c:h val="0.6776447105788423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333333333333333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A6E3-4468-8E1F-37CC61927F98}"/>
                </c:ext>
              </c:extLst>
            </c:dLbl>
            <c:dLbl>
              <c:idx val="1"/>
              <c:layout>
                <c:manualLayout>
                  <c:x val="0"/>
                  <c:y val="-0.3403193612774451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A6E3-4468-8E1F-37CC61927F98}"/>
                </c:ext>
              </c:extLst>
            </c:dLbl>
            <c:dLbl>
              <c:idx val="2"/>
              <c:layout>
                <c:manualLayout>
                  <c:x val="0"/>
                  <c:y val="-0.3892215568862275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A6E3-4468-8E1F-37CC61927F9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1997.82</c:v>
                </c:pt>
                <c:pt idx="1">
                  <c:v>2055</c:v>
                </c:pt>
                <c:pt idx="2">
                  <c:v>2416.75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6E3-4468-8E1F-37CC61927F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57520192"/>
        <c:axId val="1"/>
      </c:barChart>
      <c:catAx>
        <c:axId val="205752019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057520192"/>
        <c:crosses val="min"/>
        <c:crossBetween val="between"/>
        <c:majorUnit val="5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'Planilha1 (2)'!$K$114</c:f>
              <c:strCache>
                <c:ptCount val="1"/>
                <c:pt idx="0">
                  <c:v>IPCA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'Planilha1 (2)'!$J$115:$J$175</c:f>
              <c:numCache>
                <c:formatCode>mmm\-yy</c:formatCode>
                <c:ptCount val="61"/>
                <c:pt idx="0">
                  <c:v>44197</c:v>
                </c:pt>
                <c:pt idx="1">
                  <c:v>44228</c:v>
                </c:pt>
                <c:pt idx="2">
                  <c:v>44256</c:v>
                </c:pt>
                <c:pt idx="3">
                  <c:v>44287</c:v>
                </c:pt>
                <c:pt idx="4">
                  <c:v>44317</c:v>
                </c:pt>
                <c:pt idx="5">
                  <c:v>44348</c:v>
                </c:pt>
                <c:pt idx="6">
                  <c:v>44378</c:v>
                </c:pt>
                <c:pt idx="7">
                  <c:v>44409</c:v>
                </c:pt>
                <c:pt idx="8">
                  <c:v>44440</c:v>
                </c:pt>
                <c:pt idx="9">
                  <c:v>44470</c:v>
                </c:pt>
                <c:pt idx="10">
                  <c:v>44501</c:v>
                </c:pt>
                <c:pt idx="11">
                  <c:v>44531</c:v>
                </c:pt>
                <c:pt idx="12">
                  <c:v>44562</c:v>
                </c:pt>
                <c:pt idx="13">
                  <c:v>44593</c:v>
                </c:pt>
                <c:pt idx="14">
                  <c:v>44621</c:v>
                </c:pt>
                <c:pt idx="15">
                  <c:v>44652</c:v>
                </c:pt>
                <c:pt idx="16">
                  <c:v>44682</c:v>
                </c:pt>
                <c:pt idx="17">
                  <c:v>44713</c:v>
                </c:pt>
                <c:pt idx="18">
                  <c:v>44743</c:v>
                </c:pt>
                <c:pt idx="19">
                  <c:v>44774</c:v>
                </c:pt>
                <c:pt idx="20">
                  <c:v>44805</c:v>
                </c:pt>
                <c:pt idx="21">
                  <c:v>44835</c:v>
                </c:pt>
                <c:pt idx="22">
                  <c:v>44866</c:v>
                </c:pt>
                <c:pt idx="23">
                  <c:v>44896</c:v>
                </c:pt>
                <c:pt idx="24">
                  <c:v>44927</c:v>
                </c:pt>
                <c:pt idx="25">
                  <c:v>44958</c:v>
                </c:pt>
                <c:pt idx="26">
                  <c:v>44986</c:v>
                </c:pt>
                <c:pt idx="27">
                  <c:v>45017</c:v>
                </c:pt>
                <c:pt idx="28">
                  <c:v>45047</c:v>
                </c:pt>
                <c:pt idx="29">
                  <c:v>45078</c:v>
                </c:pt>
                <c:pt idx="30">
                  <c:v>45108</c:v>
                </c:pt>
                <c:pt idx="31">
                  <c:v>45139</c:v>
                </c:pt>
                <c:pt idx="32">
                  <c:v>45170</c:v>
                </c:pt>
                <c:pt idx="33">
                  <c:v>45200</c:v>
                </c:pt>
                <c:pt idx="34">
                  <c:v>45231</c:v>
                </c:pt>
                <c:pt idx="35">
                  <c:v>45261</c:v>
                </c:pt>
                <c:pt idx="36">
                  <c:v>45292</c:v>
                </c:pt>
                <c:pt idx="37">
                  <c:v>45323</c:v>
                </c:pt>
                <c:pt idx="38">
                  <c:v>45352</c:v>
                </c:pt>
                <c:pt idx="39">
                  <c:v>45383</c:v>
                </c:pt>
                <c:pt idx="40">
                  <c:v>45413</c:v>
                </c:pt>
                <c:pt idx="41">
                  <c:v>45444</c:v>
                </c:pt>
                <c:pt idx="42">
                  <c:v>45474</c:v>
                </c:pt>
                <c:pt idx="43">
                  <c:v>45505</c:v>
                </c:pt>
                <c:pt idx="44">
                  <c:v>45536</c:v>
                </c:pt>
                <c:pt idx="45">
                  <c:v>45566</c:v>
                </c:pt>
                <c:pt idx="46">
                  <c:v>45597</c:v>
                </c:pt>
                <c:pt idx="47">
                  <c:v>45627</c:v>
                </c:pt>
                <c:pt idx="48">
                  <c:v>45658</c:v>
                </c:pt>
                <c:pt idx="49">
                  <c:v>45689</c:v>
                </c:pt>
                <c:pt idx="50">
                  <c:v>45717</c:v>
                </c:pt>
                <c:pt idx="51">
                  <c:v>45748</c:v>
                </c:pt>
                <c:pt idx="52">
                  <c:v>45778</c:v>
                </c:pt>
                <c:pt idx="53">
                  <c:v>45809</c:v>
                </c:pt>
                <c:pt idx="54">
                  <c:v>45839</c:v>
                </c:pt>
                <c:pt idx="55">
                  <c:v>45870</c:v>
                </c:pt>
                <c:pt idx="56">
                  <c:v>45901</c:v>
                </c:pt>
                <c:pt idx="57">
                  <c:v>45931</c:v>
                </c:pt>
                <c:pt idx="58">
                  <c:v>45962</c:v>
                </c:pt>
                <c:pt idx="59">
                  <c:v>45992</c:v>
                </c:pt>
                <c:pt idx="60">
                  <c:v>46023</c:v>
                </c:pt>
              </c:numCache>
            </c:numRef>
          </c:cat>
          <c:val>
            <c:numRef>
              <c:f>'Planilha1 (2)'!$K$115:$K$175</c:f>
              <c:numCache>
                <c:formatCode>0.00%</c:formatCode>
                <c:ptCount val="61"/>
                <c:pt idx="0">
                  <c:v>2.5000000000000001E-3</c:v>
                </c:pt>
                <c:pt idx="1">
                  <c:v>1.11E-2</c:v>
                </c:pt>
                <c:pt idx="2">
                  <c:v>1.7899999999999999E-2</c:v>
                </c:pt>
                <c:pt idx="3">
                  <c:v>1.24E-2</c:v>
                </c:pt>
                <c:pt idx="4">
                  <c:v>1.14E-2</c:v>
                </c:pt>
                <c:pt idx="5">
                  <c:v>1.3600000000000001E-2</c:v>
                </c:pt>
                <c:pt idx="6">
                  <c:v>1.49E-2</c:v>
                </c:pt>
                <c:pt idx="7">
                  <c:v>1.8299999999999997E-2</c:v>
                </c:pt>
                <c:pt idx="8">
                  <c:v>2.0299999999999999E-2</c:v>
                </c:pt>
                <c:pt idx="9">
                  <c:v>2.41E-2</c:v>
                </c:pt>
                <c:pt idx="10">
                  <c:v>2.1999999999999999E-2</c:v>
                </c:pt>
                <c:pt idx="11">
                  <c:v>1.6799999999999999E-2</c:v>
                </c:pt>
                <c:pt idx="12">
                  <c:v>1.2699999999999999E-2</c:v>
                </c:pt>
                <c:pt idx="13">
                  <c:v>1.55E-2</c:v>
                </c:pt>
                <c:pt idx="14">
                  <c:v>2.6299999999999997E-2</c:v>
                </c:pt>
                <c:pt idx="15">
                  <c:v>2.6799999999999997E-2</c:v>
                </c:pt>
                <c:pt idx="16">
                  <c:v>1.5300000000000001E-2</c:v>
                </c:pt>
                <c:pt idx="17">
                  <c:v>1.14E-2</c:v>
                </c:pt>
                <c:pt idx="18">
                  <c:v>-9.9999999999999395E-5</c:v>
                </c:pt>
                <c:pt idx="19">
                  <c:v>-1.04E-2</c:v>
                </c:pt>
                <c:pt idx="20">
                  <c:v>-6.4999999999999997E-3</c:v>
                </c:pt>
                <c:pt idx="21">
                  <c:v>3.0000000000000001E-3</c:v>
                </c:pt>
                <c:pt idx="22">
                  <c:v>0.01</c:v>
                </c:pt>
                <c:pt idx="23">
                  <c:v>1.03E-2</c:v>
                </c:pt>
                <c:pt idx="24">
                  <c:v>1.5599999999999999E-2</c:v>
                </c:pt>
                <c:pt idx="25">
                  <c:v>2.4E-2</c:v>
                </c:pt>
                <c:pt idx="26">
                  <c:v>3.1099999999999999E-2</c:v>
                </c:pt>
                <c:pt idx="27">
                  <c:v>3.7199999999999997E-2</c:v>
                </c:pt>
                <c:pt idx="28">
                  <c:v>3.9499999999999993E-2</c:v>
                </c:pt>
                <c:pt idx="29">
                  <c:v>3.8699999999999991E-2</c:v>
                </c:pt>
                <c:pt idx="30">
                  <c:v>3.9899999999999991E-2</c:v>
                </c:pt>
                <c:pt idx="31">
                  <c:v>4.2199999999999988E-2</c:v>
                </c:pt>
                <c:pt idx="32">
                  <c:v>4.4799999999999986E-2</c:v>
                </c:pt>
                <c:pt idx="33">
                  <c:v>4.7199999999999985E-2</c:v>
                </c:pt>
                <c:pt idx="34">
                  <c:v>4.9999999999999989E-2</c:v>
                </c:pt>
                <c:pt idx="35">
                  <c:v>5.559999999999999E-2</c:v>
                </c:pt>
                <c:pt idx="36">
                  <c:v>5.9799999999999992E-2</c:v>
                </c:pt>
                <c:pt idx="37">
                  <c:v>6.8099999999999994E-2</c:v>
                </c:pt>
                <c:pt idx="38">
                  <c:v>6.9699999999999998E-2</c:v>
                </c:pt>
                <c:pt idx="39">
                  <c:v>7.3499999999999996E-2</c:v>
                </c:pt>
                <c:pt idx="40">
                  <c:v>7.8100000000000003E-2</c:v>
                </c:pt>
                <c:pt idx="41">
                  <c:v>8.0200000000000007E-2</c:v>
                </c:pt>
                <c:pt idx="42">
                  <c:v>8.4000000000000005E-2</c:v>
                </c:pt>
                <c:pt idx="43">
                  <c:v>8.3799999999999999E-2</c:v>
                </c:pt>
                <c:pt idx="44">
                  <c:v>8.8200000000000001E-2</c:v>
                </c:pt>
                <c:pt idx="45">
                  <c:v>9.3799999999999994E-2</c:v>
                </c:pt>
                <c:pt idx="46">
                  <c:v>9.7699999999999995E-2</c:v>
                </c:pt>
                <c:pt idx="47">
                  <c:v>0.10289999999999999</c:v>
                </c:pt>
                <c:pt idx="48">
                  <c:v>0.1045</c:v>
                </c:pt>
                <c:pt idx="49">
                  <c:v>0.1176</c:v>
                </c:pt>
                <c:pt idx="50">
                  <c:v>0.12319999999999999</c:v>
                </c:pt>
                <c:pt idx="51">
                  <c:v>0.1275</c:v>
                </c:pt>
                <c:pt idx="52">
                  <c:v>0.13009999999999999</c:v>
                </c:pt>
                <c:pt idx="53">
                  <c:v>0.13250000000000001</c:v>
                </c:pt>
                <c:pt idx="54">
                  <c:v>0.1351</c:v>
                </c:pt>
                <c:pt idx="55">
                  <c:v>0.13400000000000001</c:v>
                </c:pt>
                <c:pt idx="56">
                  <c:v>0.13880000000000001</c:v>
                </c:pt>
                <c:pt idx="57">
                  <c:v>0.13970000000000002</c:v>
                </c:pt>
                <c:pt idx="58">
                  <c:v>0.14150000000000001</c:v>
                </c:pt>
                <c:pt idx="59">
                  <c:v>0.14480000000000001</c:v>
                </c:pt>
                <c:pt idx="60">
                  <c:v>0.14810000000000001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4F-4470-AA2E-94C5BCB44AB6}"/>
            </c:ext>
          </c:extLst>
        </c:ser>
        <c:ser>
          <c:idx val="1"/>
          <c:order val="1"/>
          <c:tx>
            <c:strRef>
              <c:f>'Planilha1 (2)'!$L$114</c:f>
              <c:strCache>
                <c:ptCount val="1"/>
                <c:pt idx="0">
                  <c:v>Cálculo Reajuste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'Planilha1 (2)'!$J$115:$J$175</c:f>
              <c:numCache>
                <c:formatCode>mmm\-yy</c:formatCode>
                <c:ptCount val="61"/>
                <c:pt idx="0">
                  <c:v>44197</c:v>
                </c:pt>
                <c:pt idx="1">
                  <c:v>44228</c:v>
                </c:pt>
                <c:pt idx="2">
                  <c:v>44256</c:v>
                </c:pt>
                <c:pt idx="3">
                  <c:v>44287</c:v>
                </c:pt>
                <c:pt idx="4">
                  <c:v>44317</c:v>
                </c:pt>
                <c:pt idx="5">
                  <c:v>44348</c:v>
                </c:pt>
                <c:pt idx="6">
                  <c:v>44378</c:v>
                </c:pt>
                <c:pt idx="7">
                  <c:v>44409</c:v>
                </c:pt>
                <c:pt idx="8">
                  <c:v>44440</c:v>
                </c:pt>
                <c:pt idx="9">
                  <c:v>44470</c:v>
                </c:pt>
                <c:pt idx="10">
                  <c:v>44501</c:v>
                </c:pt>
                <c:pt idx="11">
                  <c:v>44531</c:v>
                </c:pt>
                <c:pt idx="12">
                  <c:v>44562</c:v>
                </c:pt>
                <c:pt idx="13">
                  <c:v>44593</c:v>
                </c:pt>
                <c:pt idx="14">
                  <c:v>44621</c:v>
                </c:pt>
                <c:pt idx="15">
                  <c:v>44652</c:v>
                </c:pt>
                <c:pt idx="16">
                  <c:v>44682</c:v>
                </c:pt>
                <c:pt idx="17">
                  <c:v>44713</c:v>
                </c:pt>
                <c:pt idx="18">
                  <c:v>44743</c:v>
                </c:pt>
                <c:pt idx="19">
                  <c:v>44774</c:v>
                </c:pt>
                <c:pt idx="20">
                  <c:v>44805</c:v>
                </c:pt>
                <c:pt idx="21">
                  <c:v>44835</c:v>
                </c:pt>
                <c:pt idx="22">
                  <c:v>44866</c:v>
                </c:pt>
                <c:pt idx="23">
                  <c:v>44896</c:v>
                </c:pt>
                <c:pt idx="24">
                  <c:v>44927</c:v>
                </c:pt>
                <c:pt idx="25">
                  <c:v>44958</c:v>
                </c:pt>
                <c:pt idx="26">
                  <c:v>44986</c:v>
                </c:pt>
                <c:pt idx="27">
                  <c:v>45017</c:v>
                </c:pt>
                <c:pt idx="28">
                  <c:v>45047</c:v>
                </c:pt>
                <c:pt idx="29">
                  <c:v>45078</c:v>
                </c:pt>
                <c:pt idx="30">
                  <c:v>45108</c:v>
                </c:pt>
                <c:pt idx="31">
                  <c:v>45139</c:v>
                </c:pt>
                <c:pt idx="32">
                  <c:v>45170</c:v>
                </c:pt>
                <c:pt idx="33">
                  <c:v>45200</c:v>
                </c:pt>
                <c:pt idx="34">
                  <c:v>45231</c:v>
                </c:pt>
                <c:pt idx="35">
                  <c:v>45261</c:v>
                </c:pt>
                <c:pt idx="36">
                  <c:v>45292</c:v>
                </c:pt>
                <c:pt idx="37">
                  <c:v>45323</c:v>
                </c:pt>
                <c:pt idx="38">
                  <c:v>45352</c:v>
                </c:pt>
                <c:pt idx="39">
                  <c:v>45383</c:v>
                </c:pt>
                <c:pt idx="40">
                  <c:v>45413</c:v>
                </c:pt>
                <c:pt idx="41">
                  <c:v>45444</c:v>
                </c:pt>
                <c:pt idx="42">
                  <c:v>45474</c:v>
                </c:pt>
                <c:pt idx="43">
                  <c:v>45505</c:v>
                </c:pt>
                <c:pt idx="44">
                  <c:v>45536</c:v>
                </c:pt>
                <c:pt idx="45">
                  <c:v>45566</c:v>
                </c:pt>
                <c:pt idx="46">
                  <c:v>45597</c:v>
                </c:pt>
                <c:pt idx="47">
                  <c:v>45627</c:v>
                </c:pt>
                <c:pt idx="48">
                  <c:v>45658</c:v>
                </c:pt>
                <c:pt idx="49">
                  <c:v>45689</c:v>
                </c:pt>
                <c:pt idx="50">
                  <c:v>45717</c:v>
                </c:pt>
                <c:pt idx="51">
                  <c:v>45748</c:v>
                </c:pt>
                <c:pt idx="52">
                  <c:v>45778</c:v>
                </c:pt>
                <c:pt idx="53">
                  <c:v>45809</c:v>
                </c:pt>
                <c:pt idx="54">
                  <c:v>45839</c:v>
                </c:pt>
                <c:pt idx="55">
                  <c:v>45870</c:v>
                </c:pt>
                <c:pt idx="56">
                  <c:v>45901</c:v>
                </c:pt>
                <c:pt idx="57">
                  <c:v>45931</c:v>
                </c:pt>
                <c:pt idx="58">
                  <c:v>45962</c:v>
                </c:pt>
                <c:pt idx="59">
                  <c:v>45992</c:v>
                </c:pt>
                <c:pt idx="60">
                  <c:v>46023</c:v>
                </c:pt>
              </c:numCache>
            </c:numRef>
          </c:cat>
          <c:val>
            <c:numRef>
              <c:f>'Planilha1 (2)'!$L$115:$L$175</c:f>
              <c:numCache>
                <c:formatCode>0.00%</c:formatCode>
                <c:ptCount val="61"/>
                <c:pt idx="0">
                  <c:v>4.4200000000000003E-2</c:v>
                </c:pt>
                <c:pt idx="1">
                  <c:v>4.4200000000000003E-2</c:v>
                </c:pt>
                <c:pt idx="2">
                  <c:v>4.4200000000000003E-2</c:v>
                </c:pt>
                <c:pt idx="3">
                  <c:v>4.4200000000000003E-2</c:v>
                </c:pt>
                <c:pt idx="4">
                  <c:v>4.4200000000000003E-2</c:v>
                </c:pt>
                <c:pt idx="5">
                  <c:v>4.4200000000000003E-2</c:v>
                </c:pt>
                <c:pt idx="6">
                  <c:v>4.4200000000000003E-2</c:v>
                </c:pt>
                <c:pt idx="7">
                  <c:v>4.4200000000000003E-2</c:v>
                </c:pt>
                <c:pt idx="8">
                  <c:v>4.4200000000000003E-2</c:v>
                </c:pt>
                <c:pt idx="9">
                  <c:v>4.4200000000000003E-2</c:v>
                </c:pt>
                <c:pt idx="10">
                  <c:v>4.4200000000000003E-2</c:v>
                </c:pt>
                <c:pt idx="11">
                  <c:v>4.4200000000000003E-2</c:v>
                </c:pt>
                <c:pt idx="12" formatCode="0.0%">
                  <c:v>0.14699999999999999</c:v>
                </c:pt>
                <c:pt idx="13" formatCode="0.0%">
                  <c:v>0.14699999999999999</c:v>
                </c:pt>
                <c:pt idx="14" formatCode="0.0%">
                  <c:v>0.14699999999999999</c:v>
                </c:pt>
                <c:pt idx="15" formatCode="0.0%">
                  <c:v>0.14699999999999999</c:v>
                </c:pt>
                <c:pt idx="16" formatCode="0.0%">
                  <c:v>0.14699999999999999</c:v>
                </c:pt>
                <c:pt idx="17" formatCode="0.0%">
                  <c:v>0.14699999999999999</c:v>
                </c:pt>
                <c:pt idx="18" formatCode="0.0%">
                  <c:v>0.14699999999999999</c:v>
                </c:pt>
                <c:pt idx="19" formatCode="0.0%">
                  <c:v>0.14699999999999999</c:v>
                </c:pt>
                <c:pt idx="20" formatCode="0.0%">
                  <c:v>0.14699999999999999</c:v>
                </c:pt>
                <c:pt idx="21" formatCode="0.0%">
                  <c:v>0.14699999999999999</c:v>
                </c:pt>
                <c:pt idx="22" formatCode="0.0%">
                  <c:v>0.14699999999999999</c:v>
                </c:pt>
                <c:pt idx="23" formatCode="0.0%">
                  <c:v>0.14699999999999999</c:v>
                </c:pt>
                <c:pt idx="24">
                  <c:v>0.21089999999999998</c:v>
                </c:pt>
                <c:pt idx="25">
                  <c:v>0.2109</c:v>
                </c:pt>
                <c:pt idx="26">
                  <c:v>0.2109</c:v>
                </c:pt>
                <c:pt idx="27">
                  <c:v>0.2109</c:v>
                </c:pt>
                <c:pt idx="28">
                  <c:v>0.2109</c:v>
                </c:pt>
                <c:pt idx="29">
                  <c:v>0.2109</c:v>
                </c:pt>
                <c:pt idx="30">
                  <c:v>0.2109</c:v>
                </c:pt>
                <c:pt idx="31">
                  <c:v>0.2109</c:v>
                </c:pt>
                <c:pt idx="32">
                  <c:v>0.2109</c:v>
                </c:pt>
                <c:pt idx="33">
                  <c:v>0.2109</c:v>
                </c:pt>
                <c:pt idx="34">
                  <c:v>0.2109</c:v>
                </c:pt>
                <c:pt idx="35">
                  <c:v>0.2109</c:v>
                </c:pt>
                <c:pt idx="36">
                  <c:v>0.27060000000000001</c:v>
                </c:pt>
                <c:pt idx="37">
                  <c:v>0.27060000000000001</c:v>
                </c:pt>
                <c:pt idx="38">
                  <c:v>0.27060000000000001</c:v>
                </c:pt>
                <c:pt idx="39">
                  <c:v>0.27060000000000001</c:v>
                </c:pt>
                <c:pt idx="40">
                  <c:v>0.27060000000000001</c:v>
                </c:pt>
                <c:pt idx="41">
                  <c:v>0.27060000000000001</c:v>
                </c:pt>
                <c:pt idx="42">
                  <c:v>0.27060000000000001</c:v>
                </c:pt>
                <c:pt idx="43">
                  <c:v>0.27060000000000001</c:v>
                </c:pt>
                <c:pt idx="44">
                  <c:v>0.27060000000000001</c:v>
                </c:pt>
                <c:pt idx="45">
                  <c:v>0.27060000000000001</c:v>
                </c:pt>
                <c:pt idx="46">
                  <c:v>0.27060000000000001</c:v>
                </c:pt>
                <c:pt idx="47">
                  <c:v>0.27060000000000001</c:v>
                </c:pt>
                <c:pt idx="48">
                  <c:v>0.33479999999999999</c:v>
                </c:pt>
                <c:pt idx="49">
                  <c:v>0.33479999999999999</c:v>
                </c:pt>
                <c:pt idx="50">
                  <c:v>0.33479999999999999</c:v>
                </c:pt>
                <c:pt idx="51">
                  <c:v>0.33479999999999999</c:v>
                </c:pt>
                <c:pt idx="52">
                  <c:v>0.33479999999999999</c:v>
                </c:pt>
                <c:pt idx="53">
                  <c:v>0.33479999999999999</c:v>
                </c:pt>
                <c:pt idx="54">
                  <c:v>0.33479999999999999</c:v>
                </c:pt>
                <c:pt idx="55">
                  <c:v>0.33479999999999999</c:v>
                </c:pt>
                <c:pt idx="56">
                  <c:v>0.33479999999999999</c:v>
                </c:pt>
                <c:pt idx="57">
                  <c:v>0.33479999999999999</c:v>
                </c:pt>
                <c:pt idx="58">
                  <c:v>0.33479999999999999</c:v>
                </c:pt>
                <c:pt idx="59">
                  <c:v>0.33479999999999999</c:v>
                </c:pt>
                <c:pt idx="60">
                  <c:v>0.3911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4F-4470-AA2E-94C5BCB44AB6}"/>
            </c:ext>
          </c:extLst>
        </c:ser>
        <c:ser>
          <c:idx val="2"/>
          <c:order val="2"/>
          <c:tx>
            <c:strRef>
              <c:f>'Planilha1 (2)'!$M$114</c:f>
              <c:strCache>
                <c:ptCount val="1"/>
                <c:pt idx="0">
                  <c:v>Dissídio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'Planilha1 (2)'!$J$115:$J$175</c:f>
              <c:numCache>
                <c:formatCode>mmm\-yy</c:formatCode>
                <c:ptCount val="61"/>
                <c:pt idx="0">
                  <c:v>44197</c:v>
                </c:pt>
                <c:pt idx="1">
                  <c:v>44228</c:v>
                </c:pt>
                <c:pt idx="2">
                  <c:v>44256</c:v>
                </c:pt>
                <c:pt idx="3">
                  <c:v>44287</c:v>
                </c:pt>
                <c:pt idx="4">
                  <c:v>44317</c:v>
                </c:pt>
                <c:pt idx="5">
                  <c:v>44348</c:v>
                </c:pt>
                <c:pt idx="6">
                  <c:v>44378</c:v>
                </c:pt>
                <c:pt idx="7">
                  <c:v>44409</c:v>
                </c:pt>
                <c:pt idx="8">
                  <c:v>44440</c:v>
                </c:pt>
                <c:pt idx="9">
                  <c:v>44470</c:v>
                </c:pt>
                <c:pt idx="10">
                  <c:v>44501</c:v>
                </c:pt>
                <c:pt idx="11">
                  <c:v>44531</c:v>
                </c:pt>
                <c:pt idx="12">
                  <c:v>44562</c:v>
                </c:pt>
                <c:pt idx="13">
                  <c:v>44593</c:v>
                </c:pt>
                <c:pt idx="14">
                  <c:v>44621</c:v>
                </c:pt>
                <c:pt idx="15">
                  <c:v>44652</c:v>
                </c:pt>
                <c:pt idx="16">
                  <c:v>44682</c:v>
                </c:pt>
                <c:pt idx="17">
                  <c:v>44713</c:v>
                </c:pt>
                <c:pt idx="18">
                  <c:v>44743</c:v>
                </c:pt>
                <c:pt idx="19">
                  <c:v>44774</c:v>
                </c:pt>
                <c:pt idx="20">
                  <c:v>44805</c:v>
                </c:pt>
                <c:pt idx="21">
                  <c:v>44835</c:v>
                </c:pt>
                <c:pt idx="22">
                  <c:v>44866</c:v>
                </c:pt>
                <c:pt idx="23">
                  <c:v>44896</c:v>
                </c:pt>
                <c:pt idx="24">
                  <c:v>44927</c:v>
                </c:pt>
                <c:pt idx="25">
                  <c:v>44958</c:v>
                </c:pt>
                <c:pt idx="26">
                  <c:v>44986</c:v>
                </c:pt>
                <c:pt idx="27">
                  <c:v>45017</c:v>
                </c:pt>
                <c:pt idx="28">
                  <c:v>45047</c:v>
                </c:pt>
                <c:pt idx="29">
                  <c:v>45078</c:v>
                </c:pt>
                <c:pt idx="30">
                  <c:v>45108</c:v>
                </c:pt>
                <c:pt idx="31">
                  <c:v>45139</c:v>
                </c:pt>
                <c:pt idx="32">
                  <c:v>45170</c:v>
                </c:pt>
                <c:pt idx="33">
                  <c:v>45200</c:v>
                </c:pt>
                <c:pt idx="34">
                  <c:v>45231</c:v>
                </c:pt>
                <c:pt idx="35">
                  <c:v>45261</c:v>
                </c:pt>
                <c:pt idx="36">
                  <c:v>45292</c:v>
                </c:pt>
                <c:pt idx="37">
                  <c:v>45323</c:v>
                </c:pt>
                <c:pt idx="38">
                  <c:v>45352</c:v>
                </c:pt>
                <c:pt idx="39">
                  <c:v>45383</c:v>
                </c:pt>
                <c:pt idx="40">
                  <c:v>45413</c:v>
                </c:pt>
                <c:pt idx="41">
                  <c:v>45444</c:v>
                </c:pt>
                <c:pt idx="42">
                  <c:v>45474</c:v>
                </c:pt>
                <c:pt idx="43">
                  <c:v>45505</c:v>
                </c:pt>
                <c:pt idx="44">
                  <c:v>45536</c:v>
                </c:pt>
                <c:pt idx="45">
                  <c:v>45566</c:v>
                </c:pt>
                <c:pt idx="46">
                  <c:v>45597</c:v>
                </c:pt>
                <c:pt idx="47">
                  <c:v>45627</c:v>
                </c:pt>
                <c:pt idx="48">
                  <c:v>45658</c:v>
                </c:pt>
                <c:pt idx="49">
                  <c:v>45689</c:v>
                </c:pt>
                <c:pt idx="50">
                  <c:v>45717</c:v>
                </c:pt>
                <c:pt idx="51">
                  <c:v>45748</c:v>
                </c:pt>
                <c:pt idx="52">
                  <c:v>45778</c:v>
                </c:pt>
                <c:pt idx="53">
                  <c:v>45809</c:v>
                </c:pt>
                <c:pt idx="54">
                  <c:v>45839</c:v>
                </c:pt>
                <c:pt idx="55">
                  <c:v>45870</c:v>
                </c:pt>
                <c:pt idx="56">
                  <c:v>45901</c:v>
                </c:pt>
                <c:pt idx="57">
                  <c:v>45931</c:v>
                </c:pt>
                <c:pt idx="58">
                  <c:v>45962</c:v>
                </c:pt>
                <c:pt idx="59">
                  <c:v>45992</c:v>
                </c:pt>
                <c:pt idx="60">
                  <c:v>46023</c:v>
                </c:pt>
              </c:numCache>
            </c:numRef>
          </c:cat>
          <c:val>
            <c:numRef>
              <c:f>'Planilha1 (2)'!$M$115:$M$175</c:f>
              <c:numCache>
                <c:formatCode>0.00%</c:formatCode>
                <c:ptCount val="61"/>
                <c:pt idx="0">
                  <c:v>4.3099999999999999E-2</c:v>
                </c:pt>
                <c:pt idx="1">
                  <c:v>4.3099999999999999E-2</c:v>
                </c:pt>
                <c:pt idx="2">
                  <c:v>4.3099999999999999E-2</c:v>
                </c:pt>
                <c:pt idx="3">
                  <c:v>4.3099999999999999E-2</c:v>
                </c:pt>
                <c:pt idx="4">
                  <c:v>4.3099999999999999E-2</c:v>
                </c:pt>
                <c:pt idx="5">
                  <c:v>4.3099999999999999E-2</c:v>
                </c:pt>
                <c:pt idx="6">
                  <c:v>4.3099999999999999E-2</c:v>
                </c:pt>
                <c:pt idx="7">
                  <c:v>4.3099999999999999E-2</c:v>
                </c:pt>
                <c:pt idx="8">
                  <c:v>4.3099999999999999E-2</c:v>
                </c:pt>
                <c:pt idx="9">
                  <c:v>4.3099999999999999E-2</c:v>
                </c:pt>
                <c:pt idx="10">
                  <c:v>4.3099999999999999E-2</c:v>
                </c:pt>
                <c:pt idx="11">
                  <c:v>4.3099999999999999E-2</c:v>
                </c:pt>
                <c:pt idx="12">
                  <c:v>0.14810000000000001</c:v>
                </c:pt>
                <c:pt idx="13">
                  <c:v>0.14810000000000001</c:v>
                </c:pt>
                <c:pt idx="14">
                  <c:v>0.14810000000000001</c:v>
                </c:pt>
                <c:pt idx="15">
                  <c:v>0.14810000000000001</c:v>
                </c:pt>
                <c:pt idx="16">
                  <c:v>0.14810000000000001</c:v>
                </c:pt>
                <c:pt idx="17">
                  <c:v>0.14810000000000001</c:v>
                </c:pt>
                <c:pt idx="18">
                  <c:v>0.14810000000000001</c:v>
                </c:pt>
                <c:pt idx="19">
                  <c:v>0.14810000000000001</c:v>
                </c:pt>
                <c:pt idx="20">
                  <c:v>0.14810000000000001</c:v>
                </c:pt>
                <c:pt idx="21">
                  <c:v>0.14810000000000001</c:v>
                </c:pt>
                <c:pt idx="22">
                  <c:v>0.14810000000000001</c:v>
                </c:pt>
                <c:pt idx="23">
                  <c:v>0.14810000000000001</c:v>
                </c:pt>
                <c:pt idx="24">
                  <c:v>0.21810000000000002</c:v>
                </c:pt>
                <c:pt idx="25">
                  <c:v>0.21809999999999999</c:v>
                </c:pt>
                <c:pt idx="26">
                  <c:v>0.21809999999999999</c:v>
                </c:pt>
                <c:pt idx="27">
                  <c:v>0.21809999999999999</c:v>
                </c:pt>
                <c:pt idx="28">
                  <c:v>0.21809999999999999</c:v>
                </c:pt>
                <c:pt idx="29">
                  <c:v>0.21809999999999999</c:v>
                </c:pt>
                <c:pt idx="30">
                  <c:v>0.21809999999999999</c:v>
                </c:pt>
                <c:pt idx="31">
                  <c:v>0.21809999999999999</c:v>
                </c:pt>
                <c:pt idx="32">
                  <c:v>0.21809999999999999</c:v>
                </c:pt>
                <c:pt idx="33">
                  <c:v>0.21809999999999999</c:v>
                </c:pt>
                <c:pt idx="34">
                  <c:v>0.21809999999999999</c:v>
                </c:pt>
                <c:pt idx="35">
                  <c:v>0.21809999999999999</c:v>
                </c:pt>
                <c:pt idx="36">
                  <c:v>0.2913</c:v>
                </c:pt>
                <c:pt idx="37">
                  <c:v>0.2913</c:v>
                </c:pt>
                <c:pt idx="38">
                  <c:v>0.2913</c:v>
                </c:pt>
                <c:pt idx="39">
                  <c:v>0.2913</c:v>
                </c:pt>
                <c:pt idx="40">
                  <c:v>0.2913</c:v>
                </c:pt>
                <c:pt idx="41">
                  <c:v>0.2913</c:v>
                </c:pt>
                <c:pt idx="42">
                  <c:v>0.2913</c:v>
                </c:pt>
                <c:pt idx="43">
                  <c:v>0.2913</c:v>
                </c:pt>
                <c:pt idx="44">
                  <c:v>0.2913</c:v>
                </c:pt>
                <c:pt idx="45">
                  <c:v>0.2913</c:v>
                </c:pt>
                <c:pt idx="46">
                  <c:v>0.2913</c:v>
                </c:pt>
                <c:pt idx="47">
                  <c:v>0.2913</c:v>
                </c:pt>
                <c:pt idx="48">
                  <c:v>0.37130000000000002</c:v>
                </c:pt>
                <c:pt idx="49">
                  <c:v>0.37130000000000002</c:v>
                </c:pt>
                <c:pt idx="50">
                  <c:v>0.37130000000000002</c:v>
                </c:pt>
                <c:pt idx="51">
                  <c:v>0.37130000000000002</c:v>
                </c:pt>
                <c:pt idx="52">
                  <c:v>0.37130000000000002</c:v>
                </c:pt>
                <c:pt idx="53">
                  <c:v>0.37130000000000002</c:v>
                </c:pt>
                <c:pt idx="54">
                  <c:v>0.37130000000000002</c:v>
                </c:pt>
                <c:pt idx="55">
                  <c:v>0.37130000000000002</c:v>
                </c:pt>
                <c:pt idx="56">
                  <c:v>0.37130000000000002</c:v>
                </c:pt>
                <c:pt idx="57">
                  <c:v>0.37130000000000002</c:v>
                </c:pt>
                <c:pt idx="58">
                  <c:v>0.37130000000000002</c:v>
                </c:pt>
                <c:pt idx="59">
                  <c:v>0.37130000000000002</c:v>
                </c:pt>
                <c:pt idx="60">
                  <c:v>0.44130000000000003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F4F-4470-AA2E-94C5BCB44AB6}"/>
            </c:ext>
          </c:extLst>
        </c:ser>
        <c:ser>
          <c:idx val="3"/>
          <c:order val="3"/>
          <c:tx>
            <c:strRef>
              <c:f>'Planilha1 (2)'!$N$114</c:f>
              <c:strCache>
                <c:ptCount val="1"/>
                <c:pt idx="0">
                  <c:v>Correção Contrato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'Planilha1 (2)'!$J$115:$J$175</c:f>
              <c:numCache>
                <c:formatCode>mmm\-yy</c:formatCode>
                <c:ptCount val="61"/>
                <c:pt idx="0">
                  <c:v>44197</c:v>
                </c:pt>
                <c:pt idx="1">
                  <c:v>44228</c:v>
                </c:pt>
                <c:pt idx="2">
                  <c:v>44256</c:v>
                </c:pt>
                <c:pt idx="3">
                  <c:v>44287</c:v>
                </c:pt>
                <c:pt idx="4">
                  <c:v>44317</c:v>
                </c:pt>
                <c:pt idx="5">
                  <c:v>44348</c:v>
                </c:pt>
                <c:pt idx="6">
                  <c:v>44378</c:v>
                </c:pt>
                <c:pt idx="7">
                  <c:v>44409</c:v>
                </c:pt>
                <c:pt idx="8">
                  <c:v>44440</c:v>
                </c:pt>
                <c:pt idx="9">
                  <c:v>44470</c:v>
                </c:pt>
                <c:pt idx="10">
                  <c:v>44501</c:v>
                </c:pt>
                <c:pt idx="11">
                  <c:v>44531</c:v>
                </c:pt>
                <c:pt idx="12">
                  <c:v>44562</c:v>
                </c:pt>
                <c:pt idx="13">
                  <c:v>44593</c:v>
                </c:pt>
                <c:pt idx="14">
                  <c:v>44621</c:v>
                </c:pt>
                <c:pt idx="15">
                  <c:v>44652</c:v>
                </c:pt>
                <c:pt idx="16">
                  <c:v>44682</c:v>
                </c:pt>
                <c:pt idx="17">
                  <c:v>44713</c:v>
                </c:pt>
                <c:pt idx="18">
                  <c:v>44743</c:v>
                </c:pt>
                <c:pt idx="19">
                  <c:v>44774</c:v>
                </c:pt>
                <c:pt idx="20">
                  <c:v>44805</c:v>
                </c:pt>
                <c:pt idx="21">
                  <c:v>44835</c:v>
                </c:pt>
                <c:pt idx="22">
                  <c:v>44866</c:v>
                </c:pt>
                <c:pt idx="23">
                  <c:v>44896</c:v>
                </c:pt>
                <c:pt idx="24">
                  <c:v>44927</c:v>
                </c:pt>
                <c:pt idx="25">
                  <c:v>44958</c:v>
                </c:pt>
                <c:pt idx="26">
                  <c:v>44986</c:v>
                </c:pt>
                <c:pt idx="27">
                  <c:v>45017</c:v>
                </c:pt>
                <c:pt idx="28">
                  <c:v>45047</c:v>
                </c:pt>
                <c:pt idx="29">
                  <c:v>45078</c:v>
                </c:pt>
                <c:pt idx="30">
                  <c:v>45108</c:v>
                </c:pt>
                <c:pt idx="31">
                  <c:v>45139</c:v>
                </c:pt>
                <c:pt idx="32">
                  <c:v>45170</c:v>
                </c:pt>
                <c:pt idx="33">
                  <c:v>45200</c:v>
                </c:pt>
                <c:pt idx="34">
                  <c:v>45231</c:v>
                </c:pt>
                <c:pt idx="35">
                  <c:v>45261</c:v>
                </c:pt>
                <c:pt idx="36">
                  <c:v>45292</c:v>
                </c:pt>
                <c:pt idx="37">
                  <c:v>45323</c:v>
                </c:pt>
                <c:pt idx="38">
                  <c:v>45352</c:v>
                </c:pt>
                <c:pt idx="39">
                  <c:v>45383</c:v>
                </c:pt>
                <c:pt idx="40">
                  <c:v>45413</c:v>
                </c:pt>
                <c:pt idx="41">
                  <c:v>45444</c:v>
                </c:pt>
                <c:pt idx="42">
                  <c:v>45474</c:v>
                </c:pt>
                <c:pt idx="43">
                  <c:v>45505</c:v>
                </c:pt>
                <c:pt idx="44">
                  <c:v>45536</c:v>
                </c:pt>
                <c:pt idx="45">
                  <c:v>45566</c:v>
                </c:pt>
                <c:pt idx="46">
                  <c:v>45597</c:v>
                </c:pt>
                <c:pt idx="47">
                  <c:v>45627</c:v>
                </c:pt>
                <c:pt idx="48">
                  <c:v>45658</c:v>
                </c:pt>
                <c:pt idx="49">
                  <c:v>45689</c:v>
                </c:pt>
                <c:pt idx="50">
                  <c:v>45717</c:v>
                </c:pt>
                <c:pt idx="51">
                  <c:v>45748</c:v>
                </c:pt>
                <c:pt idx="52">
                  <c:v>45778</c:v>
                </c:pt>
                <c:pt idx="53">
                  <c:v>45809</c:v>
                </c:pt>
                <c:pt idx="54">
                  <c:v>45839</c:v>
                </c:pt>
                <c:pt idx="55">
                  <c:v>45870</c:v>
                </c:pt>
                <c:pt idx="56">
                  <c:v>45901</c:v>
                </c:pt>
                <c:pt idx="57">
                  <c:v>45931</c:v>
                </c:pt>
                <c:pt idx="58">
                  <c:v>45962</c:v>
                </c:pt>
                <c:pt idx="59">
                  <c:v>45992</c:v>
                </c:pt>
                <c:pt idx="60">
                  <c:v>46023</c:v>
                </c:pt>
              </c:numCache>
            </c:numRef>
          </c:cat>
          <c:val>
            <c:numRef>
              <c:f>'Planilha1 (2)'!$N$115:$N$175</c:f>
              <c:numCache>
                <c:formatCode>0.00%</c:formatCode>
                <c:ptCount val="61"/>
                <c:pt idx="0">
                  <c:v>0.01</c:v>
                </c:pt>
                <c:pt idx="1">
                  <c:v>0.01</c:v>
                </c:pt>
                <c:pt idx="2">
                  <c:v>0.01</c:v>
                </c:pt>
                <c:pt idx="3">
                  <c:v>0.01</c:v>
                </c:pt>
                <c:pt idx="4">
                  <c:v>0.01</c:v>
                </c:pt>
                <c:pt idx="5">
                  <c:v>0.01</c:v>
                </c:pt>
                <c:pt idx="6">
                  <c:v>0.01</c:v>
                </c:pt>
                <c:pt idx="7">
                  <c:v>0.01</c:v>
                </c:pt>
                <c:pt idx="8">
                  <c:v>0.01</c:v>
                </c:pt>
                <c:pt idx="9">
                  <c:v>0.01</c:v>
                </c:pt>
                <c:pt idx="10">
                  <c:v>0.01</c:v>
                </c:pt>
                <c:pt idx="11">
                  <c:v>0.01</c:v>
                </c:pt>
                <c:pt idx="12">
                  <c:v>5.0099999999999999E-2</c:v>
                </c:pt>
                <c:pt idx="13">
                  <c:v>5.0099999999999999E-2</c:v>
                </c:pt>
                <c:pt idx="14">
                  <c:v>5.0099999999999999E-2</c:v>
                </c:pt>
                <c:pt idx="15">
                  <c:v>5.0099999999999999E-2</c:v>
                </c:pt>
                <c:pt idx="16">
                  <c:v>5.0099999999999999E-2</c:v>
                </c:pt>
                <c:pt idx="17">
                  <c:v>5.0099999999999999E-2</c:v>
                </c:pt>
                <c:pt idx="18">
                  <c:v>5.0099999999999999E-2</c:v>
                </c:pt>
                <c:pt idx="19">
                  <c:v>5.0099999999999999E-2</c:v>
                </c:pt>
                <c:pt idx="20">
                  <c:v>5.0099999999999999E-2</c:v>
                </c:pt>
                <c:pt idx="21">
                  <c:v>5.0099999999999999E-2</c:v>
                </c:pt>
                <c:pt idx="22">
                  <c:v>5.0099999999999999E-2</c:v>
                </c:pt>
                <c:pt idx="23">
                  <c:v>5.0099999999999999E-2</c:v>
                </c:pt>
                <c:pt idx="24">
                  <c:v>5.0099999999999999E-2</c:v>
                </c:pt>
                <c:pt idx="25">
                  <c:v>5.0099999999999999E-2</c:v>
                </c:pt>
                <c:pt idx="26">
                  <c:v>5.0099999999999999E-2</c:v>
                </c:pt>
                <c:pt idx="27">
                  <c:v>5.0099999999999999E-2</c:v>
                </c:pt>
                <c:pt idx="28">
                  <c:v>5.0099999999999999E-2</c:v>
                </c:pt>
                <c:pt idx="29">
                  <c:v>5.0099999999999999E-2</c:v>
                </c:pt>
                <c:pt idx="30">
                  <c:v>5.0099999999999999E-2</c:v>
                </c:pt>
                <c:pt idx="31">
                  <c:v>5.0099999999999999E-2</c:v>
                </c:pt>
                <c:pt idx="32">
                  <c:v>5.0099999999999999E-2</c:v>
                </c:pt>
                <c:pt idx="33">
                  <c:v>5.0099999999999999E-2</c:v>
                </c:pt>
                <c:pt idx="34">
                  <c:v>5.0099999999999999E-2</c:v>
                </c:pt>
                <c:pt idx="35">
                  <c:v>5.0099999999999999E-2</c:v>
                </c:pt>
                <c:pt idx="36">
                  <c:v>5.0099999999999999E-2</c:v>
                </c:pt>
                <c:pt idx="37">
                  <c:v>5.0099999999999999E-2</c:v>
                </c:pt>
                <c:pt idx="38">
                  <c:v>5.0099999999999999E-2</c:v>
                </c:pt>
                <c:pt idx="39">
                  <c:v>5.0099999999999999E-2</c:v>
                </c:pt>
                <c:pt idx="40">
                  <c:v>5.0099999999999999E-2</c:v>
                </c:pt>
                <c:pt idx="41">
                  <c:v>5.0099999999999999E-2</c:v>
                </c:pt>
                <c:pt idx="42">
                  <c:v>5.0099999999999999E-2</c:v>
                </c:pt>
                <c:pt idx="43">
                  <c:v>5.0099999999999999E-2</c:v>
                </c:pt>
                <c:pt idx="44">
                  <c:v>5.0099999999999999E-2</c:v>
                </c:pt>
                <c:pt idx="45">
                  <c:v>5.0099999999999999E-2</c:v>
                </c:pt>
                <c:pt idx="46">
                  <c:v>5.0099999999999999E-2</c:v>
                </c:pt>
                <c:pt idx="47">
                  <c:v>5.0099999999999999E-2</c:v>
                </c:pt>
                <c:pt idx="48">
                  <c:v>8.3400000000000002E-2</c:v>
                </c:pt>
                <c:pt idx="49">
                  <c:v>8.3400000000000002E-2</c:v>
                </c:pt>
                <c:pt idx="50">
                  <c:v>8.3400000000000002E-2</c:v>
                </c:pt>
                <c:pt idx="51">
                  <c:v>8.3400000000000002E-2</c:v>
                </c:pt>
                <c:pt idx="52">
                  <c:v>8.3400000000000002E-2</c:v>
                </c:pt>
                <c:pt idx="53">
                  <c:v>8.3400000000000002E-2</c:v>
                </c:pt>
                <c:pt idx="54">
                  <c:v>8.3400000000000002E-2</c:v>
                </c:pt>
                <c:pt idx="55">
                  <c:v>8.3400000000000002E-2</c:v>
                </c:pt>
                <c:pt idx="56">
                  <c:v>8.3400000000000002E-2</c:v>
                </c:pt>
                <c:pt idx="57">
                  <c:v>8.3400000000000002E-2</c:v>
                </c:pt>
                <c:pt idx="58">
                  <c:v>8.3400000000000002E-2</c:v>
                </c:pt>
                <c:pt idx="59">
                  <c:v>8.3400000000000002E-2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F4F-4470-AA2E-94C5BCB44A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89842495"/>
        <c:axId val="889846815"/>
      </c:lineChart>
      <c:dateAx>
        <c:axId val="889842495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89846815"/>
        <c:crosses val="autoZero"/>
        <c:auto val="1"/>
        <c:lblOffset val="100"/>
        <c:baseTimeUnit val="months"/>
      </c:dateAx>
      <c:valAx>
        <c:axId val="8898468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898424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04430379746836"/>
          <c:y val="0.14402375649591687"/>
          <c:w val="0.75870253164556967"/>
          <c:h val="0.71195248700816627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6F8DB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30E8-4A6F-A548-CA6C7CBBC2D7}"/>
              </c:ext>
            </c:extLst>
          </c:dPt>
          <c:dPt>
            <c:idx val="1"/>
            <c:bubble3D val="0"/>
            <c:spPr>
              <a:solidFill>
                <a:srgbClr val="4C6C9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0E8-4A6F-A548-CA6C7CBBC2D7}"/>
              </c:ext>
            </c:extLst>
          </c:dPt>
          <c:dPt>
            <c:idx val="2"/>
            <c:bubble3D val="0"/>
            <c:spPr>
              <a:solidFill>
                <a:srgbClr val="FBBC7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30E8-4A6F-A548-CA6C7CBBC2D7}"/>
              </c:ext>
            </c:extLst>
          </c:dPt>
          <c:dPt>
            <c:idx val="3"/>
            <c:bubble3D val="0"/>
            <c:spPr>
              <a:solidFill>
                <a:srgbClr val="0008B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30E8-4A6F-A548-CA6C7CBBC2D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30E8-4A6F-A548-CA6C7CBBC2D7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30E8-4A6F-A548-CA6C7CBBC2D7}"/>
              </c:ext>
            </c:extLst>
          </c:dPt>
          <c:dPt>
            <c:idx val="6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30E8-4A6F-A548-CA6C7CBBC2D7}"/>
              </c:ext>
            </c:extLst>
          </c:dPt>
          <c:dPt>
            <c:idx val="7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30E8-4A6F-A548-CA6C7CBBC2D7}"/>
              </c:ext>
            </c:extLst>
          </c:dPt>
          <c:dPt>
            <c:idx val="8"/>
            <c:bubble3D val="0"/>
            <c:spPr>
              <a:solidFill>
                <a:srgbClr val="C3CFE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30E8-4A6F-A548-CA6C7CBBC2D7}"/>
              </c:ext>
            </c:extLst>
          </c:dPt>
          <c:dLbls>
            <c:dLbl>
              <c:idx val="0"/>
              <c:layout>
                <c:manualLayout>
                  <c:x val="1.8987341772151899E-2"/>
                  <c:y val="-1.7817371937639197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0E8-4A6F-A548-CA6C7CBBC2D7}"/>
                </c:ext>
              </c:extLst>
            </c:dLbl>
            <c:dLbl>
              <c:idx val="1"/>
              <c:layout>
                <c:manualLayout>
                  <c:x val="1.8987341772151899E-2"/>
                  <c:y val="1.3363028953229399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30E8-4A6F-A548-CA6C7CBBC2D7}"/>
                </c:ext>
              </c:extLst>
            </c:dLbl>
            <c:dLbl>
              <c:idx val="2"/>
              <c:layout>
                <c:manualLayout>
                  <c:x val="-1.0284810126582278E-2"/>
                  <c:y val="3.4149962880475129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0E8-4A6F-A548-CA6C7CBBC2D7}"/>
                </c:ext>
              </c:extLst>
            </c:dLbl>
            <c:dLbl>
              <c:idx val="5"/>
              <c:layout>
                <c:manualLayout>
                  <c:x val="0"/>
                  <c:y val="-2.2271714922048997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30E8-4A6F-A548-CA6C7CBBC2D7}"/>
                </c:ext>
              </c:extLst>
            </c:dLbl>
            <c:dLbl>
              <c:idx val="6"/>
              <c:layout>
                <c:manualLayout>
                  <c:x val="-4.6677215189873417E-2"/>
                  <c:y val="-5.9391239792130658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30E8-4A6F-A548-CA6C7CBBC2D7}"/>
                </c:ext>
              </c:extLst>
            </c:dLbl>
            <c:dLbl>
              <c:idx val="7"/>
              <c:layout>
                <c:manualLayout>
                  <c:x val="-3.4810126582278479E-2"/>
                  <c:y val="-1.855976243504083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30E8-4A6F-A548-CA6C7CBBC2D7}"/>
                </c:ext>
              </c:extLst>
            </c:dLbl>
            <c:dLbl>
              <c:idx val="8"/>
              <c:layout>
                <c:manualLayout>
                  <c:x val="-1.4240506329113924E-2"/>
                  <c:y val="-3.0438010393466965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30E8-4A6F-A548-CA6C7CBBC2D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Sheet1!$A$1:$A$9</c:f>
              <c:numCache>
                <c:formatCode>General</c:formatCode>
                <c:ptCount val="9"/>
                <c:pt idx="0">
                  <c:v>27</c:v>
                </c:pt>
                <c:pt idx="1">
                  <c:v>19.28</c:v>
                </c:pt>
                <c:pt idx="2">
                  <c:v>15</c:v>
                </c:pt>
                <c:pt idx="3">
                  <c:v>4</c:v>
                </c:pt>
                <c:pt idx="4">
                  <c:v>2</c:v>
                </c:pt>
                <c:pt idx="5">
                  <c:v>6.2700000000000005</c:v>
                </c:pt>
                <c:pt idx="6">
                  <c:v>5</c:v>
                </c:pt>
                <c:pt idx="7">
                  <c:v>7.0000000000000009</c:v>
                </c:pt>
                <c:pt idx="8">
                  <c:v>14.12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30E8-4A6F-A548-CA6C7CBBC2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3978494623655914E-2"/>
          <c:y val="4.4788975021533159E-2"/>
          <c:w val="0.97204301075268817"/>
          <c:h val="0.9104220499569336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C6C9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2E6D-473D-9ECE-A193D57C3153}"/>
              </c:ext>
            </c:extLst>
          </c:dPt>
          <c:dPt>
            <c:idx val="1"/>
            <c:invertIfNegative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E6D-473D-9ECE-A193D57C3153}"/>
              </c:ext>
            </c:extLst>
          </c:dPt>
          <c:dPt>
            <c:idx val="2"/>
            <c:invertIfNegative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2E6D-473D-9ECE-A193D57C3153}"/>
              </c:ext>
            </c:extLst>
          </c:dPt>
          <c:dPt>
            <c:idx val="8"/>
            <c:invertIfNegative val="0"/>
            <c:bubble3D val="0"/>
            <c:spPr>
              <a:solidFill>
                <a:srgbClr val="1932C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2E6D-473D-9ECE-A193D57C3153}"/>
              </c:ext>
            </c:extLst>
          </c:dPt>
          <c:dPt>
            <c:idx val="9"/>
            <c:invertIfNegative val="0"/>
            <c:bubble3D val="0"/>
            <c:spPr>
              <a:solidFill>
                <a:srgbClr val="1932C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2E6D-473D-9ECE-A193D57C3153}"/>
              </c:ext>
            </c:extLst>
          </c:dPt>
          <c:val>
            <c:numRef>
              <c:f>Sheet1!$A$1:$J$1</c:f>
              <c:numCache>
                <c:formatCode>General</c:formatCode>
                <c:ptCount val="10"/>
                <c:pt idx="0">
                  <c:v>6292820.3999999994</c:v>
                </c:pt>
                <c:pt idx="1">
                  <c:v>6292820.3999999994</c:v>
                </c:pt>
                <c:pt idx="2">
                  <c:v>7182998.7816787194</c:v>
                </c:pt>
                <c:pt idx="3">
                  <c:v>10654111.800000001</c:v>
                </c:pt>
                <c:pt idx="4">
                  <c:v>9427032.3300000001</c:v>
                </c:pt>
                <c:pt idx="5">
                  <c:v>8766381.120000001</c:v>
                </c:pt>
                <c:pt idx="6">
                  <c:v>7506000</c:v>
                </c:pt>
                <c:pt idx="7">
                  <c:v>6701239.5678665694</c:v>
                </c:pt>
                <c:pt idx="8">
                  <c:v>6681016.0800000001</c:v>
                </c:pt>
                <c:pt idx="9">
                  <c:v>5715738.91118271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E6D-473D-9ECE-A193D57C3153}"/>
            </c:ext>
          </c:extLst>
        </c:ser>
        <c:ser>
          <c:idx val="1"/>
          <c:order val="1"/>
          <c:spPr>
            <a:solidFill>
              <a:srgbClr val="364D6E"/>
            </a:solidFill>
            <a:ln>
              <a:noFill/>
            </a:ln>
          </c:spPr>
          <c:invertIfNegative val="0"/>
          <c:val>
            <c:numRef>
              <c:f>Sheet1!$A$2:$J$2</c:f>
              <c:numCache>
                <c:formatCode>General</c:formatCode>
                <c:ptCount val="10"/>
                <c:pt idx="1">
                  <c:v>-144354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E6D-473D-9ECE-A193D57C31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98213984"/>
        <c:axId val="1"/>
      </c:barChart>
      <c:catAx>
        <c:axId val="29821398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10654111.800000001"/>
          <c:min val="-144354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29821398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Shape 91">
            <a:extLst>
              <a:ext uri="{FF2B5EF4-FFF2-40B4-BE49-F238E27FC236}">
                <a16:creationId xmlns:a16="http://schemas.microsoft.com/office/drawing/2014/main" id="{9761F323-9A80-4F3B-99E2-6EC7D21B053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51" name="Shape 92">
            <a:extLst>
              <a:ext uri="{FF2B5EF4-FFF2-40B4-BE49-F238E27FC236}">
                <a16:creationId xmlns:a16="http://schemas.microsoft.com/office/drawing/2014/main" id="{031D9B9F-4A31-4898-86D0-E46217FDB25A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+mn-lt"/>
        <a:ea typeface="+mn-ea"/>
        <a:cs typeface="+mn-cs"/>
        <a:sym typeface="Calibri" panose="020F0502020204030204" pitchFamily="34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+mn-lt"/>
        <a:ea typeface="+mn-ea"/>
        <a:cs typeface="+mn-cs"/>
        <a:sym typeface="Calibri" panose="020F0502020204030204" pitchFamily="34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+mn-lt"/>
        <a:ea typeface="+mn-ea"/>
        <a:cs typeface="+mn-cs"/>
        <a:sym typeface="Calibri" panose="020F0502020204030204" pitchFamily="34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+mn-lt"/>
        <a:ea typeface="+mn-ea"/>
        <a:cs typeface="+mn-cs"/>
        <a:sym typeface="Calibri" panose="020F0502020204030204" pitchFamily="34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+mn-lt"/>
        <a:ea typeface="+mn-ea"/>
        <a:cs typeface="+mn-cs"/>
        <a:sym typeface="Calibri" panose="020F0502020204030204" pitchFamily="34" charset="0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9613F-3196-607F-EC63-C765FABA7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ço Reservado para Imagem de Slide 1">
            <a:extLst>
              <a:ext uri="{FF2B5EF4-FFF2-40B4-BE49-F238E27FC236}">
                <a16:creationId xmlns:a16="http://schemas.microsoft.com/office/drawing/2014/main" id="{DFD95BD1-9CE4-7FC5-06F9-ED57702492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20483" name="Espaço Reservado para Anotações 2">
            <a:extLst>
              <a:ext uri="{FF2B5EF4-FFF2-40B4-BE49-F238E27FC236}">
                <a16:creationId xmlns:a16="http://schemas.microsoft.com/office/drawing/2014/main" id="{08E3FCE1-40B6-13C2-F4CE-4AADC7EE95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1848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9FA21-DA1A-A4B1-54E0-87DC93F27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ço Reservado para Imagem de Slide 1">
            <a:extLst>
              <a:ext uri="{FF2B5EF4-FFF2-40B4-BE49-F238E27FC236}">
                <a16:creationId xmlns:a16="http://schemas.microsoft.com/office/drawing/2014/main" id="{37B0E9B7-5EFA-7C78-68C1-BBEA10A9F5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20483" name="Espaço Reservado para Anotações 2">
            <a:extLst>
              <a:ext uri="{FF2B5EF4-FFF2-40B4-BE49-F238E27FC236}">
                <a16:creationId xmlns:a16="http://schemas.microsoft.com/office/drawing/2014/main" id="{49A19748-6E1B-D108-CFE9-5D50FD76FE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480977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781CC-F8DF-9BA7-A710-C4D1EB630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ço Reservado para Imagem de Slide 1">
            <a:extLst>
              <a:ext uri="{FF2B5EF4-FFF2-40B4-BE49-F238E27FC236}">
                <a16:creationId xmlns:a16="http://schemas.microsoft.com/office/drawing/2014/main" id="{BE2DE90C-AEFC-23AC-E5AF-233F35F900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20483" name="Espaço Reservado para Anotações 2">
            <a:extLst>
              <a:ext uri="{FF2B5EF4-FFF2-40B4-BE49-F238E27FC236}">
                <a16:creationId xmlns:a16="http://schemas.microsoft.com/office/drawing/2014/main" id="{48FB28E3-872A-E739-4E6A-55E87FF54D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416608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86D8C-FDC4-4C85-F0B6-CEA74091D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ço Reservado para Imagem de Slide 1">
            <a:extLst>
              <a:ext uri="{FF2B5EF4-FFF2-40B4-BE49-F238E27FC236}">
                <a16:creationId xmlns:a16="http://schemas.microsoft.com/office/drawing/2014/main" id="{E96CD9ED-1D8A-B738-6C3E-8C944FC074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20483" name="Espaço Reservado para Anotações 2">
            <a:extLst>
              <a:ext uri="{FF2B5EF4-FFF2-40B4-BE49-F238E27FC236}">
                <a16:creationId xmlns:a16="http://schemas.microsoft.com/office/drawing/2014/main" id="{E93C6EAF-9EEA-5DC3-B011-48A949BE9F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853002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5CE1B-18B1-1BFB-BAC6-F44302A08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ço Reservado para Imagem de Slide 1">
            <a:extLst>
              <a:ext uri="{FF2B5EF4-FFF2-40B4-BE49-F238E27FC236}">
                <a16:creationId xmlns:a16="http://schemas.microsoft.com/office/drawing/2014/main" id="{F1B45C5E-F55E-4589-1198-EC5A5639FE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20483" name="Espaço Reservado para Anotações 2">
            <a:extLst>
              <a:ext uri="{FF2B5EF4-FFF2-40B4-BE49-F238E27FC236}">
                <a16:creationId xmlns:a16="http://schemas.microsoft.com/office/drawing/2014/main" id="{CA173251-BB83-D5EE-A733-4D0596D0CE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94603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9598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096099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99099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749811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789954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38154E4-09A8-E567-EAB1-8B3EDDFE21B2}"/>
              </a:ext>
            </a:extLst>
          </p:cNvPr>
          <p:cNvGraphicFramePr>
            <a:graphicFrameLocks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4866692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8" imgW="395" imgH="394" progId="TCLayout.ActiveDocument.1">
                  <p:embed/>
                </p:oleObj>
              </mc:Choice>
              <mc:Fallback>
                <p:oleObj name="Slide do think-cell" r:id="rId8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8154E4-09A8-E567-EAB1-8B3EDDFE21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  <p:sldLayoutId id="2147483657" r:id="rId5"/>
  </p:sldLayoutIdLst>
  <p:transition spd="med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SzPct val="100000"/>
        <a:buFont typeface="Arial" panose="020B0604020202020204" pitchFamily="34" charset="0"/>
        <a:buChar char="•"/>
        <a:defRPr sz="2800">
          <a:solidFill>
            <a:srgbClr val="000000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23900" indent="-2667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SzPct val="100000"/>
        <a:buFont typeface="Arial" panose="020B0604020202020204" pitchFamily="34" charset="0"/>
        <a:buChar char="•"/>
        <a:defRPr sz="2800">
          <a:solidFill>
            <a:srgbClr val="000000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233488" indent="-319088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SzPct val="100000"/>
        <a:buFont typeface="Arial" panose="020B0604020202020204" pitchFamily="34" charset="0"/>
        <a:buChar char="•"/>
        <a:defRPr sz="2800">
          <a:solidFill>
            <a:srgbClr val="000000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727200" indent="-355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SzPct val="100000"/>
        <a:buFont typeface="Arial" panose="020B0604020202020204" pitchFamily="34" charset="0"/>
        <a:buChar char="•"/>
        <a:defRPr sz="2800">
          <a:solidFill>
            <a:srgbClr val="000000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184400" indent="-355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SzPct val="100000"/>
        <a:buFont typeface="Arial" panose="020B0604020202020204" pitchFamily="34" charset="0"/>
        <a:buChar char="•"/>
        <a:defRPr sz="2800">
          <a:solidFill>
            <a:srgbClr val="000000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26" Type="http://schemas.openxmlformats.org/officeDocument/2006/relationships/tags" Target="../tags/tag28.xml"/><Relationship Id="rId39" Type="http://schemas.openxmlformats.org/officeDocument/2006/relationships/tags" Target="../tags/tag41.xml"/><Relationship Id="rId21" Type="http://schemas.openxmlformats.org/officeDocument/2006/relationships/tags" Target="../tags/tag23.xml"/><Relationship Id="rId34" Type="http://schemas.openxmlformats.org/officeDocument/2006/relationships/tags" Target="../tags/tag36.xml"/><Relationship Id="rId42" Type="http://schemas.openxmlformats.org/officeDocument/2006/relationships/tags" Target="../tags/tag44.xml"/><Relationship Id="rId47" Type="http://schemas.openxmlformats.org/officeDocument/2006/relationships/tags" Target="../tags/tag49.xml"/><Relationship Id="rId50" Type="http://schemas.openxmlformats.org/officeDocument/2006/relationships/tags" Target="../tags/tag52.xml"/><Relationship Id="rId55" Type="http://schemas.openxmlformats.org/officeDocument/2006/relationships/tags" Target="../tags/tag57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9" Type="http://schemas.openxmlformats.org/officeDocument/2006/relationships/tags" Target="../tags/tag31.xml"/><Relationship Id="rId11" Type="http://schemas.openxmlformats.org/officeDocument/2006/relationships/tags" Target="../tags/tag13.xml"/><Relationship Id="rId24" Type="http://schemas.openxmlformats.org/officeDocument/2006/relationships/tags" Target="../tags/tag26.xml"/><Relationship Id="rId32" Type="http://schemas.openxmlformats.org/officeDocument/2006/relationships/tags" Target="../tags/tag34.xml"/><Relationship Id="rId37" Type="http://schemas.openxmlformats.org/officeDocument/2006/relationships/tags" Target="../tags/tag39.xml"/><Relationship Id="rId40" Type="http://schemas.openxmlformats.org/officeDocument/2006/relationships/tags" Target="../tags/tag42.xml"/><Relationship Id="rId45" Type="http://schemas.openxmlformats.org/officeDocument/2006/relationships/tags" Target="../tags/tag47.xml"/><Relationship Id="rId53" Type="http://schemas.openxmlformats.org/officeDocument/2006/relationships/tags" Target="../tags/tag55.xml"/><Relationship Id="rId58" Type="http://schemas.openxmlformats.org/officeDocument/2006/relationships/oleObject" Target="../embeddings/oleObject2.bin"/><Relationship Id="rId5" Type="http://schemas.openxmlformats.org/officeDocument/2006/relationships/tags" Target="../tags/tag7.xml"/><Relationship Id="rId61" Type="http://schemas.openxmlformats.org/officeDocument/2006/relationships/chart" Target="../charts/chart1.xml"/><Relationship Id="rId19" Type="http://schemas.openxmlformats.org/officeDocument/2006/relationships/tags" Target="../tags/tag21.xml"/><Relationship Id="rId14" Type="http://schemas.openxmlformats.org/officeDocument/2006/relationships/tags" Target="../tags/tag16.xml"/><Relationship Id="rId22" Type="http://schemas.openxmlformats.org/officeDocument/2006/relationships/tags" Target="../tags/tag24.xml"/><Relationship Id="rId27" Type="http://schemas.openxmlformats.org/officeDocument/2006/relationships/tags" Target="../tags/tag29.xml"/><Relationship Id="rId30" Type="http://schemas.openxmlformats.org/officeDocument/2006/relationships/tags" Target="../tags/tag32.xml"/><Relationship Id="rId35" Type="http://schemas.openxmlformats.org/officeDocument/2006/relationships/tags" Target="../tags/tag37.xml"/><Relationship Id="rId43" Type="http://schemas.openxmlformats.org/officeDocument/2006/relationships/tags" Target="../tags/tag45.xml"/><Relationship Id="rId48" Type="http://schemas.openxmlformats.org/officeDocument/2006/relationships/tags" Target="../tags/tag50.xml"/><Relationship Id="rId56" Type="http://schemas.openxmlformats.org/officeDocument/2006/relationships/slideLayout" Target="../slideLayouts/slideLayout1.xml"/><Relationship Id="rId8" Type="http://schemas.openxmlformats.org/officeDocument/2006/relationships/tags" Target="../tags/tag10.xml"/><Relationship Id="rId51" Type="http://schemas.openxmlformats.org/officeDocument/2006/relationships/tags" Target="../tags/tag53.xml"/><Relationship Id="rId3" Type="http://schemas.openxmlformats.org/officeDocument/2006/relationships/tags" Target="../tags/tag5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5" Type="http://schemas.openxmlformats.org/officeDocument/2006/relationships/tags" Target="../tags/tag27.xml"/><Relationship Id="rId33" Type="http://schemas.openxmlformats.org/officeDocument/2006/relationships/tags" Target="../tags/tag35.xml"/><Relationship Id="rId38" Type="http://schemas.openxmlformats.org/officeDocument/2006/relationships/tags" Target="../tags/tag40.xml"/><Relationship Id="rId46" Type="http://schemas.openxmlformats.org/officeDocument/2006/relationships/tags" Target="../tags/tag48.xml"/><Relationship Id="rId59" Type="http://schemas.openxmlformats.org/officeDocument/2006/relationships/image" Target="../media/image1.emf"/><Relationship Id="rId20" Type="http://schemas.openxmlformats.org/officeDocument/2006/relationships/tags" Target="../tags/tag22.xml"/><Relationship Id="rId41" Type="http://schemas.openxmlformats.org/officeDocument/2006/relationships/tags" Target="../tags/tag43.xml"/><Relationship Id="rId54" Type="http://schemas.openxmlformats.org/officeDocument/2006/relationships/tags" Target="../tags/tag56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5" Type="http://schemas.openxmlformats.org/officeDocument/2006/relationships/tags" Target="../tags/tag17.xml"/><Relationship Id="rId23" Type="http://schemas.openxmlformats.org/officeDocument/2006/relationships/tags" Target="../tags/tag25.xml"/><Relationship Id="rId28" Type="http://schemas.openxmlformats.org/officeDocument/2006/relationships/tags" Target="../tags/tag30.xml"/><Relationship Id="rId36" Type="http://schemas.openxmlformats.org/officeDocument/2006/relationships/tags" Target="../tags/tag38.xml"/><Relationship Id="rId49" Type="http://schemas.openxmlformats.org/officeDocument/2006/relationships/tags" Target="../tags/tag51.xml"/><Relationship Id="rId57" Type="http://schemas.openxmlformats.org/officeDocument/2006/relationships/notesSlide" Target="../notesSlides/notesSlide1.xml"/><Relationship Id="rId10" Type="http://schemas.openxmlformats.org/officeDocument/2006/relationships/tags" Target="../tags/tag12.xml"/><Relationship Id="rId31" Type="http://schemas.openxmlformats.org/officeDocument/2006/relationships/tags" Target="../tags/tag33.xml"/><Relationship Id="rId44" Type="http://schemas.openxmlformats.org/officeDocument/2006/relationships/tags" Target="../tags/tag46.xml"/><Relationship Id="rId52" Type="http://schemas.openxmlformats.org/officeDocument/2006/relationships/tags" Target="../tags/tag54.xml"/><Relationship Id="rId60" Type="http://schemas.openxmlformats.org/officeDocument/2006/relationships/image" Target="../media/image2.png"/><Relationship Id="rId4" Type="http://schemas.openxmlformats.org/officeDocument/2006/relationships/tags" Target="../tags/tag6.xml"/><Relationship Id="rId9" Type="http://schemas.openxmlformats.org/officeDocument/2006/relationships/tags" Target="../tags/tag1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tags" Target="../tags/tag83.xml"/><Relationship Id="rId21" Type="http://schemas.openxmlformats.org/officeDocument/2006/relationships/tags" Target="../tags/tag78.xml"/><Relationship Id="rId42" Type="http://schemas.openxmlformats.org/officeDocument/2006/relationships/tags" Target="../tags/tag99.xml"/><Relationship Id="rId47" Type="http://schemas.openxmlformats.org/officeDocument/2006/relationships/tags" Target="../tags/tag104.xml"/><Relationship Id="rId63" Type="http://schemas.openxmlformats.org/officeDocument/2006/relationships/tags" Target="../tags/tag120.xml"/><Relationship Id="rId68" Type="http://schemas.openxmlformats.org/officeDocument/2006/relationships/tags" Target="../tags/tag125.xml"/><Relationship Id="rId84" Type="http://schemas.openxmlformats.org/officeDocument/2006/relationships/tags" Target="../tags/tag141.xml"/><Relationship Id="rId89" Type="http://schemas.openxmlformats.org/officeDocument/2006/relationships/image" Target="../media/image2.png"/><Relationship Id="rId16" Type="http://schemas.openxmlformats.org/officeDocument/2006/relationships/tags" Target="../tags/tag73.xml"/><Relationship Id="rId11" Type="http://schemas.openxmlformats.org/officeDocument/2006/relationships/tags" Target="../tags/tag68.xml"/><Relationship Id="rId32" Type="http://schemas.openxmlformats.org/officeDocument/2006/relationships/tags" Target="../tags/tag89.xml"/><Relationship Id="rId37" Type="http://schemas.openxmlformats.org/officeDocument/2006/relationships/tags" Target="../tags/tag94.xml"/><Relationship Id="rId53" Type="http://schemas.openxmlformats.org/officeDocument/2006/relationships/tags" Target="../tags/tag110.xml"/><Relationship Id="rId58" Type="http://schemas.openxmlformats.org/officeDocument/2006/relationships/tags" Target="../tags/tag115.xml"/><Relationship Id="rId74" Type="http://schemas.openxmlformats.org/officeDocument/2006/relationships/tags" Target="../tags/tag131.xml"/><Relationship Id="rId79" Type="http://schemas.openxmlformats.org/officeDocument/2006/relationships/tags" Target="../tags/tag136.xml"/><Relationship Id="rId5" Type="http://schemas.openxmlformats.org/officeDocument/2006/relationships/tags" Target="../tags/tag62.xml"/><Relationship Id="rId90" Type="http://schemas.openxmlformats.org/officeDocument/2006/relationships/chart" Target="../charts/chart2.xml"/><Relationship Id="rId22" Type="http://schemas.openxmlformats.org/officeDocument/2006/relationships/tags" Target="../tags/tag79.xml"/><Relationship Id="rId27" Type="http://schemas.openxmlformats.org/officeDocument/2006/relationships/tags" Target="../tags/tag84.xml"/><Relationship Id="rId43" Type="http://schemas.openxmlformats.org/officeDocument/2006/relationships/tags" Target="../tags/tag100.xml"/><Relationship Id="rId48" Type="http://schemas.openxmlformats.org/officeDocument/2006/relationships/tags" Target="../tags/tag105.xml"/><Relationship Id="rId64" Type="http://schemas.openxmlformats.org/officeDocument/2006/relationships/tags" Target="../tags/tag121.xml"/><Relationship Id="rId69" Type="http://schemas.openxmlformats.org/officeDocument/2006/relationships/tags" Target="../tags/tag126.xml"/><Relationship Id="rId8" Type="http://schemas.openxmlformats.org/officeDocument/2006/relationships/tags" Target="../tags/tag65.xml"/><Relationship Id="rId51" Type="http://schemas.openxmlformats.org/officeDocument/2006/relationships/tags" Target="../tags/tag108.xml"/><Relationship Id="rId72" Type="http://schemas.openxmlformats.org/officeDocument/2006/relationships/tags" Target="../tags/tag129.xml"/><Relationship Id="rId80" Type="http://schemas.openxmlformats.org/officeDocument/2006/relationships/tags" Target="../tags/tag137.xml"/><Relationship Id="rId85" Type="http://schemas.openxmlformats.org/officeDocument/2006/relationships/slideLayout" Target="../slideLayouts/slideLayout1.xml"/><Relationship Id="rId93" Type="http://schemas.openxmlformats.org/officeDocument/2006/relationships/chart" Target="../charts/chart5.xml"/><Relationship Id="rId3" Type="http://schemas.openxmlformats.org/officeDocument/2006/relationships/tags" Target="../tags/tag60.xml"/><Relationship Id="rId12" Type="http://schemas.openxmlformats.org/officeDocument/2006/relationships/tags" Target="../tags/tag69.xml"/><Relationship Id="rId17" Type="http://schemas.openxmlformats.org/officeDocument/2006/relationships/tags" Target="../tags/tag74.xml"/><Relationship Id="rId25" Type="http://schemas.openxmlformats.org/officeDocument/2006/relationships/tags" Target="../tags/tag82.xml"/><Relationship Id="rId33" Type="http://schemas.openxmlformats.org/officeDocument/2006/relationships/tags" Target="../tags/tag90.xml"/><Relationship Id="rId38" Type="http://schemas.openxmlformats.org/officeDocument/2006/relationships/tags" Target="../tags/tag95.xml"/><Relationship Id="rId46" Type="http://schemas.openxmlformats.org/officeDocument/2006/relationships/tags" Target="../tags/tag103.xml"/><Relationship Id="rId59" Type="http://schemas.openxmlformats.org/officeDocument/2006/relationships/tags" Target="../tags/tag116.xml"/><Relationship Id="rId67" Type="http://schemas.openxmlformats.org/officeDocument/2006/relationships/tags" Target="../tags/tag124.xml"/><Relationship Id="rId20" Type="http://schemas.openxmlformats.org/officeDocument/2006/relationships/tags" Target="../tags/tag77.xml"/><Relationship Id="rId41" Type="http://schemas.openxmlformats.org/officeDocument/2006/relationships/tags" Target="../tags/tag98.xml"/><Relationship Id="rId54" Type="http://schemas.openxmlformats.org/officeDocument/2006/relationships/tags" Target="../tags/tag111.xml"/><Relationship Id="rId62" Type="http://schemas.openxmlformats.org/officeDocument/2006/relationships/tags" Target="../tags/tag119.xml"/><Relationship Id="rId70" Type="http://schemas.openxmlformats.org/officeDocument/2006/relationships/tags" Target="../tags/tag127.xml"/><Relationship Id="rId75" Type="http://schemas.openxmlformats.org/officeDocument/2006/relationships/tags" Target="../tags/tag132.xml"/><Relationship Id="rId83" Type="http://schemas.openxmlformats.org/officeDocument/2006/relationships/tags" Target="../tags/tag140.xml"/><Relationship Id="rId88" Type="http://schemas.openxmlformats.org/officeDocument/2006/relationships/image" Target="../media/image1.emf"/><Relationship Id="rId91" Type="http://schemas.openxmlformats.org/officeDocument/2006/relationships/chart" Target="../charts/chart3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5" Type="http://schemas.openxmlformats.org/officeDocument/2006/relationships/tags" Target="../tags/tag72.xml"/><Relationship Id="rId23" Type="http://schemas.openxmlformats.org/officeDocument/2006/relationships/tags" Target="../tags/tag80.xml"/><Relationship Id="rId28" Type="http://schemas.openxmlformats.org/officeDocument/2006/relationships/tags" Target="../tags/tag85.xml"/><Relationship Id="rId36" Type="http://schemas.openxmlformats.org/officeDocument/2006/relationships/tags" Target="../tags/tag93.xml"/><Relationship Id="rId49" Type="http://schemas.openxmlformats.org/officeDocument/2006/relationships/tags" Target="../tags/tag106.xml"/><Relationship Id="rId57" Type="http://schemas.openxmlformats.org/officeDocument/2006/relationships/tags" Target="../tags/tag114.xml"/><Relationship Id="rId10" Type="http://schemas.openxmlformats.org/officeDocument/2006/relationships/tags" Target="../tags/tag67.xml"/><Relationship Id="rId31" Type="http://schemas.openxmlformats.org/officeDocument/2006/relationships/tags" Target="../tags/tag88.xml"/><Relationship Id="rId44" Type="http://schemas.openxmlformats.org/officeDocument/2006/relationships/tags" Target="../tags/tag101.xml"/><Relationship Id="rId52" Type="http://schemas.openxmlformats.org/officeDocument/2006/relationships/tags" Target="../tags/tag109.xml"/><Relationship Id="rId60" Type="http://schemas.openxmlformats.org/officeDocument/2006/relationships/tags" Target="../tags/tag117.xml"/><Relationship Id="rId65" Type="http://schemas.openxmlformats.org/officeDocument/2006/relationships/tags" Target="../tags/tag122.xml"/><Relationship Id="rId73" Type="http://schemas.openxmlformats.org/officeDocument/2006/relationships/tags" Target="../tags/tag130.xml"/><Relationship Id="rId78" Type="http://schemas.openxmlformats.org/officeDocument/2006/relationships/tags" Target="../tags/tag135.xml"/><Relationship Id="rId81" Type="http://schemas.openxmlformats.org/officeDocument/2006/relationships/tags" Target="../tags/tag138.xml"/><Relationship Id="rId86" Type="http://schemas.openxmlformats.org/officeDocument/2006/relationships/notesSlide" Target="../notesSlides/notesSlide2.xml"/><Relationship Id="rId94" Type="http://schemas.openxmlformats.org/officeDocument/2006/relationships/chart" Target="../charts/chart6.xml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3" Type="http://schemas.openxmlformats.org/officeDocument/2006/relationships/tags" Target="../tags/tag70.xml"/><Relationship Id="rId18" Type="http://schemas.openxmlformats.org/officeDocument/2006/relationships/tags" Target="../tags/tag75.xml"/><Relationship Id="rId39" Type="http://schemas.openxmlformats.org/officeDocument/2006/relationships/tags" Target="../tags/tag96.xml"/><Relationship Id="rId34" Type="http://schemas.openxmlformats.org/officeDocument/2006/relationships/tags" Target="../tags/tag91.xml"/><Relationship Id="rId50" Type="http://schemas.openxmlformats.org/officeDocument/2006/relationships/tags" Target="../tags/tag107.xml"/><Relationship Id="rId55" Type="http://schemas.openxmlformats.org/officeDocument/2006/relationships/tags" Target="../tags/tag112.xml"/><Relationship Id="rId76" Type="http://schemas.openxmlformats.org/officeDocument/2006/relationships/tags" Target="../tags/tag133.xml"/><Relationship Id="rId7" Type="http://schemas.openxmlformats.org/officeDocument/2006/relationships/tags" Target="../tags/tag64.xml"/><Relationship Id="rId71" Type="http://schemas.openxmlformats.org/officeDocument/2006/relationships/tags" Target="../tags/tag128.xml"/><Relationship Id="rId92" Type="http://schemas.openxmlformats.org/officeDocument/2006/relationships/chart" Target="../charts/chart4.xml"/><Relationship Id="rId2" Type="http://schemas.openxmlformats.org/officeDocument/2006/relationships/tags" Target="../tags/tag59.xml"/><Relationship Id="rId29" Type="http://schemas.openxmlformats.org/officeDocument/2006/relationships/tags" Target="../tags/tag86.xml"/><Relationship Id="rId24" Type="http://schemas.openxmlformats.org/officeDocument/2006/relationships/tags" Target="../tags/tag81.xml"/><Relationship Id="rId40" Type="http://schemas.openxmlformats.org/officeDocument/2006/relationships/tags" Target="../tags/tag97.xml"/><Relationship Id="rId45" Type="http://schemas.openxmlformats.org/officeDocument/2006/relationships/tags" Target="../tags/tag102.xml"/><Relationship Id="rId66" Type="http://schemas.openxmlformats.org/officeDocument/2006/relationships/tags" Target="../tags/tag123.xml"/><Relationship Id="rId87" Type="http://schemas.openxmlformats.org/officeDocument/2006/relationships/oleObject" Target="../embeddings/oleObject3.bin"/><Relationship Id="rId61" Type="http://schemas.openxmlformats.org/officeDocument/2006/relationships/tags" Target="../tags/tag118.xml"/><Relationship Id="rId82" Type="http://schemas.openxmlformats.org/officeDocument/2006/relationships/tags" Target="../tags/tag139.xml"/><Relationship Id="rId19" Type="http://schemas.openxmlformats.org/officeDocument/2006/relationships/tags" Target="../tags/tag76.xml"/><Relationship Id="rId14" Type="http://schemas.openxmlformats.org/officeDocument/2006/relationships/tags" Target="../tags/tag71.xml"/><Relationship Id="rId30" Type="http://schemas.openxmlformats.org/officeDocument/2006/relationships/tags" Target="../tags/tag87.xml"/><Relationship Id="rId35" Type="http://schemas.openxmlformats.org/officeDocument/2006/relationships/tags" Target="../tags/tag92.xml"/><Relationship Id="rId56" Type="http://schemas.openxmlformats.org/officeDocument/2006/relationships/tags" Target="../tags/tag113.xml"/><Relationship Id="rId77" Type="http://schemas.openxmlformats.org/officeDocument/2006/relationships/tags" Target="../tags/tag134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54.xml"/><Relationship Id="rId18" Type="http://schemas.openxmlformats.org/officeDocument/2006/relationships/tags" Target="../tags/tag159.xml"/><Relationship Id="rId26" Type="http://schemas.openxmlformats.org/officeDocument/2006/relationships/tags" Target="../tags/tag167.xml"/><Relationship Id="rId39" Type="http://schemas.openxmlformats.org/officeDocument/2006/relationships/tags" Target="../tags/tag180.xml"/><Relationship Id="rId21" Type="http://schemas.openxmlformats.org/officeDocument/2006/relationships/tags" Target="../tags/tag162.xml"/><Relationship Id="rId34" Type="http://schemas.openxmlformats.org/officeDocument/2006/relationships/tags" Target="../tags/tag175.xml"/><Relationship Id="rId42" Type="http://schemas.openxmlformats.org/officeDocument/2006/relationships/tags" Target="../tags/tag183.xml"/><Relationship Id="rId47" Type="http://schemas.openxmlformats.org/officeDocument/2006/relationships/image" Target="../media/image2.png"/><Relationship Id="rId50" Type="http://schemas.openxmlformats.org/officeDocument/2006/relationships/chart" Target="../charts/chart7.xml"/><Relationship Id="rId7" Type="http://schemas.openxmlformats.org/officeDocument/2006/relationships/tags" Target="../tags/tag148.xml"/><Relationship Id="rId2" Type="http://schemas.openxmlformats.org/officeDocument/2006/relationships/tags" Target="../tags/tag143.xml"/><Relationship Id="rId16" Type="http://schemas.openxmlformats.org/officeDocument/2006/relationships/tags" Target="../tags/tag157.xml"/><Relationship Id="rId29" Type="http://schemas.openxmlformats.org/officeDocument/2006/relationships/tags" Target="../tags/tag170.xml"/><Relationship Id="rId11" Type="http://schemas.openxmlformats.org/officeDocument/2006/relationships/tags" Target="../tags/tag152.xml"/><Relationship Id="rId24" Type="http://schemas.openxmlformats.org/officeDocument/2006/relationships/tags" Target="../tags/tag165.xml"/><Relationship Id="rId32" Type="http://schemas.openxmlformats.org/officeDocument/2006/relationships/tags" Target="../tags/tag173.xml"/><Relationship Id="rId37" Type="http://schemas.openxmlformats.org/officeDocument/2006/relationships/tags" Target="../tags/tag178.xml"/><Relationship Id="rId40" Type="http://schemas.openxmlformats.org/officeDocument/2006/relationships/tags" Target="../tags/tag181.xml"/><Relationship Id="rId45" Type="http://schemas.openxmlformats.org/officeDocument/2006/relationships/oleObject" Target="../embeddings/oleObject4.bin"/><Relationship Id="rId5" Type="http://schemas.openxmlformats.org/officeDocument/2006/relationships/tags" Target="../tags/tag146.xml"/><Relationship Id="rId15" Type="http://schemas.openxmlformats.org/officeDocument/2006/relationships/tags" Target="../tags/tag156.xml"/><Relationship Id="rId23" Type="http://schemas.openxmlformats.org/officeDocument/2006/relationships/tags" Target="../tags/tag164.xml"/><Relationship Id="rId28" Type="http://schemas.openxmlformats.org/officeDocument/2006/relationships/tags" Target="../tags/tag169.xml"/><Relationship Id="rId36" Type="http://schemas.openxmlformats.org/officeDocument/2006/relationships/tags" Target="../tags/tag177.xml"/><Relationship Id="rId49" Type="http://schemas.openxmlformats.org/officeDocument/2006/relationships/image" Target="../media/image4.png"/><Relationship Id="rId10" Type="http://schemas.openxmlformats.org/officeDocument/2006/relationships/tags" Target="../tags/tag151.xml"/><Relationship Id="rId19" Type="http://schemas.openxmlformats.org/officeDocument/2006/relationships/tags" Target="../tags/tag160.xml"/><Relationship Id="rId31" Type="http://schemas.openxmlformats.org/officeDocument/2006/relationships/tags" Target="../tags/tag172.xml"/><Relationship Id="rId44" Type="http://schemas.openxmlformats.org/officeDocument/2006/relationships/notesSlide" Target="../notesSlides/notesSlide3.xml"/><Relationship Id="rId4" Type="http://schemas.openxmlformats.org/officeDocument/2006/relationships/tags" Target="../tags/tag145.xml"/><Relationship Id="rId9" Type="http://schemas.openxmlformats.org/officeDocument/2006/relationships/tags" Target="../tags/tag150.xml"/><Relationship Id="rId14" Type="http://schemas.openxmlformats.org/officeDocument/2006/relationships/tags" Target="../tags/tag155.xml"/><Relationship Id="rId22" Type="http://schemas.openxmlformats.org/officeDocument/2006/relationships/tags" Target="../tags/tag163.xml"/><Relationship Id="rId27" Type="http://schemas.openxmlformats.org/officeDocument/2006/relationships/tags" Target="../tags/tag168.xml"/><Relationship Id="rId30" Type="http://schemas.openxmlformats.org/officeDocument/2006/relationships/tags" Target="../tags/tag171.xml"/><Relationship Id="rId35" Type="http://schemas.openxmlformats.org/officeDocument/2006/relationships/tags" Target="../tags/tag176.xml"/><Relationship Id="rId43" Type="http://schemas.openxmlformats.org/officeDocument/2006/relationships/slideLayout" Target="../slideLayouts/slideLayout1.xml"/><Relationship Id="rId48" Type="http://schemas.openxmlformats.org/officeDocument/2006/relationships/image" Target="../media/image3.png"/><Relationship Id="rId8" Type="http://schemas.openxmlformats.org/officeDocument/2006/relationships/tags" Target="../tags/tag149.xml"/><Relationship Id="rId3" Type="http://schemas.openxmlformats.org/officeDocument/2006/relationships/tags" Target="../tags/tag144.xml"/><Relationship Id="rId12" Type="http://schemas.openxmlformats.org/officeDocument/2006/relationships/tags" Target="../tags/tag153.xml"/><Relationship Id="rId17" Type="http://schemas.openxmlformats.org/officeDocument/2006/relationships/tags" Target="../tags/tag158.xml"/><Relationship Id="rId25" Type="http://schemas.openxmlformats.org/officeDocument/2006/relationships/tags" Target="../tags/tag166.xml"/><Relationship Id="rId33" Type="http://schemas.openxmlformats.org/officeDocument/2006/relationships/tags" Target="../tags/tag174.xml"/><Relationship Id="rId38" Type="http://schemas.openxmlformats.org/officeDocument/2006/relationships/tags" Target="../tags/tag179.xml"/><Relationship Id="rId46" Type="http://schemas.openxmlformats.org/officeDocument/2006/relationships/image" Target="../media/image1.emf"/><Relationship Id="rId20" Type="http://schemas.openxmlformats.org/officeDocument/2006/relationships/tags" Target="../tags/tag161.xml"/><Relationship Id="rId41" Type="http://schemas.openxmlformats.org/officeDocument/2006/relationships/tags" Target="../tags/tag182.xml"/><Relationship Id="rId1" Type="http://schemas.openxmlformats.org/officeDocument/2006/relationships/tags" Target="../tags/tag142.xml"/><Relationship Id="rId6" Type="http://schemas.openxmlformats.org/officeDocument/2006/relationships/tags" Target="../tags/tag14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4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5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B9BFC-F534-A3A0-D264-0C6020345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hink-cell data - do not delete" hidden="1">
            <a:extLst>
              <a:ext uri="{FF2B5EF4-FFF2-40B4-BE49-F238E27FC236}">
                <a16:creationId xmlns:a16="http://schemas.microsoft.com/office/drawing/2014/main" id="{2E64D94F-9B62-EBF2-08A9-97CAB497978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24736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58" imgW="395" imgH="394" progId="TCLayout.ActiveDocument.1">
                  <p:embed/>
                </p:oleObj>
              </mc:Choice>
              <mc:Fallback>
                <p:oleObj name="Slide do think-cell" r:id="rId58" imgW="395" imgH="394" progId="TCLayout.ActiveDocument.1">
                  <p:embed/>
                  <p:pic>
                    <p:nvPicPr>
                      <p:cNvPr id="2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E64D94F-9B62-EBF2-08A9-97CAB49797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tângulo 18">
            <a:extLst>
              <a:ext uri="{FF2B5EF4-FFF2-40B4-BE49-F238E27FC236}">
                <a16:creationId xmlns:a16="http://schemas.microsoft.com/office/drawing/2014/main" id="{07F81C56-2B9F-3196-03DD-72B0E23B0038}"/>
              </a:ext>
            </a:extLst>
          </p:cNvPr>
          <p:cNvSpPr/>
          <p:nvPr/>
        </p:nvSpPr>
        <p:spPr>
          <a:xfrm>
            <a:off x="4352562" y="4312206"/>
            <a:ext cx="7578426" cy="2484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12" name="Imagem 11" descr="Logotipo&#10;&#10;Descrição gerada automaticamente">
            <a:extLst>
              <a:ext uri="{FF2B5EF4-FFF2-40B4-BE49-F238E27FC236}">
                <a16:creationId xmlns:a16="http://schemas.microsoft.com/office/drawing/2014/main" id="{856D87EB-0246-C17F-37DC-A88802C2CF99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829" y="54890"/>
            <a:ext cx="785511" cy="450147"/>
          </a:xfrm>
          <a:prstGeom prst="rect">
            <a:avLst/>
          </a:prstGeom>
        </p:spPr>
      </p:pic>
      <p:sp>
        <p:nvSpPr>
          <p:cNvPr id="42" name="Retângulo 41">
            <a:extLst>
              <a:ext uri="{FF2B5EF4-FFF2-40B4-BE49-F238E27FC236}">
                <a16:creationId xmlns:a16="http://schemas.microsoft.com/office/drawing/2014/main" id="{29CF0598-3B2D-DC27-F61B-DF5611EFE602}"/>
              </a:ext>
            </a:extLst>
          </p:cNvPr>
          <p:cNvSpPr/>
          <p:nvPr/>
        </p:nvSpPr>
        <p:spPr>
          <a:xfrm>
            <a:off x="-2206" y="510"/>
            <a:ext cx="420852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458" name="TextBox 14">
            <a:extLst>
              <a:ext uri="{FF2B5EF4-FFF2-40B4-BE49-F238E27FC236}">
                <a16:creationId xmlns:a16="http://schemas.microsoft.com/office/drawing/2014/main" id="{1A1BCF37-03FD-9B26-6A1D-878E5D498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3" y="90915"/>
            <a:ext cx="10538753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/>
            <a:r>
              <a:rPr lang="en-US" altLang="en-US" sz="2100" dirty="0">
                <a:solidFill>
                  <a:srgbClr val="1932C8"/>
                </a:solidFill>
                <a:latin typeface="Suzano Display" panose="02010503030508060203" pitchFamily="2" charset="0"/>
                <a:ea typeface="Suzano Sans Bold"/>
                <a:cs typeface="Suzano Sans Bold"/>
                <a:sym typeface="Suzano Sans Bold"/>
              </a:rPr>
              <a:t> Gate 3 | Aprovação Recomendação Comercial | Limpeza Industrial Rotina Suzano   </a:t>
            </a:r>
          </a:p>
        </p:txBody>
      </p:sp>
      <p:sp>
        <p:nvSpPr>
          <p:cNvPr id="19460" name="Straight Connector 4">
            <a:extLst>
              <a:ext uri="{FF2B5EF4-FFF2-40B4-BE49-F238E27FC236}">
                <a16:creationId xmlns:a16="http://schemas.microsoft.com/office/drawing/2014/main" id="{B4BE9E61-0F83-E780-14D4-0EFA184A9C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494" y="490749"/>
            <a:ext cx="9964737" cy="14288"/>
          </a:xfrm>
          <a:prstGeom prst="line">
            <a:avLst/>
          </a:prstGeom>
          <a:noFill/>
          <a:ln w="25400">
            <a:solidFill>
              <a:srgbClr val="1932C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endParaRPr lang="pt-BR">
              <a:solidFill>
                <a:srgbClr val="1932C8"/>
              </a:solidFill>
            </a:endParaRP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AEC688EC-89BB-4F18-6717-12CC5CC76E94}"/>
              </a:ext>
            </a:extLst>
          </p:cNvPr>
          <p:cNvSpPr txBox="1"/>
          <p:nvPr/>
        </p:nvSpPr>
        <p:spPr>
          <a:xfrm>
            <a:off x="200146" y="642564"/>
            <a:ext cx="3519243" cy="416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b="1" dirty="0">
                <a:latin typeface="Suzano Unicase" panose="02010503030508060203" pitchFamily="2" charset="0"/>
              </a:rPr>
              <a:t>Escopo contratação </a:t>
            </a:r>
            <a:endParaRPr lang="pt-BR" sz="1000" dirty="0">
              <a:latin typeface="Suzano Unicase" panose="02010503030508060203" pitchFamily="2" charset="0"/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A447EF1D-9B65-2EAB-344F-8BD3F1970C64}"/>
              </a:ext>
            </a:extLst>
          </p:cNvPr>
          <p:cNvSpPr txBox="1"/>
          <p:nvPr/>
        </p:nvSpPr>
        <p:spPr>
          <a:xfrm>
            <a:off x="91142" y="978317"/>
            <a:ext cx="3880374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pt-BR" sz="1100" b="1" dirty="0">
                <a:solidFill>
                  <a:schemeClr val="bg2">
                    <a:lumMod val="25000"/>
                  </a:schemeClr>
                </a:solidFill>
                <a:latin typeface="Suzano Display" panose="02010503030508060203" pitchFamily="2" charset="0"/>
              </a:rPr>
              <a:t>Serviço Limpeza Industrial para atividade de rotina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pt-BR" sz="1100" b="1" dirty="0">
                <a:solidFill>
                  <a:schemeClr val="bg2">
                    <a:lumMod val="25000"/>
                  </a:schemeClr>
                </a:solidFill>
                <a:latin typeface="Suzano Display" panose="02010503030508060203" pitchFamily="2" charset="0"/>
              </a:rPr>
              <a:t>Unidade Suzano  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pt-BR" sz="1100" b="1" dirty="0">
                <a:solidFill>
                  <a:schemeClr val="bg2">
                    <a:lumMod val="25000"/>
                  </a:schemeClr>
                </a:solidFill>
                <a:latin typeface="Suzano Display" panose="02010503030508060203" pitchFamily="2" charset="0"/>
              </a:rPr>
              <a:t>CONTRATO 36 meses + 24 por performance  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pt-BR" sz="1100" b="1" dirty="0">
                <a:solidFill>
                  <a:schemeClr val="bg2">
                    <a:lumMod val="25000"/>
                  </a:schemeClr>
                </a:solidFill>
                <a:latin typeface="Suzano Display" panose="02010503030508060203" pitchFamily="2" charset="0"/>
              </a:rPr>
              <a:t>Wapt 65DDL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pt-BR" sz="1100" b="1" dirty="0">
                <a:solidFill>
                  <a:schemeClr val="bg2">
                    <a:lumMod val="25000"/>
                  </a:schemeClr>
                </a:solidFill>
                <a:latin typeface="Suzano Display" panose="02010503030508060203" pitchFamily="2" charset="0"/>
              </a:rPr>
              <a:t>Áreas: Pátio madeira, Papel, Caustificação, caldeira zanini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pt-BR" sz="1100" b="1" dirty="0">
                <a:solidFill>
                  <a:schemeClr val="bg2">
                    <a:lumMod val="25000"/>
                  </a:schemeClr>
                </a:solidFill>
                <a:latin typeface="Suzano Display" panose="02010503030508060203" pitchFamily="2" charset="0"/>
              </a:rPr>
              <a:t>Fornecimento MDO e equipamentos 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pt-BR" sz="1100" b="1" dirty="0">
                <a:solidFill>
                  <a:schemeClr val="bg2">
                    <a:lumMod val="25000"/>
                  </a:schemeClr>
                </a:solidFill>
                <a:latin typeface="Suzano Display" panose="02010503030508060203" pitchFamily="2" charset="0"/>
              </a:rPr>
              <a:t>Modalidade: fixo mensal </a:t>
            </a:r>
          </a:p>
          <a:p>
            <a:pPr lvl="2"/>
            <a:endParaRPr lang="pt-BR" sz="1100" b="1" dirty="0">
              <a:solidFill>
                <a:schemeClr val="bg2">
                  <a:lumMod val="25000"/>
                </a:schemeClr>
              </a:solidFill>
              <a:latin typeface="Suzano Display" panose="02010503030508060203" pitchFamily="2" charset="0"/>
            </a:endParaRPr>
          </a:p>
          <a:p>
            <a:endParaRPr lang="pt-BR" sz="1100" b="1" dirty="0">
              <a:solidFill>
                <a:schemeClr val="bg2">
                  <a:lumMod val="25000"/>
                </a:schemeClr>
              </a:solidFill>
              <a:latin typeface="Suzano Unicase" panose="02010503030508060203" pitchFamily="2" charset="0"/>
            </a:endParaRPr>
          </a:p>
          <a:p>
            <a:r>
              <a:rPr lang="pt-BR" sz="1100" b="1" dirty="0">
                <a:solidFill>
                  <a:schemeClr val="bg2">
                    <a:lumMod val="25000"/>
                  </a:schemeClr>
                </a:solidFill>
                <a:latin typeface="Suzano Unicase" panose="02010503030508060203" pitchFamily="2" charset="0"/>
              </a:rPr>
              <a:t>CENÁRIO CONCORRÊNCIA </a:t>
            </a:r>
          </a:p>
        </p:txBody>
      </p:sp>
      <p:sp>
        <p:nvSpPr>
          <p:cNvPr id="19557" name="CaixaDeTexto 19556">
            <a:extLst>
              <a:ext uri="{FF2B5EF4-FFF2-40B4-BE49-F238E27FC236}">
                <a16:creationId xmlns:a16="http://schemas.microsoft.com/office/drawing/2014/main" id="{9F7F6161-6034-F494-EDE4-7CA6798FE263}"/>
              </a:ext>
            </a:extLst>
          </p:cNvPr>
          <p:cNvSpPr txBox="1"/>
          <p:nvPr/>
        </p:nvSpPr>
        <p:spPr>
          <a:xfrm>
            <a:off x="7542213" y="626401"/>
            <a:ext cx="26114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u="sng" dirty="0">
                <a:solidFill>
                  <a:schemeClr val="bg2">
                    <a:lumMod val="25000"/>
                  </a:schemeClr>
                </a:solidFill>
                <a:latin typeface="Suzano Unicase" panose="02010503030508060203" pitchFamily="2" charset="0"/>
              </a:rPr>
              <a:t>Valores fixos – r$M/ano</a:t>
            </a:r>
            <a:endParaRPr lang="en-US" sz="1000" u="sng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BCD1829-2314-D39C-4596-42DBEDF8D809}"/>
              </a:ext>
            </a:extLst>
          </p:cNvPr>
          <p:cNvSpPr txBox="1"/>
          <p:nvPr/>
        </p:nvSpPr>
        <p:spPr>
          <a:xfrm>
            <a:off x="155532" y="4385980"/>
            <a:ext cx="2068152" cy="315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100" b="1" dirty="0">
                <a:solidFill>
                  <a:schemeClr val="bg2">
                    <a:lumMod val="25000"/>
                  </a:schemeClr>
                </a:solidFill>
                <a:latin typeface="Suzano Unicase" panose="02010503030508060203" pitchFamily="2" charset="0"/>
              </a:rPr>
              <a:t>ORGANIZAÇÃO ESCOPO 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8267679-041B-4327-EC2F-73A5D520FBFE}"/>
              </a:ext>
            </a:extLst>
          </p:cNvPr>
          <p:cNvSpPr txBox="1"/>
          <p:nvPr/>
        </p:nvSpPr>
        <p:spPr>
          <a:xfrm>
            <a:off x="130398" y="2819398"/>
            <a:ext cx="4273327" cy="16798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Proponentes: Limpidoz, Leadec, Kaefer, Veratto, Mistral, GPS</a:t>
            </a: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Limpidoz sem reajuste 2026 e inflação represada historicamente</a:t>
            </a: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Entrada de novo Player (Leadec)</a:t>
            </a: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Leadec atende implantação de software gestão para migração contratação produtividade, mas efeito preço é prioridade</a:t>
            </a: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Condições pré estabelecidas em projeto SS  </a:t>
            </a:r>
          </a:p>
          <a:p>
            <a:pPr>
              <a:lnSpc>
                <a:spcPct val="150000"/>
              </a:lnSpc>
            </a:pPr>
            <a:endParaRPr lang="pt-BR" sz="1000" dirty="0">
              <a:solidFill>
                <a:schemeClr val="tx1"/>
              </a:solidFill>
              <a:latin typeface="Suzano Display" panose="020105030305080602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8939A5C-594A-5BDD-8D23-8DA1571139FE}"/>
              </a:ext>
            </a:extLst>
          </p:cNvPr>
          <p:cNvSpPr txBox="1"/>
          <p:nvPr/>
        </p:nvSpPr>
        <p:spPr>
          <a:xfrm>
            <a:off x="8692356" y="4038429"/>
            <a:ext cx="671016" cy="21006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9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Efeito Preço</a:t>
            </a:r>
          </a:p>
        </p:txBody>
      </p: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CDCD676E-8D34-6AF6-1D5F-E391CA96938B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5848350" y="2008188"/>
            <a:ext cx="2905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36D23A9C-C52B-75E3-8B5E-7911C3EEB24A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6502400" y="1968500"/>
            <a:ext cx="2905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EDE17F4-DEE8-33A9-2A6A-F1883E511DC5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9774238" y="2316163"/>
            <a:ext cx="2905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9426DA07-91B3-116E-51D2-2340691550E6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10428288" y="2074863"/>
            <a:ext cx="2905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9" name="Chart 3">
            <a:extLst>
              <a:ext uri="{FF2B5EF4-FFF2-40B4-BE49-F238E27FC236}">
                <a16:creationId xmlns:a16="http://schemas.microsoft.com/office/drawing/2014/main" id="{C758C338-28E0-FDAB-3206-250126CF8AB5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579420161"/>
              </p:ext>
            </p:extLst>
          </p:nvPr>
        </p:nvGraphicFramePr>
        <p:xfrm>
          <a:off x="5257800" y="1677988"/>
          <a:ext cx="6707188" cy="2165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1"/>
          </a:graphicData>
        </a:graphic>
      </p:graphicFrame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D3A00842-5021-4895-024D-CF12D7B0A9B6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8567738" y="2203450"/>
            <a:ext cx="188913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568AC4F9-F28C-202B-C265-E39F3AACF3DB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 bwMode="auto">
          <a:xfrm>
            <a:off x="8610600" y="2066925"/>
            <a:ext cx="0" cy="13970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2C3A88E8-2D70-A96F-FDA8-1FA7A716A8B1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>
            <a:off x="8467725" y="2070100"/>
            <a:ext cx="1857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352D2892-B1B3-37F8-0749-426D37869751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5665788" y="1193800"/>
            <a:ext cx="52339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63" name="Conector reto 19462">
            <a:extLst>
              <a:ext uri="{FF2B5EF4-FFF2-40B4-BE49-F238E27FC236}">
                <a16:creationId xmlns:a16="http://schemas.microsoft.com/office/drawing/2014/main" id="{E8F1C6EB-408C-BAC6-F9EA-88CEE5462A67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 bwMode="auto">
          <a:xfrm flipV="1">
            <a:off x="5665788" y="1193799"/>
            <a:ext cx="0" cy="6064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573F3C35-366A-970F-2324-235699158653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10899775" y="1193799"/>
            <a:ext cx="0" cy="6810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89" name="Conector reto 19788">
            <a:extLst>
              <a:ext uri="{FF2B5EF4-FFF2-40B4-BE49-F238E27FC236}">
                <a16:creationId xmlns:a16="http://schemas.microsoft.com/office/drawing/2014/main" id="{609A8008-3B34-6804-44B3-4B635EC94A84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9591675" y="1658938"/>
            <a:ext cx="0" cy="457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DF22AE13-6C98-BA6E-1036-38AE81934B7C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V="1">
            <a:off x="8283575" y="1658938"/>
            <a:ext cx="0" cy="2111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87" name="Conector reto 19786">
            <a:extLst>
              <a:ext uri="{FF2B5EF4-FFF2-40B4-BE49-F238E27FC236}">
                <a16:creationId xmlns:a16="http://schemas.microsoft.com/office/drawing/2014/main" id="{2CCE3AE3-3666-A7AB-54D0-B1B8C9EDAF6F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8283575" y="1658938"/>
            <a:ext cx="8175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88" name="Conector reto 19787">
            <a:extLst>
              <a:ext uri="{FF2B5EF4-FFF2-40B4-BE49-F238E27FC236}">
                <a16:creationId xmlns:a16="http://schemas.microsoft.com/office/drawing/2014/main" id="{28C0D9AD-FF82-D8BD-A976-C3D43C722A24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9428163" y="1658938"/>
            <a:ext cx="1635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335E5A3C-994F-02EB-3308-5D7126CEDCA1}"/>
              </a:ext>
            </a:extLst>
          </p:cNvPr>
          <p:cNvCxnSpPr>
            <a:cxnSpLocks/>
          </p:cNvCxnSpPr>
          <p:nvPr>
            <p:custDataLst>
              <p:tags r:id="rId17"/>
            </p:custDataLst>
          </p:nvPr>
        </p:nvCxnSpPr>
        <p:spPr bwMode="auto">
          <a:xfrm flipV="1">
            <a:off x="6973888" y="1193800"/>
            <a:ext cx="0" cy="57467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74475E72-AE9F-68D3-C230-EFAFDFFF1EAE}"/>
              </a:ext>
            </a:extLst>
          </p:cNvPr>
          <p:cNvCxnSpPr>
            <a:cxnSpLocks/>
          </p:cNvCxnSpPr>
          <p:nvPr>
            <p:custDataLst>
              <p:tags r:id="rId18"/>
            </p:custDataLst>
          </p:nvPr>
        </p:nvCxnSpPr>
        <p:spPr bwMode="auto">
          <a:xfrm flipV="1">
            <a:off x="8937625" y="1658938"/>
            <a:ext cx="0" cy="3444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076839F2-C99D-FBB3-1925-400542E7A701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>
            <a:off x="10899775" y="2049463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19" name="Conector reto 19718">
            <a:extLst>
              <a:ext uri="{FF2B5EF4-FFF2-40B4-BE49-F238E27FC236}">
                <a16:creationId xmlns:a16="http://schemas.microsoft.com/office/drawing/2014/main" id="{323BB759-D8B7-A9DC-EF6B-1CAD52BA50BB}"/>
              </a:ext>
            </a:extLst>
          </p:cNvPr>
          <p:cNvCxnSpPr/>
          <p:nvPr>
            <p:custDataLst>
              <p:tags r:id="rId20"/>
            </p:custDataLst>
          </p:nvPr>
        </p:nvCxnSpPr>
        <p:spPr bwMode="auto">
          <a:xfrm>
            <a:off x="10245725" y="2049463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72A78B47-F857-F8BA-DDF6-E32766D2106B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6973888" y="1943100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740" name="Retângulo 19739">
            <a:extLst>
              <a:ext uri="{FF2B5EF4-FFF2-40B4-BE49-F238E27FC236}">
                <a16:creationId xmlns:a16="http://schemas.microsoft.com/office/drawing/2014/main" id="{E659DCF2-26FC-2A59-4D4A-CAB9AB163325}"/>
              </a:ext>
            </a:extLst>
          </p:cNvPr>
          <p:cNvSpPr/>
          <p:nvPr>
            <p:custDataLst>
              <p:tags r:id="rId22"/>
            </p:custDataLst>
          </p:nvPr>
        </p:nvSpPr>
        <p:spPr bwMode="gray">
          <a:xfrm>
            <a:off x="10121900" y="1912938"/>
            <a:ext cx="24923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F8DB9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7463" tIns="0" rIns="17463" bIns="0" numCol="1" spcCol="0" rtlCol="0" anchor="b">
            <a:noAutofit/>
          </a:bodyPr>
          <a:lstStyle/>
          <a:p>
            <a:pPr algn="ctr" fontAlgn="auto">
              <a:lnSpc>
                <a:spcPct val="90000"/>
              </a:lnSpc>
            </a:pPr>
            <a:fld id="{433F60A0-D42D-40A0-B4D9-5408DC71CB57}" type="datetime'2''''''''''''''''''''''''8''''''''''8'''''''''''''''''''''''">
              <a:rPr lang="pt-BR" altLang="en-US" sz="1000" smtClean="0">
                <a:solidFill>
                  <a:schemeClr val="tx1"/>
                </a:solidFill>
                <a:latin typeface="Suzano Unicase" panose="02010503030508060203" pitchFamily="2" charset="0"/>
                <a:cs typeface="+mn-cs"/>
              </a:rPr>
              <a:pPr algn="ctr" fontAlgn="auto">
                <a:lnSpc>
                  <a:spcPct val="90000"/>
                </a:lnSpc>
              </a:pPr>
              <a:t>288</a:t>
            </a:fld>
            <a:endParaRPr kumimoji="0" lang="pt-BR" sz="1000" b="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Suzano Unicase" panose="02010503030508060203" pitchFamily="2" charset="0"/>
              <a:cs typeface="+mn-cs"/>
              <a:sym typeface="Suzano Unicase" panose="02010503030508060203" pitchFamily="2" charset="0"/>
            </a:endParaRPr>
          </a:p>
        </p:txBody>
      </p:sp>
      <p:sp>
        <p:nvSpPr>
          <p:cNvPr id="19739" name="Espaço Reservado para Texto 2">
            <a:extLst>
              <a:ext uri="{FF2B5EF4-FFF2-40B4-BE49-F238E27FC236}">
                <a16:creationId xmlns:a16="http://schemas.microsoft.com/office/drawing/2014/main" id="{C6DBA307-0E17-DC22-37E1-CBD988056DB6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auto">
          <a:xfrm>
            <a:off x="10061575" y="3790950"/>
            <a:ext cx="368300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9E4B570D-EF50-4148-99E2-185D4772D303}" type="datetime'''Ef''eit''o'''' ''''''''V''''''olum''''''e'''''''">
              <a:rPr lang="pt-BR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Efeito Volume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36" name="Retângulo 19735">
            <a:extLst>
              <a:ext uri="{FF2B5EF4-FFF2-40B4-BE49-F238E27FC236}">
                <a16:creationId xmlns:a16="http://schemas.microsoft.com/office/drawing/2014/main" id="{1C0D4509-1BF0-D85C-1FEF-D447C91621FA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10731500" y="1912938"/>
            <a:ext cx="33813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F8DB9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7463" tIns="0" rIns="17463" bIns="0" numCol="1" spcCol="0" rtlCol="0" anchor="b">
            <a:noAutofit/>
          </a:bodyPr>
          <a:lstStyle/>
          <a:p>
            <a:pPr algn="ctr" fontAlgn="auto">
              <a:lnSpc>
                <a:spcPct val="90000"/>
              </a:lnSpc>
            </a:pPr>
            <a:fld id="{400C8655-CB78-4861-BC44-31830F8FCCB3}" type="datetime'''2.''''''''''0''''''1''''''''''''''''''''''''''''''7'">
              <a:rPr lang="pt-BR" altLang="en-US" sz="1000" smtClean="0">
                <a:solidFill>
                  <a:schemeClr val="tx1"/>
                </a:solidFill>
                <a:latin typeface="Suzano Unicase" panose="02010503030508060203" pitchFamily="2" charset="0"/>
                <a:cs typeface="+mn-cs"/>
              </a:rPr>
              <a:pPr algn="ctr" fontAlgn="auto">
                <a:lnSpc>
                  <a:spcPct val="90000"/>
                </a:lnSpc>
              </a:pPr>
              <a:t>2.017</a:t>
            </a:fld>
            <a:endParaRPr kumimoji="0" lang="pt-BR" sz="1000" b="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Suzano Unicase" panose="02010503030508060203" pitchFamily="2" charset="0"/>
              <a:cs typeface="+mn-cs"/>
              <a:sym typeface="Suzano Unicase" panose="02010503030508060203" pitchFamily="2" charset="0"/>
            </a:endParaRP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DDD96E35-154E-B6AC-0CC6-C1771DF5A16B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auto">
          <a:xfrm>
            <a:off x="11320463" y="3790950"/>
            <a:ext cx="468313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1E0E3EB9-3EEE-4E0A-9D38-47C969828B05}" type="datetime'C''o''''''n''''''tra''to'''''''''' A''''n''ua''l'''''''''">
              <a:rPr lang="pt-BR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Contrato Anual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32" name="Retângulo 19731">
            <a:extLst>
              <a:ext uri="{FF2B5EF4-FFF2-40B4-BE49-F238E27FC236}">
                <a16:creationId xmlns:a16="http://schemas.microsoft.com/office/drawing/2014/main" id="{CAC6DA78-33B2-81A9-794A-4D91752E9591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6804025" y="1806575"/>
            <a:ext cx="34131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30C3E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7463" tIns="0" rIns="17463" bIns="0" numCol="1" spcCol="0" rtlCol="0" anchor="b">
            <a:noAutofit/>
          </a:bodyPr>
          <a:lstStyle/>
          <a:p>
            <a:pPr algn="ctr" fontAlgn="auto">
              <a:lnSpc>
                <a:spcPct val="90000"/>
              </a:lnSpc>
            </a:pPr>
            <a:fld id="{EC03FC4A-183C-4876-9F75-1A501F6C9AE2}" type="datetime'''''''2.''''''''''''1''4''''''6'''''''">
              <a:rPr lang="pt-BR" altLang="en-US" sz="1000" smtClean="0">
                <a:solidFill>
                  <a:schemeClr val="tx1"/>
                </a:solidFill>
                <a:latin typeface="Suzano Unicase" panose="02010503030508060203" pitchFamily="2" charset="0"/>
                <a:cs typeface="+mn-cs"/>
              </a:rPr>
              <a:pPr algn="ctr" fontAlgn="auto">
                <a:lnSpc>
                  <a:spcPct val="90000"/>
                </a:lnSpc>
              </a:pPr>
              <a:t>2.146</a:t>
            </a:fld>
            <a:endParaRPr lang="pt-BR" sz="1000" dirty="0">
              <a:solidFill>
                <a:schemeClr val="tx1"/>
              </a:solidFill>
              <a:latin typeface="Suzano Unicase" panose="02010503030508060203" pitchFamily="2" charset="0"/>
              <a:cs typeface="+mn-cs"/>
              <a:sym typeface="Suzano Unicase" panose="02010503030508060203" pitchFamily="2" charset="0"/>
            </a:endParaRPr>
          </a:p>
        </p:txBody>
      </p:sp>
      <p:sp>
        <p:nvSpPr>
          <p:cNvPr id="19720" name="Retângulo 19719">
            <a:extLst>
              <a:ext uri="{FF2B5EF4-FFF2-40B4-BE49-F238E27FC236}">
                <a16:creationId xmlns:a16="http://schemas.microsoft.com/office/drawing/2014/main" id="{C8173FB8-833F-CFD5-5273-2CEECDCEC4F6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5600700" y="1974850"/>
            <a:ext cx="130175" cy="109538"/>
          </a:xfrm>
          <a:prstGeom prst="rect">
            <a:avLst/>
          </a:prstGeom>
          <a:solidFill>
            <a:srgbClr val="4C6C9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4288" tIns="0" rIns="14288" bIns="0" numCol="1" spcCol="0" rtlCol="0" anchor="ctr">
            <a:noAutofit/>
          </a:bodyPr>
          <a:lstStyle/>
          <a:p>
            <a:pPr algn="ctr" fontAlgn="auto">
              <a:lnSpc>
                <a:spcPct val="90000"/>
              </a:lnSpc>
            </a:pPr>
            <a:fld id="{CD62E2B4-DC37-478A-AFAB-C62DD1AAF5E7}" type="datetime'''''''''''''''''''''''''''''''''''''''4''8'''''">
              <a:rPr lang="pt-BR" altLang="en-US" sz="800" smtClean="0">
                <a:solidFill>
                  <a:schemeClr val="bg1"/>
                </a:solidFill>
                <a:effectLst/>
                <a:latin typeface="+mn-lt"/>
                <a:cs typeface="+mn-cs"/>
              </a:rPr>
              <a:pPr algn="ctr" fontAlgn="auto">
                <a:lnSpc>
                  <a:spcPct val="90000"/>
                </a:lnSpc>
              </a:pPr>
              <a:t>48</a:t>
            </a:fld>
            <a:endParaRPr kumimoji="0" lang="pt-BR" sz="800" b="0" i="0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cs typeface="+mn-cs"/>
              <a:sym typeface="Suzano Unicase" panose="02010503030508060203" pitchFamily="2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FA6C32D-75A5-45AD-ACB5-F8AAA5B9D0F4}"/>
              </a:ext>
            </a:extLst>
          </p:cNvPr>
          <p:cNvSpPr/>
          <p:nvPr>
            <p:custDataLst>
              <p:tags r:id="rId28"/>
            </p:custDataLst>
          </p:nvPr>
        </p:nvSpPr>
        <p:spPr bwMode="gray">
          <a:xfrm>
            <a:off x="5575300" y="2235200"/>
            <a:ext cx="180975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C6C9C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4288" tIns="0" rIns="14288" bIns="0" numCol="1" spcCol="0" rtlCol="0" anchor="ctr">
            <a:noAutofit/>
          </a:bodyPr>
          <a:lstStyle/>
          <a:p>
            <a:pPr algn="ctr" fontAlgn="auto">
              <a:lnSpc>
                <a:spcPct val="90000"/>
              </a:lnSpc>
            </a:pPr>
            <a:fld id="{79E756E4-4B25-4C4C-B29B-27A55E62E9B0}" type="datetime'''''''''''''''''''''''5''''''''''''''''7''''''''''''''6'''''">
              <a:rPr lang="pt-BR" altLang="en-US" sz="800" smtClean="0">
                <a:solidFill>
                  <a:schemeClr val="bg1"/>
                </a:solidFill>
                <a:effectLst/>
                <a:latin typeface="+mn-lt"/>
                <a:cs typeface="+mn-cs"/>
                <a:sym typeface="Suzano Unicase" panose="02010503030508060203" pitchFamily="2" charset="0"/>
              </a:rPr>
              <a:pPr algn="ctr" fontAlgn="auto">
                <a:lnSpc>
                  <a:spcPct val="90000"/>
                </a:lnSpc>
              </a:pPr>
              <a:t>576</a:t>
            </a:fld>
            <a:endParaRPr kumimoji="0" lang="pt-BR" sz="800" b="0" i="0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cs typeface="+mn-cs"/>
              <a:sym typeface="Suzano Unicase" panose="02010503030508060203" pitchFamily="2" charset="0"/>
            </a:endParaRPr>
          </a:p>
        </p:txBody>
      </p:sp>
      <p:sp>
        <p:nvSpPr>
          <p:cNvPr id="19723" name="Retângulo 19722">
            <a:extLst>
              <a:ext uri="{FF2B5EF4-FFF2-40B4-BE49-F238E27FC236}">
                <a16:creationId xmlns:a16="http://schemas.microsoft.com/office/drawing/2014/main" id="{F74CBC0F-A4E7-240F-32B6-98781AB03637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5537200" y="3090863"/>
            <a:ext cx="257175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4288" tIns="0" rIns="14288" bIns="0" numCol="1" spcCol="0" rtlCol="0" anchor="ctr">
            <a:noAutofit/>
          </a:bodyPr>
          <a:lstStyle/>
          <a:p>
            <a:pPr algn="ctr" fontAlgn="auto">
              <a:lnSpc>
                <a:spcPct val="90000"/>
              </a:lnSpc>
            </a:pPr>
            <a:fld id="{DE43A00C-56BE-4E72-930E-87A5ED67A8C8}" type="datetime'''1''''.''''''''''''''''4''''''''''''''7''''''3'''''''">
              <a:rPr lang="pt-BR" altLang="en-US" sz="800" smtClean="0">
                <a:solidFill>
                  <a:schemeClr val="tx1"/>
                </a:solidFill>
                <a:latin typeface="+mn-lt"/>
                <a:cs typeface="+mn-cs"/>
              </a:rPr>
              <a:pPr algn="ctr" fontAlgn="auto">
                <a:lnSpc>
                  <a:spcPct val="90000"/>
                </a:lnSpc>
              </a:pPr>
              <a:t>1.473</a:t>
            </a:fld>
            <a:endParaRPr kumimoji="0" lang="pt-BR" sz="800" b="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Suzano Unicase" panose="02010503030508060203" pitchFamily="2" charset="0"/>
            </a:endParaRPr>
          </a:p>
        </p:txBody>
      </p:sp>
      <p:sp>
        <p:nvSpPr>
          <p:cNvPr id="19725" name="Espaço Reservado para Texto 2">
            <a:extLst>
              <a:ext uri="{FF2B5EF4-FFF2-40B4-BE49-F238E27FC236}">
                <a16:creationId xmlns:a16="http://schemas.microsoft.com/office/drawing/2014/main" id="{C9DF07D3-69A6-2F19-4477-2A0B63F29FB3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auto">
          <a:xfrm>
            <a:off x="5376863" y="3790950"/>
            <a:ext cx="577850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49BD46A-6801-48C7-83AD-378B8BFB34E5}" type="datetime'''B''a''''se''''li''ne'''' (''rea''''l''''i''''za''do)'">
              <a:rPr lang="en-US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Baseline (realizado)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43" name="Retângulo 19742">
            <a:extLst>
              <a:ext uri="{FF2B5EF4-FFF2-40B4-BE49-F238E27FC236}">
                <a16:creationId xmlns:a16="http://schemas.microsoft.com/office/drawing/2014/main" id="{92A9E1D5-BE8D-2EB6-1782-986220443203}"/>
              </a:ext>
            </a:extLst>
          </p:cNvPr>
          <p:cNvSpPr/>
          <p:nvPr>
            <p:custDataLst>
              <p:tags r:id="rId31"/>
            </p:custDataLst>
          </p:nvPr>
        </p:nvSpPr>
        <p:spPr bwMode="gray">
          <a:xfrm>
            <a:off x="6254750" y="1933575"/>
            <a:ext cx="130175" cy="109538"/>
          </a:xfrm>
          <a:prstGeom prst="rect">
            <a:avLst/>
          </a:prstGeom>
          <a:solidFill>
            <a:srgbClr val="C30C3E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4288" tIns="0" rIns="14288" bIns="0" numCol="1" spcCol="0" rtlCol="0" anchor="ctr">
            <a:noAutofit/>
          </a:bodyPr>
          <a:lstStyle/>
          <a:p>
            <a:pPr algn="ctr" fontAlgn="auto">
              <a:lnSpc>
                <a:spcPct val="90000"/>
              </a:lnSpc>
            </a:pPr>
            <a:fld id="{A1841492-BAE0-4A21-B44F-8E7CD739EBC9}" type="datetime'''''4''''''8'''''''''''''''''''">
              <a:rPr lang="pt-BR" altLang="en-US" sz="800" smtClean="0">
                <a:solidFill>
                  <a:schemeClr val="bg1"/>
                </a:solidFill>
                <a:effectLst/>
                <a:latin typeface="+mn-lt"/>
                <a:cs typeface="+mn-cs"/>
              </a:rPr>
              <a:pPr algn="ctr" fontAlgn="auto">
                <a:lnSpc>
                  <a:spcPct val="90000"/>
                </a:lnSpc>
              </a:pPr>
              <a:t>48</a:t>
            </a:fld>
            <a:endParaRPr kumimoji="0" lang="pt-BR" sz="800" b="0" i="0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cs typeface="+mn-cs"/>
              <a:sym typeface="Suzano Unicase" panose="02010503030508060203" pitchFamily="2" charset="0"/>
            </a:endParaRPr>
          </a:p>
        </p:txBody>
      </p:sp>
      <p:sp>
        <p:nvSpPr>
          <p:cNvPr id="19727" name="Espaço Reservado para Texto 2">
            <a:extLst>
              <a:ext uri="{FF2B5EF4-FFF2-40B4-BE49-F238E27FC236}">
                <a16:creationId xmlns:a16="http://schemas.microsoft.com/office/drawing/2014/main" id="{C2DF0F79-F3E3-90BF-D537-F5F55AABB632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6083300" y="3790950"/>
            <a:ext cx="474663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1EAACD12-204B-487D-904E-1280A9AEF46F}" type="datetime'Correç''ão c''''''''on''''''''tra''t''o Limpi''''''''''doz'''">
              <a:rPr lang="en-US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Correção contrato Limpidoz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33" name="Espaço Reservado para Texto 2">
            <a:extLst>
              <a:ext uri="{FF2B5EF4-FFF2-40B4-BE49-F238E27FC236}">
                <a16:creationId xmlns:a16="http://schemas.microsoft.com/office/drawing/2014/main" id="{4A365014-23A1-F2C5-1AA9-0A22F624F20D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6688138" y="3790950"/>
            <a:ext cx="571500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F949996-30CC-46FD-AB36-C3194422026D}" type="datetime'''''''''B''a''s''e''''lin''''e ''At''''''''''ua''li''z''a''da'">
              <a:rPr lang="pt-BR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Baseline Atualizada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34" name="Espaço Reservado para Texto 2">
            <a:extLst>
              <a:ext uri="{FF2B5EF4-FFF2-40B4-BE49-F238E27FC236}">
                <a16:creationId xmlns:a16="http://schemas.microsoft.com/office/drawing/2014/main" id="{86B74CB8-AF34-D3F0-8984-C581C5F2A72A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7326313" y="3790950"/>
            <a:ext cx="604838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0C3AEEA5-AFFB-4524-B3B0-E819C7A30D52}" type="datetime'''''''''''Sh''o''u''''''l''d'''''''''''' ''C''o''''st '">
              <a:rPr lang="en-US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Should Cost 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35" name="Espaço Reservado para Texto 2">
            <a:extLst>
              <a:ext uri="{FF2B5EF4-FFF2-40B4-BE49-F238E27FC236}">
                <a16:creationId xmlns:a16="http://schemas.microsoft.com/office/drawing/2014/main" id="{73CD7DE7-BD4C-CD09-2045-EBFDD05D7EF7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8177213" y="3790950"/>
            <a:ext cx="212725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00FF093B-CC7D-435F-BCE1-724DC8031A79}" type="datetime'''''''''''''''P''''''''''''B''''''2''''''''''''''''6'">
              <a:rPr lang="pt-BR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PB26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42" name="Espaço Reservado para Texto 2">
            <a:extLst>
              <a:ext uri="{FF2B5EF4-FFF2-40B4-BE49-F238E27FC236}">
                <a16:creationId xmlns:a16="http://schemas.microsoft.com/office/drawing/2014/main" id="{162F06CC-19C7-3984-BA37-856B6A30ECB8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8731250" y="3790950"/>
            <a:ext cx="414338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5CAAA327-58AD-4999-AFD8-114AA9DE39C0}" type="datetime'P''''B26'''''''' ''c/'' d''''''''e''''sa''''f''io'''''' '">
              <a:rPr lang="pt-BR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PB26 c/ desafio 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41" name="Espaço Reservado para Texto 2">
            <a:extLst>
              <a:ext uri="{FF2B5EF4-FFF2-40B4-BE49-F238E27FC236}">
                <a16:creationId xmlns:a16="http://schemas.microsoft.com/office/drawing/2014/main" id="{08833175-1000-D130-C3FE-2D01FF59A29C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277350" y="3790950"/>
            <a:ext cx="630238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69B2A324-B822-4DD1-AC48-6F1202525B86}" type="datetime'''''Ne''g''o''ciad''''''o'''''''' efei''''to'' ''p''''''reço'">
              <a:rPr lang="pt-BR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Negociado efeito preço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37" name="Espaço Reservado para Texto 2">
            <a:extLst>
              <a:ext uri="{FF2B5EF4-FFF2-40B4-BE49-F238E27FC236}">
                <a16:creationId xmlns:a16="http://schemas.microsoft.com/office/drawing/2014/main" id="{4BA589B2-B026-AC0F-9574-0B568366C27A}"/>
              </a:ext>
            </a:extLst>
          </p:cNvPr>
          <p:cNvSpPr>
            <a:spLocks/>
          </p:cNvSpPr>
          <p:nvPr>
            <p:custDataLst>
              <p:tags r:id="rId38"/>
            </p:custDataLst>
          </p:nvPr>
        </p:nvSpPr>
        <p:spPr bwMode="auto">
          <a:xfrm>
            <a:off x="10634663" y="3790950"/>
            <a:ext cx="530225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022E3FA0-0FE9-4E1F-8FCA-FC4CE9B2FFCD}" type="datetime'''''''''Negocia''''do'''''' F''''''ull ''Y''ea''r'' ''2''026'">
              <a:rPr lang="en-US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Negociado Full Year 2026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44" name="Espaço Reservado para Texto 2">
            <a:extLst>
              <a:ext uri="{FF2B5EF4-FFF2-40B4-BE49-F238E27FC236}">
                <a16:creationId xmlns:a16="http://schemas.microsoft.com/office/drawing/2014/main" id="{AE9CDF88-3D3E-7283-9A39-2BC320F91817}"/>
              </a:ext>
            </a:extLst>
          </p:cNvPr>
          <p:cNvSpPr>
            <a:spLocks/>
          </p:cNvSpPr>
          <p:nvPr>
            <p:custDataLst>
              <p:tags r:id="rId39"/>
            </p:custDataLst>
          </p:nvPr>
        </p:nvSpPr>
        <p:spPr bwMode="gray">
          <a:xfrm>
            <a:off x="7458075" y="1598613"/>
            <a:ext cx="3413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7F958F94-6EB8-440C-9036-70844D0A8607}" type="datetime'''''''2''''''''''''''''''''''''''''.3''''''9''''''4'">
              <a:rPr lang="pt-BR" altLang="en-US" sz="10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2.394</a:t>
            </a:fld>
            <a:endParaRPr lang="en-US" sz="10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46" name="Espaço Reservado para Texto 2">
            <a:extLst>
              <a:ext uri="{FF2B5EF4-FFF2-40B4-BE49-F238E27FC236}">
                <a16:creationId xmlns:a16="http://schemas.microsoft.com/office/drawing/2014/main" id="{5305B791-0B7E-4E48-0EFE-3D3B41A0D76C}"/>
              </a:ext>
            </a:extLst>
          </p:cNvPr>
          <p:cNvSpPr>
            <a:spLocks/>
          </p:cNvSpPr>
          <p:nvPr>
            <p:custDataLst>
              <p:tags r:id="rId40"/>
            </p:custDataLst>
          </p:nvPr>
        </p:nvSpPr>
        <p:spPr bwMode="gray">
          <a:xfrm>
            <a:off x="8113713" y="1908175"/>
            <a:ext cx="3413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9ECA569C-2BDF-41B0-9273-DFD6D8738804}" type="datetime'2''''''''''''.''''''0''2''''''''''''''''''''''''3'''">
              <a:rPr lang="pt-BR" altLang="en-US" sz="10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2.023</a:t>
            </a:fld>
            <a:endParaRPr lang="en-US" sz="10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47" name="Espaço Reservado para Texto 2">
            <a:extLst>
              <a:ext uri="{FF2B5EF4-FFF2-40B4-BE49-F238E27FC236}">
                <a16:creationId xmlns:a16="http://schemas.microsoft.com/office/drawing/2014/main" id="{F9CA2082-05C1-F171-64AF-CFEB354DDB7B}"/>
              </a:ext>
            </a:extLst>
          </p:cNvPr>
          <p:cNvSpPr>
            <a:spLocks/>
          </p:cNvSpPr>
          <p:nvPr>
            <p:custDataLst>
              <p:tags r:id="rId41"/>
            </p:custDataLst>
          </p:nvPr>
        </p:nvSpPr>
        <p:spPr bwMode="gray">
          <a:xfrm>
            <a:off x="8764588" y="2041525"/>
            <a:ext cx="3460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85C5403-2E99-4D0E-BED9-3D99831607B0}" type="datetime'''1.''''''''''''''8''''''''''''''''6''''4'''''''">
              <a:rPr lang="pt-BR" altLang="en-US" sz="10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1.864</a:t>
            </a:fld>
            <a:endParaRPr lang="en-US" sz="10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45" name="Espaço Reservado para Texto 2">
            <a:extLst>
              <a:ext uri="{FF2B5EF4-FFF2-40B4-BE49-F238E27FC236}">
                <a16:creationId xmlns:a16="http://schemas.microsoft.com/office/drawing/2014/main" id="{21ED8747-D201-DCDB-626E-4B6D3A847ED9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gray">
          <a:xfrm>
            <a:off x="9424988" y="2154238"/>
            <a:ext cx="3349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8972B7F-4ACE-4C94-81FE-EB4D778A5F55}" type="datetime'''''''''1''''''''''''''.''''''7''''2''9'''''''''''''''''''''">
              <a:rPr lang="pt-BR" altLang="en-US" sz="10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1.729</a:t>
            </a:fld>
            <a:endParaRPr lang="en-US" sz="10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36" name="Espaço Reservado para Texto 2">
            <a:extLst>
              <a:ext uri="{FF2B5EF4-FFF2-40B4-BE49-F238E27FC236}">
                <a16:creationId xmlns:a16="http://schemas.microsoft.com/office/drawing/2014/main" id="{DB38492A-1B78-2B43-7AF5-11638686FBE5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gray">
          <a:xfrm>
            <a:off x="11382375" y="2006600"/>
            <a:ext cx="3429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33463B0-3F07-4378-B1C1-EE7C96A21087}" type="datetime'''''''1''''''''''''''''''''''.''''''9''''''''''''0''''''5'''">
              <a:rPr lang="pt-BR" altLang="en-US" sz="10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1.905</a:t>
            </a:fld>
            <a:endParaRPr lang="en-US" sz="10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49" name="Espaço Reservado para Texto 2">
            <a:extLst>
              <a:ext uri="{FF2B5EF4-FFF2-40B4-BE49-F238E27FC236}">
                <a16:creationId xmlns:a16="http://schemas.microsoft.com/office/drawing/2014/main" id="{DA6274D7-51E8-CBA3-F965-957C51D5D330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gray">
          <a:xfrm>
            <a:off x="5489575" y="1838325"/>
            <a:ext cx="3524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31DC0DE-D789-4E08-8CC0-C6BFA366F533}" type="datetime'''2''''''''''''''''.''0''''''''''9''''''''''''''8'''''''">
              <a:rPr lang="pt-BR" altLang="en-US" sz="10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2.098</a:t>
            </a:fld>
            <a:endParaRPr lang="en-US" sz="10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50" name="Elipse 19749">
            <a:extLst>
              <a:ext uri="{FF2B5EF4-FFF2-40B4-BE49-F238E27FC236}">
                <a16:creationId xmlns:a16="http://schemas.microsoft.com/office/drawing/2014/main" id="{0566B75F-8E1A-7FB1-C04A-C6575ED62646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8447088" y="2254250"/>
            <a:ext cx="327025" cy="327025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marR="0" algn="ctr" defTabSz="914400" rtl="0" fontAlgn="auto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fld id="{D611E41C-F360-497E-B70F-3ED8198C45F5}" type="datetime'''-''''''1''6''''''''''''''''''0'''''''''''''''''''''''''">
              <a:rPr lang="pt-BR" altLang="en-US" sz="800" smtClean="0">
                <a:solidFill>
                  <a:schemeClr val="tx1"/>
                </a:solidFill>
                <a:effectLst/>
                <a:latin typeface="+mn-lt"/>
                <a:cs typeface="+mn-cs"/>
              </a:rPr>
              <a:pPr marR="0" algn="ctr" defTabSz="914400" rtl="0" fontAlgn="auto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t>-160</a:t>
            </a:fld>
            <a:br>
              <a:rPr lang="pt-BR" altLang="en-US" sz="800">
                <a:solidFill>
                  <a:schemeClr val="tx1"/>
                </a:solidFill>
                <a:effectLst/>
                <a:latin typeface="+mn-lt"/>
                <a:cs typeface="+mn-cs"/>
                <a:sym typeface="Suzano Unicase" panose="02010503030508060203" pitchFamily="2" charset="0"/>
              </a:rPr>
            </a:br>
            <a:r>
              <a:rPr lang="pt-BR" altLang="en-US" sz="800">
                <a:solidFill>
                  <a:schemeClr val="tx1"/>
                </a:solidFill>
                <a:effectLst/>
                <a:latin typeface="+mn-lt"/>
                <a:cs typeface="+mn-cs"/>
                <a:sym typeface="Suzano Unicase" panose="02010503030508060203" pitchFamily="2" charset="0"/>
              </a:rPr>
              <a:t>(</a:t>
            </a:r>
            <a:fld id="{34340B6D-0368-4DBA-AC9D-BEA2E6C7F653}" type="datetime'''''''''''''''''-''''''''''''''''''''''''8''''''''%'''''''''">
              <a:rPr lang="pt-BR" altLang="en-US" sz="800" smtClean="0">
                <a:solidFill>
                  <a:schemeClr val="tx1"/>
                </a:solidFill>
                <a:effectLst/>
                <a:latin typeface="+mn-lt"/>
                <a:cs typeface="+mn-cs"/>
              </a:rPr>
              <a:pPr marR="0" algn="ctr" defTabSz="914400" rtl="0" fontAlgn="auto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t>-8%</a:t>
            </a:fld>
            <a:r>
              <a:rPr lang="pt-BR" altLang="en-US" sz="800">
                <a:solidFill>
                  <a:schemeClr val="tx1"/>
                </a:solidFill>
                <a:effectLst/>
                <a:latin typeface="+mn-lt"/>
                <a:cs typeface="+mn-cs"/>
                <a:sym typeface="Suzano Unicase" panose="02010503030508060203" pitchFamily="2" charset="0"/>
              </a:rPr>
              <a:t>)</a:t>
            </a:r>
            <a:endParaRPr kumimoji="0" lang="pt-BR" sz="80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Suzano Unicase" panose="02010503030508060203" pitchFamily="2" charset="0"/>
            </a:endParaRPr>
          </a:p>
        </p:txBody>
      </p:sp>
      <p:sp>
        <p:nvSpPr>
          <p:cNvPr id="19457" name="Elipse 19456">
            <a:extLst>
              <a:ext uri="{FF2B5EF4-FFF2-40B4-BE49-F238E27FC236}">
                <a16:creationId xmlns:a16="http://schemas.microsoft.com/office/drawing/2014/main" id="{B270E55D-930F-A243-2122-0CE8BE5BAA7C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6069013" y="977900"/>
            <a:ext cx="503238" cy="4318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marR="0" algn="ctr" defTabSz="914400" rtl="0" fontAlgn="auto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fld id="{CAF425E4-E447-441B-9B8F-834A67C3D38A}" type="datetime'-''''''''''8''''''''''''''''0'''''''''''''''''''">
              <a:rPr lang="pt-BR" altLang="en-US" sz="1000" b="1" smtClean="0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pPr marR="0" algn="ctr" defTabSz="914400" rtl="0" fontAlgn="auto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t>-80</a:t>
            </a:fld>
            <a:br>
              <a:rPr lang="pt-BR" altLang="en-US" sz="1000" b="1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</a:br>
            <a:r>
              <a:rPr lang="pt-BR" altLang="en-US" sz="1000" b="1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t>(</a:t>
            </a:r>
            <a:fld id="{0A28E726-BCA6-45E1-8C52-518671AE152E}" type="datetime'''''''''''''''''''''''''''''''''''''''''''''''''''''-4''''%'">
              <a:rPr lang="pt-BR" altLang="en-US" sz="1000" b="1" smtClean="0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pPr marR="0" algn="ctr" defTabSz="914400" rtl="0" fontAlgn="auto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t>-4%</a:t>
            </a:fld>
            <a:r>
              <a:rPr lang="pt-BR" altLang="en-US" sz="1000" b="1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t>)</a:t>
            </a:r>
            <a:endParaRPr kumimoji="0" lang="pt-BR" sz="1000" b="1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Suzano Unicase" panose="02010503030508060203" pitchFamily="2" charset="0"/>
              <a:cs typeface="+mn-cs"/>
              <a:sym typeface="Suzano Unicase" panose="02010503030508060203" pitchFamily="2" charset="0"/>
            </a:endParaRPr>
          </a:p>
        </p:txBody>
      </p:sp>
      <p:sp>
        <p:nvSpPr>
          <p:cNvPr id="19751" name="Elipse 19750">
            <a:extLst>
              <a:ext uri="{FF2B5EF4-FFF2-40B4-BE49-F238E27FC236}">
                <a16:creationId xmlns:a16="http://schemas.microsoft.com/office/drawing/2014/main" id="{08BE5E59-E6D5-5B19-60DB-CB54E5B88B6D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8685213" y="977900"/>
            <a:ext cx="503238" cy="4318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marR="0" algn="ctr" defTabSz="914400" rtl="0" fontAlgn="auto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fld id="{9C31B7A5-FE3C-49B7-9B58-1B71DC9E9FA2}" type="datetime'''''-''''''''''''''''''1''''''''''2''''8'''''''''''''''''''">
              <a:rPr lang="pt-BR" altLang="en-US" sz="1000" b="1" smtClean="0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pPr marR="0" algn="ctr" defTabSz="914400" rtl="0" fontAlgn="auto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t>-128</a:t>
            </a:fld>
            <a:br>
              <a:rPr lang="pt-BR" altLang="en-US" sz="1000" b="1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</a:br>
            <a:r>
              <a:rPr lang="pt-BR" altLang="en-US" sz="1000" b="1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t>(</a:t>
            </a:r>
            <a:fld id="{978CB511-3AC3-4101-A2D2-3A1BAF24B364}" type="datetime'''''''''''''''''-''''6''''''''''''%'''''">
              <a:rPr lang="pt-BR" altLang="en-US" sz="1000" b="1" smtClean="0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pPr marR="0" algn="ctr" defTabSz="914400" rtl="0" fontAlgn="auto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t>-6%</a:t>
            </a:fld>
            <a:r>
              <a:rPr lang="pt-BR" altLang="en-US" sz="1000" b="1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t>)</a:t>
            </a:r>
            <a:endParaRPr kumimoji="0" lang="pt-BR" sz="1000" b="1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Suzano Unicase" panose="02010503030508060203" pitchFamily="2" charset="0"/>
              <a:cs typeface="+mn-cs"/>
              <a:sym typeface="Suzano Unicase" panose="02010503030508060203" pitchFamily="2" charset="0"/>
            </a:endParaRPr>
          </a:p>
        </p:txBody>
      </p:sp>
      <p:sp>
        <p:nvSpPr>
          <p:cNvPr id="19752" name="Elipse 19751">
            <a:extLst>
              <a:ext uri="{FF2B5EF4-FFF2-40B4-BE49-F238E27FC236}">
                <a16:creationId xmlns:a16="http://schemas.microsoft.com/office/drawing/2014/main" id="{E7BDE522-9899-7D71-E0B6-076663CF5954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8421688" y="1485900"/>
            <a:ext cx="377825" cy="346075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marR="0" algn="ctr" defTabSz="914400" rtl="0" fontAlgn="auto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fld id="{BF697C4D-2677-4D1C-93FF-A4AAB18008C3}" type="datetime'''''''-''''''''''''''''''''''''294'">
              <a:rPr lang="pt-BR" altLang="en-US" sz="800" smtClean="0">
                <a:solidFill>
                  <a:schemeClr val="tx1"/>
                </a:solidFill>
                <a:effectLst/>
                <a:latin typeface="+mn-lt"/>
                <a:cs typeface="+mn-cs"/>
              </a:rPr>
              <a:pPr marR="0" algn="ctr" defTabSz="914400" rtl="0" fontAlgn="auto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t>-294</a:t>
            </a:fld>
            <a:br>
              <a:rPr lang="pt-BR" altLang="en-US" sz="800">
                <a:solidFill>
                  <a:schemeClr val="tx1"/>
                </a:solidFill>
                <a:effectLst/>
                <a:latin typeface="+mn-lt"/>
                <a:cs typeface="+mn-cs"/>
              </a:rPr>
            </a:br>
            <a:r>
              <a:rPr lang="pt-BR" altLang="en-US" sz="800">
                <a:solidFill>
                  <a:schemeClr val="tx1"/>
                </a:solidFill>
                <a:effectLst/>
                <a:latin typeface="+mn-lt"/>
                <a:cs typeface="+mn-cs"/>
              </a:rPr>
              <a:t>(</a:t>
            </a:r>
            <a:fld id="{F9D8F349-8804-4612-A227-B028D769C91E}" type="datetime'''''''''''-1''''''''''''''''''''''''''''''''''5''''''''''%'">
              <a:rPr lang="pt-BR" altLang="en-US" sz="800" smtClean="0">
                <a:solidFill>
                  <a:schemeClr val="tx1"/>
                </a:solidFill>
                <a:effectLst/>
                <a:latin typeface="+mn-lt"/>
                <a:cs typeface="+mn-cs"/>
              </a:rPr>
              <a:pPr marR="0" algn="ctr" defTabSz="914400" rtl="0" fontAlgn="auto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t>-15%</a:t>
            </a:fld>
            <a:r>
              <a:rPr lang="pt-BR" altLang="en-US" sz="800">
                <a:solidFill>
                  <a:schemeClr val="tx1"/>
                </a:solidFill>
                <a:effectLst/>
                <a:latin typeface="+mn-lt"/>
                <a:cs typeface="+mn-cs"/>
              </a:rPr>
              <a:t>)</a:t>
            </a:r>
            <a:endParaRPr kumimoji="0" lang="pt-BR" sz="80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Suzano Unicase" panose="02010503030508060203" pitchFamily="2" charset="0"/>
            </a:endParaRPr>
          </a:p>
        </p:txBody>
      </p:sp>
      <p:sp>
        <p:nvSpPr>
          <p:cNvPr id="19753" name="Elipse 19752">
            <a:extLst>
              <a:ext uri="{FF2B5EF4-FFF2-40B4-BE49-F238E27FC236}">
                <a16:creationId xmlns:a16="http://schemas.microsoft.com/office/drawing/2014/main" id="{625B1780-6B36-FBDA-B69E-8ECDEE5B412A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9101138" y="1495425"/>
            <a:ext cx="327025" cy="327025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algn="ctr" fontAlgn="auto"/>
            <a:fld id="{5B92EE17-6C7D-425C-AC26-0BB5785B3F56}" type="datetime'''''''''-''''''''''''''''''1''''''''''''3''5'''''''''''">
              <a:rPr lang="pt-BR" altLang="en-US" sz="800" smtClean="0">
                <a:solidFill>
                  <a:schemeClr val="tx1"/>
                </a:solidFill>
                <a:latin typeface="+mn-lt"/>
                <a:cs typeface="+mn-cs"/>
              </a:rPr>
              <a:pPr algn="ctr" fontAlgn="auto"/>
              <a:t>-135</a:t>
            </a:fld>
            <a:br>
              <a:rPr lang="pt-BR" altLang="en-US" sz="800">
                <a:solidFill>
                  <a:schemeClr val="tx1"/>
                </a:solidFill>
                <a:effectLst/>
                <a:latin typeface="+mn-lt"/>
                <a:cs typeface="+mn-cs"/>
                <a:sym typeface="Suzano Unicase" panose="02010503030508060203" pitchFamily="2" charset="0"/>
              </a:rPr>
            </a:br>
            <a:r>
              <a:rPr lang="pt-BR" altLang="en-US" sz="800">
                <a:solidFill>
                  <a:schemeClr val="tx1"/>
                </a:solidFill>
                <a:effectLst/>
                <a:latin typeface="+mn-lt"/>
                <a:cs typeface="+mn-cs"/>
                <a:sym typeface="Suzano Unicase" panose="02010503030508060203" pitchFamily="2" charset="0"/>
              </a:rPr>
              <a:t>(</a:t>
            </a:r>
            <a:fld id="{05C02524-428E-4DD4-BA14-388E1CFC6DD9}" type="datetime'''''''''''-7''''''''''''''''%'''''''''''''''">
              <a:rPr lang="pt-BR" altLang="en-US" sz="800" smtClean="0">
                <a:solidFill>
                  <a:schemeClr val="tx1"/>
                </a:solidFill>
                <a:latin typeface="+mn-lt"/>
                <a:cs typeface="+mn-cs"/>
              </a:rPr>
              <a:pPr algn="ctr" fontAlgn="auto"/>
              <a:t>-7%</a:t>
            </a:fld>
            <a:r>
              <a:rPr lang="pt-BR" altLang="en-US" sz="800">
                <a:solidFill>
                  <a:schemeClr val="tx1"/>
                </a:solidFill>
                <a:effectLst/>
                <a:latin typeface="+mn-lt"/>
                <a:cs typeface="+mn-cs"/>
                <a:sym typeface="Suzano Unicase" panose="02010503030508060203" pitchFamily="2" charset="0"/>
              </a:rPr>
              <a:t>)</a:t>
            </a:r>
            <a:endParaRPr kumimoji="0" lang="pt-BR" sz="80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Suzano Unicase" panose="02010503030508060203" pitchFamily="2" charset="0"/>
            </a:endParaRPr>
          </a:p>
        </p:txBody>
      </p:sp>
      <p:sp>
        <p:nvSpPr>
          <p:cNvPr id="19754" name="Retângulo 19753">
            <a:extLst>
              <a:ext uri="{FF2B5EF4-FFF2-40B4-BE49-F238E27FC236}">
                <a16:creationId xmlns:a16="http://schemas.microsoft.com/office/drawing/2014/main" id="{06F4CC2B-02C7-4A41-370E-C5718CA75A90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4481513" y="2581275"/>
            <a:ext cx="142875" cy="106363"/>
          </a:xfrm>
          <a:prstGeom prst="rect">
            <a:avLst/>
          </a:prstGeom>
          <a:solidFill>
            <a:srgbClr val="1932C8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9755" name="Retângulo 19754">
            <a:extLst>
              <a:ext uri="{FF2B5EF4-FFF2-40B4-BE49-F238E27FC236}">
                <a16:creationId xmlns:a16="http://schemas.microsoft.com/office/drawing/2014/main" id="{3D25CB22-D706-4A51-83C3-3DC744F60F6F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4481513" y="2754313"/>
            <a:ext cx="142875" cy="106363"/>
          </a:xfrm>
          <a:prstGeom prst="rect">
            <a:avLst/>
          </a:prstGeom>
          <a:solidFill>
            <a:srgbClr val="6F8DB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9756" name="Retângulo 19755">
            <a:extLst>
              <a:ext uri="{FF2B5EF4-FFF2-40B4-BE49-F238E27FC236}">
                <a16:creationId xmlns:a16="http://schemas.microsoft.com/office/drawing/2014/main" id="{DF24A2C6-6CFF-B8CA-7DC5-1836EDFE0B9D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4481513" y="2927350"/>
            <a:ext cx="142875" cy="106363"/>
          </a:xfrm>
          <a:prstGeom prst="rect">
            <a:avLst/>
          </a:prstGeom>
          <a:solidFill>
            <a:srgbClr val="C3CFE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9758" name="Retângulo 19757">
            <a:extLst>
              <a:ext uri="{FF2B5EF4-FFF2-40B4-BE49-F238E27FC236}">
                <a16:creationId xmlns:a16="http://schemas.microsoft.com/office/drawing/2014/main" id="{CAFA808A-A900-F5DB-2A44-8E2C4AC57912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4675188" y="2576513"/>
            <a:ext cx="365125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marR="0" algn="l" defTabSz="914400" rtl="0" fontAlgn="auto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pt-BR" altLang="en-US" sz="800" dirty="0">
                <a:solidFill>
                  <a:schemeClr val="tx1"/>
                </a:solidFill>
                <a:effectLst/>
                <a:latin typeface="+mn-lt"/>
                <a:cs typeface="+mn-cs"/>
                <a:sym typeface="Suzano Unicase" panose="02010503030508060203" pitchFamily="2" charset="0"/>
              </a:rPr>
              <a:t>MISTRAL</a:t>
            </a:r>
            <a:endParaRPr kumimoji="0" lang="pt-BR" sz="800" b="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Suzano Unicase" panose="02010503030508060203" pitchFamily="2" charset="0"/>
            </a:endParaRPr>
          </a:p>
        </p:txBody>
      </p:sp>
      <p:sp>
        <p:nvSpPr>
          <p:cNvPr id="19759" name="Retângulo 19758">
            <a:extLst>
              <a:ext uri="{FF2B5EF4-FFF2-40B4-BE49-F238E27FC236}">
                <a16:creationId xmlns:a16="http://schemas.microsoft.com/office/drawing/2014/main" id="{8FD3A425-3757-C8F6-CC50-9DD411AD2600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4675187" y="2749550"/>
            <a:ext cx="161925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marR="0" algn="l" defTabSz="914400" rtl="0" fontAlgn="auto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kumimoji="0" lang="pt-BR" sz="800" b="0" i="0" strike="noStrike" cap="none" spc="0" normalizeH="0" baseline="0" dirty="0">
                <a:ln>
                  <a:noFill/>
                </a:ln>
                <a:solidFill>
                  <a:schemeClr val="tx1"/>
                </a:solidFill>
                <a:uFillTx/>
                <a:latin typeface="+mn-lt"/>
                <a:cs typeface="+mn-cs"/>
                <a:sym typeface="Suzano Unicase" panose="02010503030508060203" pitchFamily="2" charset="0"/>
              </a:rPr>
              <a:t>GPS</a:t>
            </a:r>
            <a:endParaRPr kumimoji="0" lang="pt-BR" sz="800" b="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Suzano Unicase" panose="02010503030508060203" pitchFamily="2" charset="0"/>
            </a:endParaRPr>
          </a:p>
        </p:txBody>
      </p:sp>
      <p:sp>
        <p:nvSpPr>
          <p:cNvPr id="19760" name="Retângulo 19759">
            <a:extLst>
              <a:ext uri="{FF2B5EF4-FFF2-40B4-BE49-F238E27FC236}">
                <a16:creationId xmlns:a16="http://schemas.microsoft.com/office/drawing/2014/main" id="{DEB5C73C-66EC-2D2C-315C-9FBBD20E7147}"/>
              </a:ext>
            </a:extLst>
          </p:cNvPr>
          <p:cNvSpPr/>
          <p:nvPr>
            <p:custDataLst>
              <p:tags r:id="rId55"/>
            </p:custDataLst>
          </p:nvPr>
        </p:nvSpPr>
        <p:spPr bwMode="auto">
          <a:xfrm>
            <a:off x="4675188" y="2922588"/>
            <a:ext cx="373063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marR="0" algn="l" defTabSz="914400" rtl="0" fontAlgn="auto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kumimoji="0" lang="pt-BR" sz="800" b="0" i="0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cs typeface="+mn-cs"/>
                <a:sym typeface="Suzano Unicase" panose="02010503030508060203" pitchFamily="2" charset="0"/>
              </a:rPr>
              <a:t>Limpidoz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CF8143BB-4FCD-0E5A-BEBF-B1B4D0D66A28}"/>
              </a:ext>
            </a:extLst>
          </p:cNvPr>
          <p:cNvSpPr/>
          <p:nvPr/>
        </p:nvSpPr>
        <p:spPr>
          <a:xfrm>
            <a:off x="4483484" y="2580908"/>
            <a:ext cx="143484" cy="108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9802" name="Retângulo 19801">
            <a:extLst>
              <a:ext uri="{FF2B5EF4-FFF2-40B4-BE49-F238E27FC236}">
                <a16:creationId xmlns:a16="http://schemas.microsoft.com/office/drawing/2014/main" id="{59F9AE94-2600-2022-7D75-A13CBD3D5824}"/>
              </a:ext>
            </a:extLst>
          </p:cNvPr>
          <p:cNvSpPr/>
          <p:nvPr/>
        </p:nvSpPr>
        <p:spPr>
          <a:xfrm>
            <a:off x="7986943" y="1445360"/>
            <a:ext cx="1980000" cy="2592000"/>
          </a:xfrm>
          <a:prstGeom prst="rect">
            <a:avLst/>
          </a:prstGeom>
          <a:noFill/>
          <a:ln w="19050" cap="flat">
            <a:solidFill>
              <a:schemeClr val="tx1"/>
            </a:solidFill>
            <a:prstDash val="sys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graphicFrame>
        <p:nvGraphicFramePr>
          <p:cNvPr id="19807" name="Tabela 19806">
            <a:extLst>
              <a:ext uri="{FF2B5EF4-FFF2-40B4-BE49-F238E27FC236}">
                <a16:creationId xmlns:a16="http://schemas.microsoft.com/office/drawing/2014/main" id="{36649965-8D24-0493-436C-A9F0D70F5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222938"/>
              </p:ext>
            </p:extLst>
          </p:nvPr>
        </p:nvGraphicFramePr>
        <p:xfrm>
          <a:off x="253227" y="4874895"/>
          <a:ext cx="3718289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8675">
                  <a:extLst>
                    <a:ext uri="{9D8B030D-6E8A-4147-A177-3AD203B41FA5}">
                      <a16:colId xmlns:a16="http://schemas.microsoft.com/office/drawing/2014/main" val="3460334480"/>
                    </a:ext>
                  </a:extLst>
                </a:gridCol>
                <a:gridCol w="726688">
                  <a:extLst>
                    <a:ext uri="{9D8B030D-6E8A-4147-A177-3AD203B41FA5}">
                      <a16:colId xmlns:a16="http://schemas.microsoft.com/office/drawing/2014/main" val="2521970373"/>
                    </a:ext>
                  </a:extLst>
                </a:gridCol>
                <a:gridCol w="766463">
                  <a:extLst>
                    <a:ext uri="{9D8B030D-6E8A-4147-A177-3AD203B41FA5}">
                      <a16:colId xmlns:a16="http://schemas.microsoft.com/office/drawing/2014/main" val="2602453585"/>
                    </a:ext>
                  </a:extLst>
                </a:gridCol>
                <a:gridCol w="766463">
                  <a:extLst>
                    <a:ext uri="{9D8B030D-6E8A-4147-A177-3AD203B41FA5}">
                      <a16:colId xmlns:a16="http://schemas.microsoft.com/office/drawing/2014/main" val="3222562982"/>
                    </a:ext>
                  </a:extLst>
                </a:gridCol>
              </a:tblGrid>
              <a:tr h="232353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Auxiliar Serv Gerais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971448"/>
                  </a:ext>
                </a:extLst>
              </a:tr>
              <a:tr h="232353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Tec Seg Trabalho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18344"/>
                  </a:ext>
                </a:extLst>
              </a:tr>
              <a:tr h="232353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Supervisão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198600"/>
                  </a:ext>
                </a:extLst>
              </a:tr>
              <a:tr h="232353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Líder Operacional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470622"/>
                  </a:ext>
                </a:extLst>
              </a:tr>
              <a:tr h="232353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Op Máquina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857274"/>
                  </a:ext>
                </a:extLst>
              </a:tr>
              <a:tr h="232353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Assist Adm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224706"/>
                  </a:ext>
                </a:extLst>
              </a:tr>
            </a:tbl>
          </a:graphicData>
        </a:graphic>
      </p:graphicFrame>
      <p:sp>
        <p:nvSpPr>
          <p:cNvPr id="19808" name="CaixaDeTexto 19807">
            <a:extLst>
              <a:ext uri="{FF2B5EF4-FFF2-40B4-BE49-F238E27FC236}">
                <a16:creationId xmlns:a16="http://schemas.microsoft.com/office/drawing/2014/main" id="{DB0B1C5D-C4EF-EB53-C377-CAF0C9E6CDA0}"/>
              </a:ext>
            </a:extLst>
          </p:cNvPr>
          <p:cNvSpPr txBox="1"/>
          <p:nvPr/>
        </p:nvSpPr>
        <p:spPr>
          <a:xfrm>
            <a:off x="1959486" y="4665212"/>
            <a:ext cx="326369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pt-BR" sz="1000" dirty="0">
                <a:sym typeface="Calibri"/>
              </a:rPr>
              <a:t>As Is</a:t>
            </a:r>
          </a:p>
        </p:txBody>
      </p:sp>
      <p:sp>
        <p:nvSpPr>
          <p:cNvPr id="19809" name="CaixaDeTexto 19808">
            <a:extLst>
              <a:ext uri="{FF2B5EF4-FFF2-40B4-BE49-F238E27FC236}">
                <a16:creationId xmlns:a16="http://schemas.microsoft.com/office/drawing/2014/main" id="{84F4F77B-45BA-42F8-BC0D-3D28380EFDF4}"/>
              </a:ext>
            </a:extLst>
          </p:cNvPr>
          <p:cNvSpPr txBox="1"/>
          <p:nvPr/>
        </p:nvSpPr>
        <p:spPr>
          <a:xfrm>
            <a:off x="2626517" y="4655315"/>
            <a:ext cx="385681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pt-BR" sz="1000" dirty="0">
                <a:sym typeface="Calibri"/>
              </a:rPr>
              <a:t>To Be</a:t>
            </a:r>
          </a:p>
        </p:txBody>
      </p:sp>
      <p:sp>
        <p:nvSpPr>
          <p:cNvPr id="19810" name="CaixaDeTexto 19809">
            <a:extLst>
              <a:ext uri="{FF2B5EF4-FFF2-40B4-BE49-F238E27FC236}">
                <a16:creationId xmlns:a16="http://schemas.microsoft.com/office/drawing/2014/main" id="{ED7B6354-E01F-42E9-F52C-97243DA5F3BA}"/>
              </a:ext>
            </a:extLst>
          </p:cNvPr>
          <p:cNvSpPr txBox="1"/>
          <p:nvPr/>
        </p:nvSpPr>
        <p:spPr>
          <a:xfrm>
            <a:off x="4522901" y="4339966"/>
            <a:ext cx="7279672" cy="2628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R="0" lvl="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1100" b="1" dirty="0">
                <a:solidFill>
                  <a:schemeClr val="tx1"/>
                </a:solidFill>
                <a:latin typeface="Suzano Unicase" panose="02010503030508060203" pitchFamily="2" charset="0"/>
                <a:ea typeface="Calibri"/>
                <a:cs typeface="Calibri"/>
                <a:sym typeface="Calibri"/>
              </a:rPr>
              <a:t>Recomendação Comercial - Mistral</a:t>
            </a: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Linkana aprovado rating C  (dep. Financeira) *Expansão atividade Bracell, e início Arauco</a:t>
            </a: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Contrato mobilizada na Unidade em Civil, Manutenção e HK  - headcount 100 FTEs </a:t>
            </a:r>
          </a:p>
          <a:p>
            <a:pPr marL="171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cs typeface="Calibri"/>
                <a:sym typeface="Calibri"/>
              </a:rPr>
              <a:t>Sinergia de MDO indireta na contratação </a:t>
            </a: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Fornecedor bem avaliado, atua há 10 anos</a:t>
            </a: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Sede operação em Suzano e Mogi/SP </a:t>
            </a: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Redução MDO indireta possibilita investimento maior em remuneração  - ferramenta controle turn over</a:t>
            </a: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Operação recentemente ampliada em Limeira (Fluff)</a:t>
            </a: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Finalização contrato Limpidoz – rating E no Linkana – mitigação risco Fornecedor com 50% share categoria</a:t>
            </a: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Negociação abaixo do BGT da Unidade (projetado zero inflação) </a:t>
            </a:r>
          </a:p>
          <a:p>
            <a:pPr>
              <a:lnSpc>
                <a:spcPct val="150000"/>
              </a:lnSpc>
            </a:pPr>
            <a:endParaRPr lang="pt-BR" sz="1000" dirty="0">
              <a:solidFill>
                <a:schemeClr val="tx1"/>
              </a:solidFill>
              <a:latin typeface="Suzano Display" panose="020105030305080602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9811" name="CaixaDeTexto 19810">
            <a:extLst>
              <a:ext uri="{FF2B5EF4-FFF2-40B4-BE49-F238E27FC236}">
                <a16:creationId xmlns:a16="http://schemas.microsoft.com/office/drawing/2014/main" id="{065D5755-A5A2-C56D-954F-32D19ACE7446}"/>
              </a:ext>
            </a:extLst>
          </p:cNvPr>
          <p:cNvSpPr txBox="1"/>
          <p:nvPr/>
        </p:nvSpPr>
        <p:spPr>
          <a:xfrm>
            <a:off x="1984426" y="6502547"/>
            <a:ext cx="223777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pt-BR" sz="1000" dirty="0">
                <a:sym typeface="Calibri"/>
              </a:rPr>
              <a:t>15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46B67DD-4E43-F239-AF28-BBB7688A531A}"/>
              </a:ext>
            </a:extLst>
          </p:cNvPr>
          <p:cNvSpPr txBox="1"/>
          <p:nvPr/>
        </p:nvSpPr>
        <p:spPr>
          <a:xfrm>
            <a:off x="3378971" y="4657104"/>
            <a:ext cx="457816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pt-BR" sz="1000" dirty="0">
                <a:sym typeface="Calibri"/>
              </a:rPr>
              <a:t>Mistral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68F88C6-BF62-252D-2E43-95873DACCD80}"/>
              </a:ext>
            </a:extLst>
          </p:cNvPr>
          <p:cNvSpPr txBox="1"/>
          <p:nvPr/>
        </p:nvSpPr>
        <p:spPr>
          <a:xfrm>
            <a:off x="3464580" y="6502547"/>
            <a:ext cx="223777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pt-BR" sz="1000" dirty="0">
                <a:sym typeface="Calibri"/>
              </a:rPr>
              <a:t>20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05D8E87-A8BC-53C6-A326-37E355DC1058}"/>
              </a:ext>
            </a:extLst>
          </p:cNvPr>
          <p:cNvSpPr txBox="1"/>
          <p:nvPr/>
        </p:nvSpPr>
        <p:spPr>
          <a:xfrm>
            <a:off x="4198938" y="2083556"/>
            <a:ext cx="114116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900" b="1" dirty="0">
                <a:latin typeface="+mn-lt"/>
                <a:cs typeface="+mn-cs"/>
                <a:sym typeface="Calibri"/>
              </a:rPr>
              <a:t>Composição baseline realizado</a:t>
            </a:r>
            <a:endParaRPr kumimoji="0" lang="pt-BR" sz="9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C3B8234-E864-9008-3840-F7B2784AEADF}"/>
              </a:ext>
            </a:extLst>
          </p:cNvPr>
          <p:cNvSpPr txBox="1"/>
          <p:nvPr/>
        </p:nvSpPr>
        <p:spPr>
          <a:xfrm>
            <a:off x="2699950" y="6520815"/>
            <a:ext cx="223777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pt-BR" sz="1000" dirty="0">
                <a:sym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7144486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D7A2-9E23-38D1-7FBF-2F9101F4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hink-cell data - do not delete" hidden="1">
            <a:extLst>
              <a:ext uri="{FF2B5EF4-FFF2-40B4-BE49-F238E27FC236}">
                <a16:creationId xmlns:a16="http://schemas.microsoft.com/office/drawing/2014/main" id="{A760F1B2-AF8F-D09E-E5FF-054450D174E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102917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87" imgW="395" imgH="394" progId="TCLayout.ActiveDocument.1">
                  <p:embed/>
                </p:oleObj>
              </mc:Choice>
              <mc:Fallback>
                <p:oleObj name="Slide do think-cell" r:id="rId87" imgW="395" imgH="394" progId="TCLayout.ActiveDocument.1">
                  <p:embed/>
                  <p:pic>
                    <p:nvPicPr>
                      <p:cNvPr id="2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60F1B2-AF8F-D09E-E5FF-054450D174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39" name="Retângulo 20238">
            <a:extLst>
              <a:ext uri="{FF2B5EF4-FFF2-40B4-BE49-F238E27FC236}">
                <a16:creationId xmlns:a16="http://schemas.microsoft.com/office/drawing/2014/main" id="{F37C8D38-F435-B955-68AB-FD5275C2E552}"/>
              </a:ext>
            </a:extLst>
          </p:cNvPr>
          <p:cNvSpPr/>
          <p:nvPr/>
        </p:nvSpPr>
        <p:spPr>
          <a:xfrm>
            <a:off x="3180497" y="3889304"/>
            <a:ext cx="5871526" cy="280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0169" name="Retângulo 20168">
            <a:extLst>
              <a:ext uri="{FF2B5EF4-FFF2-40B4-BE49-F238E27FC236}">
                <a16:creationId xmlns:a16="http://schemas.microsoft.com/office/drawing/2014/main" id="{E8BB3756-F6D3-A0F9-9971-7B0EE10538B2}"/>
              </a:ext>
            </a:extLst>
          </p:cNvPr>
          <p:cNvSpPr/>
          <p:nvPr/>
        </p:nvSpPr>
        <p:spPr>
          <a:xfrm>
            <a:off x="9104414" y="3890236"/>
            <a:ext cx="2933816" cy="280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9500" name="Retângulo 19499">
            <a:extLst>
              <a:ext uri="{FF2B5EF4-FFF2-40B4-BE49-F238E27FC236}">
                <a16:creationId xmlns:a16="http://schemas.microsoft.com/office/drawing/2014/main" id="{58860920-954A-5B74-40C8-D585765B437C}"/>
              </a:ext>
            </a:extLst>
          </p:cNvPr>
          <p:cNvSpPr/>
          <p:nvPr/>
        </p:nvSpPr>
        <p:spPr>
          <a:xfrm>
            <a:off x="182409" y="3895244"/>
            <a:ext cx="2957570" cy="280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12" name="Imagem 11" descr="Logotipo&#10;&#10;Descrição gerada automaticamente">
            <a:extLst>
              <a:ext uri="{FF2B5EF4-FFF2-40B4-BE49-F238E27FC236}">
                <a16:creationId xmlns:a16="http://schemas.microsoft.com/office/drawing/2014/main" id="{398228B4-206C-A31F-0B71-561696759FD1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829" y="54890"/>
            <a:ext cx="785511" cy="450147"/>
          </a:xfrm>
          <a:prstGeom prst="rect">
            <a:avLst/>
          </a:prstGeom>
        </p:spPr>
      </p:pic>
      <p:sp>
        <p:nvSpPr>
          <p:cNvPr id="19460" name="Straight Connector 4">
            <a:extLst>
              <a:ext uri="{FF2B5EF4-FFF2-40B4-BE49-F238E27FC236}">
                <a16:creationId xmlns:a16="http://schemas.microsoft.com/office/drawing/2014/main" id="{B699926A-64B2-5193-EDEB-48882206CB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494" y="490749"/>
            <a:ext cx="9964737" cy="14288"/>
          </a:xfrm>
          <a:prstGeom prst="line">
            <a:avLst/>
          </a:prstGeom>
          <a:noFill/>
          <a:ln w="25400">
            <a:solidFill>
              <a:srgbClr val="1932C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endParaRPr lang="pt-BR">
              <a:solidFill>
                <a:srgbClr val="1932C8"/>
              </a:solidFill>
            </a:endParaRPr>
          </a:p>
        </p:txBody>
      </p:sp>
      <p:sp>
        <p:nvSpPr>
          <p:cNvPr id="19555" name="Retângulo 19554">
            <a:extLst>
              <a:ext uri="{FF2B5EF4-FFF2-40B4-BE49-F238E27FC236}">
                <a16:creationId xmlns:a16="http://schemas.microsoft.com/office/drawing/2014/main" id="{6DBD01B1-650D-30C8-8B26-649F86DFA920}"/>
              </a:ext>
            </a:extLst>
          </p:cNvPr>
          <p:cNvSpPr/>
          <p:nvPr/>
        </p:nvSpPr>
        <p:spPr>
          <a:xfrm>
            <a:off x="182409" y="620859"/>
            <a:ext cx="7385204" cy="32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uzano Unicase" panose="02010503030508060203" pitchFamily="2" charset="0"/>
            </a:endParaRPr>
          </a:p>
        </p:txBody>
      </p:sp>
      <p:sp>
        <p:nvSpPr>
          <p:cNvPr id="19557" name="CaixaDeTexto 19556">
            <a:extLst>
              <a:ext uri="{FF2B5EF4-FFF2-40B4-BE49-F238E27FC236}">
                <a16:creationId xmlns:a16="http://schemas.microsoft.com/office/drawing/2014/main" id="{157E302F-2060-6C5C-6DDF-DC6A4379D742}"/>
              </a:ext>
            </a:extLst>
          </p:cNvPr>
          <p:cNvSpPr txBox="1"/>
          <p:nvPr/>
        </p:nvSpPr>
        <p:spPr>
          <a:xfrm>
            <a:off x="8519206" y="804704"/>
            <a:ext cx="32028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u="sng" dirty="0">
                <a:solidFill>
                  <a:schemeClr val="bg2">
                    <a:lumMod val="25000"/>
                  </a:schemeClr>
                </a:solidFill>
                <a:latin typeface="Suzano Unicase" panose="02010503030508060203" pitchFamily="2" charset="0"/>
              </a:rPr>
              <a:t>CORREÇÃO CONTRATO ATUAL - Limpidoz </a:t>
            </a:r>
            <a:endParaRPr lang="en-US" sz="1000" u="sng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42F787A-11D9-6468-7051-1A986078B237}"/>
              </a:ext>
            </a:extLst>
          </p:cNvPr>
          <p:cNvSpPr txBox="1"/>
          <p:nvPr/>
        </p:nvSpPr>
        <p:spPr>
          <a:xfrm>
            <a:off x="578612" y="3927560"/>
            <a:ext cx="2381817" cy="274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900" b="1" dirty="0">
                <a:solidFill>
                  <a:schemeClr val="bg2">
                    <a:lumMod val="25000"/>
                  </a:schemeClr>
                </a:solidFill>
                <a:latin typeface="Suzano Unicase" panose="02010503030508060203" pitchFamily="2" charset="0"/>
              </a:rPr>
              <a:t> salário asg (BRL)  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D3F9750D-DBED-D847-96C2-E47C507CE56B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030288" y="2282825"/>
            <a:ext cx="2603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29" name="Conector reto 19728">
            <a:extLst>
              <a:ext uri="{FF2B5EF4-FFF2-40B4-BE49-F238E27FC236}">
                <a16:creationId xmlns:a16="http://schemas.microsoft.com/office/drawing/2014/main" id="{35CB34BB-B3BC-5088-DCB6-71D39C6D71AF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617663" y="2262188"/>
            <a:ext cx="2603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568E36B0-A50C-5C63-CAC6-A7CB2B4807BE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129328946"/>
              </p:ext>
            </p:extLst>
          </p:nvPr>
        </p:nvGraphicFramePr>
        <p:xfrm>
          <a:off x="488950" y="1552575"/>
          <a:ext cx="6635750" cy="17478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0"/>
          </a:graphicData>
        </a:graphic>
      </p:graphicFrame>
      <p:cxnSp>
        <p:nvCxnSpPr>
          <p:cNvPr id="19725" name="Conector reto 19724">
            <a:extLst>
              <a:ext uri="{FF2B5EF4-FFF2-40B4-BE49-F238E27FC236}">
                <a16:creationId xmlns:a16="http://schemas.microsoft.com/office/drawing/2014/main" id="{BDEFA3C3-6F7E-9D24-6589-1A2BC55A5670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5233988" y="2222500"/>
            <a:ext cx="1730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FF8AD8F1-851A-BECE-B2D7-59F737701A63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5276850" y="2100264"/>
            <a:ext cx="0" cy="12541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47" name="Conector reto 19746">
            <a:extLst>
              <a:ext uri="{FF2B5EF4-FFF2-40B4-BE49-F238E27FC236}">
                <a16:creationId xmlns:a16="http://schemas.microsoft.com/office/drawing/2014/main" id="{EDB55302-A1DF-97C9-2739-C5432A1A1AE6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6324599" y="2225675"/>
            <a:ext cx="2428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48" name="Conector reto 19747">
            <a:extLst>
              <a:ext uri="{FF2B5EF4-FFF2-40B4-BE49-F238E27FC236}">
                <a16:creationId xmlns:a16="http://schemas.microsoft.com/office/drawing/2014/main" id="{3F63EC37-E5FA-7737-1744-52061DFC7EDF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6926263" y="2225675"/>
            <a:ext cx="1587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49" name="Conector reto 19748">
            <a:extLst>
              <a:ext uri="{FF2B5EF4-FFF2-40B4-BE49-F238E27FC236}">
                <a16:creationId xmlns:a16="http://schemas.microsoft.com/office/drawing/2014/main" id="{8768CB6B-92AF-28B2-8F7D-781943135CCE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>
            <a:off x="6913563" y="2368550"/>
            <a:ext cx="1714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50" name="Conector reto 19749">
            <a:extLst>
              <a:ext uri="{FF2B5EF4-FFF2-40B4-BE49-F238E27FC236}">
                <a16:creationId xmlns:a16="http://schemas.microsoft.com/office/drawing/2014/main" id="{D594E023-E5BC-013C-7862-01B57EB45F57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>
            <a:off x="7042150" y="2222500"/>
            <a:ext cx="0" cy="1492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AB10D48D-C3D5-4D34-D479-E840C90FC35E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5148263" y="2103438"/>
            <a:ext cx="1714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65" name="Conector reto 19764">
            <a:extLst>
              <a:ext uri="{FF2B5EF4-FFF2-40B4-BE49-F238E27FC236}">
                <a16:creationId xmlns:a16="http://schemas.microsoft.com/office/drawing/2014/main" id="{791E0718-A567-2CBB-7E70-5FF70DA2A367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865188" y="1397000"/>
            <a:ext cx="0" cy="6858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66" name="Conector reto 19765">
            <a:extLst>
              <a:ext uri="{FF2B5EF4-FFF2-40B4-BE49-F238E27FC236}">
                <a16:creationId xmlns:a16="http://schemas.microsoft.com/office/drawing/2014/main" id="{0688F453-06FB-1F9A-D0E5-7B20430FD5FB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865187" y="1397000"/>
            <a:ext cx="58816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67" name="Conector reto 19766">
            <a:extLst>
              <a:ext uri="{FF2B5EF4-FFF2-40B4-BE49-F238E27FC236}">
                <a16:creationId xmlns:a16="http://schemas.microsoft.com/office/drawing/2014/main" id="{13EC5E7A-EEC1-A85E-8F9D-83C03C01F7D7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6746875" y="1397000"/>
            <a:ext cx="0" cy="7715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411AC498-5C4C-446E-AD6D-9C54D906057D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 bwMode="auto">
          <a:xfrm flipV="1">
            <a:off x="2041525" y="1397000"/>
            <a:ext cx="0" cy="6651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A15D1046-0886-1785-BA4B-E6FE6FD2D5F0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2041525" y="2236788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512" name="Retângulo 19511">
            <a:extLst>
              <a:ext uri="{FF2B5EF4-FFF2-40B4-BE49-F238E27FC236}">
                <a16:creationId xmlns:a16="http://schemas.microsoft.com/office/drawing/2014/main" id="{8FF21441-8AAA-7BD1-FCF2-D0A83A67FD5B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1389063" y="2217738"/>
            <a:ext cx="130175" cy="109538"/>
          </a:xfrm>
          <a:prstGeom prst="rect">
            <a:avLst/>
          </a:prstGeom>
          <a:solidFill>
            <a:srgbClr val="C30C3E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4288" tIns="0" rIns="14288" bIns="0" numCol="1" spcCol="0" rtlCol="0" anchor="ctr">
            <a:noAutofit/>
          </a:bodyPr>
          <a:lstStyle/>
          <a:p>
            <a:pPr algn="ctr" fontAlgn="auto">
              <a:lnSpc>
                <a:spcPct val="90000"/>
              </a:lnSpc>
            </a:pPr>
            <a:fld id="{7E8FB22E-A9A0-496D-83F9-98733C9246C8}" type="datetime'''''''''''4''''''''''''''''''''''''''''''''''''''8'''''''''''">
              <a:rPr lang="pt-BR" altLang="en-US" sz="800" smtClean="0">
                <a:solidFill>
                  <a:schemeClr val="bg1"/>
                </a:solidFill>
                <a:effectLst/>
                <a:latin typeface="+mn-lt"/>
                <a:cs typeface="+mn-cs"/>
              </a:rPr>
              <a:pPr algn="ctr" fontAlgn="auto">
                <a:lnSpc>
                  <a:spcPct val="90000"/>
                </a:lnSpc>
              </a:pPr>
              <a:t>48</a:t>
            </a:fld>
            <a:endParaRPr kumimoji="0" lang="pt-BR" sz="800" b="0" i="0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cs typeface="+mn-cs"/>
              <a:sym typeface="Suzano Unicase" panose="02010503030508060203" pitchFamily="2" charset="0"/>
            </a:endParaRPr>
          </a:p>
        </p:txBody>
      </p:sp>
      <p:sp>
        <p:nvSpPr>
          <p:cNvPr id="19529" name="Espaço Reservado para Texto 2">
            <a:extLst>
              <a:ext uri="{FF2B5EF4-FFF2-40B4-BE49-F238E27FC236}">
                <a16:creationId xmlns:a16="http://schemas.microsoft.com/office/drawing/2014/main" id="{845B3D74-DF92-7262-34B0-BD445E6752C2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1217613" y="3248025"/>
            <a:ext cx="474663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F305A18-80CC-48FC-9B7B-7BAB7BA5D084}" type="datetime'C''''o''''r''re''''ção c''o''ntrat''o L''im''pido''z'''''''">
              <a:rPr lang="en-US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Correção contrato Limpidoz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C3B647C0-D360-1750-8F02-A44F07707CAE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1871663" y="2100263"/>
            <a:ext cx="34131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30C3E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7463" tIns="0" rIns="17463" bIns="0" numCol="1" spcCol="0" rtlCol="0" anchor="b">
            <a:noAutofit/>
          </a:bodyPr>
          <a:lstStyle/>
          <a:p>
            <a:pPr algn="ctr" fontAlgn="auto">
              <a:lnSpc>
                <a:spcPct val="90000"/>
              </a:lnSpc>
            </a:pPr>
            <a:fld id="{B2E33279-E6B6-4E19-9087-B195101903C7}" type="datetime'''''2.''''''''''''''1''''''4''''''6'''''">
              <a:rPr lang="pt-BR" altLang="en-US" sz="1000" smtClean="0">
                <a:solidFill>
                  <a:schemeClr val="tx1"/>
                </a:solidFill>
                <a:latin typeface="Suzano Unicase" panose="02010503030508060203" pitchFamily="2" charset="0"/>
                <a:cs typeface="+mn-cs"/>
              </a:rPr>
              <a:pPr algn="ctr" fontAlgn="auto">
                <a:lnSpc>
                  <a:spcPct val="90000"/>
                </a:lnSpc>
              </a:pPr>
              <a:t>2.146</a:t>
            </a:fld>
            <a:endParaRPr lang="pt-BR" sz="1000" dirty="0">
              <a:solidFill>
                <a:schemeClr val="tx1"/>
              </a:solidFill>
              <a:latin typeface="Suzano Unicase" panose="02010503030508060203" pitchFamily="2" charset="0"/>
              <a:cs typeface="+mn-cs"/>
              <a:sym typeface="Suzano Unicase" panose="02010503030508060203" pitchFamily="2" charset="0"/>
            </a:endParaRPr>
          </a:p>
        </p:txBody>
      </p:sp>
      <p:sp>
        <p:nvSpPr>
          <p:cNvPr id="19738" name="Espaço Reservado para Texto 2">
            <a:extLst>
              <a:ext uri="{FF2B5EF4-FFF2-40B4-BE49-F238E27FC236}">
                <a16:creationId xmlns:a16="http://schemas.microsoft.com/office/drawing/2014/main" id="{7560BE80-D53B-5299-0133-43FE23FEDFD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1755775" y="3248025"/>
            <a:ext cx="571500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655812CE-59C9-46D0-8327-8E70C0C91BDC}" type="datetime'''''''Bas''''''eli''''''n''e ''At''''''u''''''aliz''ad''''a'">
              <a:rPr lang="pt-BR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Baseline Atualizada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EFB07FF3-C162-29D9-445B-A0C82CBB4C86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2455863" y="3248025"/>
            <a:ext cx="350838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B7BEB64-9FEF-4E08-9358-9757D5F1B9DD}" type="datetime'Shou''''''''l''''''d'' Cos''''''''''''''''''''t'' '''''''''">
              <a:rPr lang="en-US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Should Cost 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72" name="Espaço Reservado para Texto 2">
            <a:extLst>
              <a:ext uri="{FF2B5EF4-FFF2-40B4-BE49-F238E27FC236}">
                <a16:creationId xmlns:a16="http://schemas.microsoft.com/office/drawing/2014/main" id="{440F8F95-F81A-434E-9E33-5F6F2F53F713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3016250" y="3248025"/>
            <a:ext cx="404813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FBED2B0-3AE1-40EB-A800-D2314469165D}" type="datetime'V''''er''''''''''''''''''''''''''''''a''t''''''''''t''o'''''">
              <a:rPr lang="pt-BR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Veratto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3" name="Espaço Reservado para Texto 2">
            <a:extLst>
              <a:ext uri="{FF2B5EF4-FFF2-40B4-BE49-F238E27FC236}">
                <a16:creationId xmlns:a16="http://schemas.microsoft.com/office/drawing/2014/main" id="{E99FA6D4-04AA-E7B2-4FE1-E05E575F4537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auto">
          <a:xfrm>
            <a:off x="3632200" y="3248025"/>
            <a:ext cx="349250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3B3CDC8C-F3CB-4492-A194-39B966700C48}" type="datetime'''''''''''''''K''ae''''''''''''''''''''''''''''fe''''''r'">
              <a:rPr lang="pt-BR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Kaefer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22" name="Espaço Reservado para Texto 2">
            <a:extLst>
              <a:ext uri="{FF2B5EF4-FFF2-40B4-BE49-F238E27FC236}">
                <a16:creationId xmlns:a16="http://schemas.microsoft.com/office/drawing/2014/main" id="{DB877291-1BEF-454B-8235-722AEDA5648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auto">
          <a:xfrm>
            <a:off x="4167188" y="3248025"/>
            <a:ext cx="455613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118517C1-EFE0-421E-BA28-B6E0644E323B}" type="datetime'''''''''L''''''''im''''pi''''''''d''''o''''''''''''z '''''">
              <a:rPr lang="pt-BR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Limpidoz 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49" name="Espaço Reservado para Texto 2">
            <a:extLst>
              <a:ext uri="{FF2B5EF4-FFF2-40B4-BE49-F238E27FC236}">
                <a16:creationId xmlns:a16="http://schemas.microsoft.com/office/drawing/2014/main" id="{57BD330B-1D83-7F46-52A7-D04B95AF360B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auto">
          <a:xfrm>
            <a:off x="4795838" y="3248025"/>
            <a:ext cx="374650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ECDF6A5E-F335-4E7D-8F83-140641786763}" type="datetime'''L''ead''e''c In''''''i''c''''''''''''''''i''''a''l '''">
              <a:rPr lang="pt-BR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Leadec Inicial 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20" name="Espaço Reservado para Texto 2">
            <a:extLst>
              <a:ext uri="{FF2B5EF4-FFF2-40B4-BE49-F238E27FC236}">
                <a16:creationId xmlns:a16="http://schemas.microsoft.com/office/drawing/2014/main" id="{01C7037C-CF4D-5758-9EFC-1A83D04AF7A3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auto">
          <a:xfrm>
            <a:off x="5305425" y="3248025"/>
            <a:ext cx="530225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46E82A54-DB33-480E-9096-2894A24C71A4}" type="datetime'''''Leadec ''N''e''''''''''''go''c''''''iad''''o'''''''">
              <a:rPr lang="pt-BR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Leadec Negociado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55" name="Espaço Reservado para Texto 2">
            <a:extLst>
              <a:ext uri="{FF2B5EF4-FFF2-40B4-BE49-F238E27FC236}">
                <a16:creationId xmlns:a16="http://schemas.microsoft.com/office/drawing/2014/main" id="{E047234E-0022-8118-648D-74077237850C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auto">
          <a:xfrm>
            <a:off x="5967413" y="3248025"/>
            <a:ext cx="385763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10A0D938-728E-42EA-A908-AE6E08A7EA8A}" type="datetime'M''is''t''''''r''''a''''l'' ''''''''I''n''i''c''i''''''al'''''">
              <a:rPr lang="pt-BR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Mistral Inicial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56" name="Espaço Reservado para Texto 2">
            <a:extLst>
              <a:ext uri="{FF2B5EF4-FFF2-40B4-BE49-F238E27FC236}">
                <a16:creationId xmlns:a16="http://schemas.microsoft.com/office/drawing/2014/main" id="{8EE67711-E53E-2ED8-CB5B-881C360587D5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auto">
          <a:xfrm>
            <a:off x="6481763" y="3248025"/>
            <a:ext cx="530225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30454D11-E640-48CE-BA38-8BA7A1C59E45}" type="datetime'Mis''''''''tr''''al'''''' Ne''g''''''o''''c''iado'">
              <a:rPr lang="pt-BR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Mistral Negociado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358AFB5F-137F-2AEC-7D8A-ACC768C0588C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688975" y="2120900"/>
            <a:ext cx="3524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4F03BB3-CC20-45D0-AB6A-104E5E6193DD}" type="datetime'''''2''''.''09''''''''''''''''''''''''''''8'''''''''''">
              <a:rPr lang="pt-BR" altLang="en-US" sz="1000" smtClean="0">
                <a:latin typeface="Suzano Unicase" panose="02010503030508060203" pitchFamily="2" charset="0"/>
                <a:sym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2.098</a:t>
            </a:fld>
            <a:endParaRPr lang="en-US" sz="10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6D633AA0-F707-EB0E-7093-6A40173758A8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2460625" y="1989138"/>
            <a:ext cx="3413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725ED2B-2658-4F32-939C-C18E640DD777}" type="datetime'2''.''''''''''''''''''''''''''39''''4'''''''">
              <a:rPr lang="pt-BR" altLang="en-US" sz="10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2.394</a:t>
            </a:fld>
            <a:endParaRPr lang="en-US" sz="10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73" name="Espaço Reservado para Texto 2">
            <a:extLst>
              <a:ext uri="{FF2B5EF4-FFF2-40B4-BE49-F238E27FC236}">
                <a16:creationId xmlns:a16="http://schemas.microsoft.com/office/drawing/2014/main" id="{5E2269C9-ACAB-C09C-E3A9-7FB4980D2CB9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3054350" y="1473200"/>
            <a:ext cx="3286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04969B12-AB8C-40D9-AE12-59F608E09919}" type="datetime'''''''''3''.''5''''5''''''''''''''''''''''1'''''">
              <a:rPr lang="pt-BR" altLang="en-US" sz="1000" smtClean="0">
                <a:latin typeface="Suzano Unicase" panose="02010503030508060203" pitchFamily="2" charset="0"/>
                <a:sym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3.551</a:t>
            </a:fld>
            <a:endParaRPr lang="en-US" sz="10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60" name="Espaço Reservado para Texto 2">
            <a:extLst>
              <a:ext uri="{FF2B5EF4-FFF2-40B4-BE49-F238E27FC236}">
                <a16:creationId xmlns:a16="http://schemas.microsoft.com/office/drawing/2014/main" id="{2FF7ECC0-FB40-1EB0-B95A-FD049A91F7FD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3640138" y="1655763"/>
            <a:ext cx="3349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318A3443-6DA3-4355-8DB8-9DE4460E6751}" type="datetime'3''''.''''''''''''1''''''''''4''''''''''''''2'''''''''''''">
              <a:rPr lang="pt-BR" altLang="en-US" sz="10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3.142</a:t>
            </a:fld>
            <a:endParaRPr lang="en-US" sz="10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62" name="Espaço Reservado para Texto 2">
            <a:extLst>
              <a:ext uri="{FF2B5EF4-FFF2-40B4-BE49-F238E27FC236}">
                <a16:creationId xmlns:a16="http://schemas.microsoft.com/office/drawing/2014/main" id="{1F1D0AED-2349-AFA1-B9BC-C39BF12A5FFA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4224338" y="1754188"/>
            <a:ext cx="3413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9DE93EFC-0BD3-4879-958A-2F6AE40D9753}" type="datetime'2''''''''''''''''''.''9''''''''''''''''''''''2''2'''''">
              <a:rPr lang="pt-BR" altLang="en-US" sz="10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2.922</a:t>
            </a:fld>
            <a:endParaRPr lang="en-US" sz="10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69" name="Espaço Reservado para Texto 2">
            <a:extLst>
              <a:ext uri="{FF2B5EF4-FFF2-40B4-BE49-F238E27FC236}">
                <a16:creationId xmlns:a16="http://schemas.microsoft.com/office/drawing/2014/main" id="{CBA25F27-009D-6AD2-5D8B-11570DC2A34D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4811713" y="1941513"/>
            <a:ext cx="3429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383F61B-A149-45BA-A8FD-799521FF11B9}" type="datetime'''''2''''''''''''''''''.''5''''''''''''0''''''2'''''''''''">
              <a:rPr lang="pt-BR" altLang="en-US" sz="10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2.502</a:t>
            </a:fld>
            <a:endParaRPr lang="en-US" sz="10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35" name="Espaço Reservado para Texto 2">
            <a:extLst>
              <a:ext uri="{FF2B5EF4-FFF2-40B4-BE49-F238E27FC236}">
                <a16:creationId xmlns:a16="http://schemas.microsoft.com/office/drawing/2014/main" id="{12B51F5C-2B85-09B6-6CD9-1ED5BB014F33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5402263" y="2060575"/>
            <a:ext cx="33813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CB7705B-0D74-4F40-A868-6B485BFF528F}" type="datetime'''''''''2.''''''''''''''2''34'''''''''">
              <a:rPr lang="pt-BR" altLang="en-US" sz="10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2.234</a:t>
            </a:fld>
            <a:endParaRPr lang="en-US" sz="10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32" name="Espaço Reservado para Texto 2">
            <a:extLst>
              <a:ext uri="{FF2B5EF4-FFF2-40B4-BE49-F238E27FC236}">
                <a16:creationId xmlns:a16="http://schemas.microsoft.com/office/drawing/2014/main" id="{C589E3BB-F2E8-FF8F-621C-92C3EFF2D1BB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gray">
          <a:xfrm>
            <a:off x="5992813" y="2063750"/>
            <a:ext cx="3349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4E40795-DE55-48F0-A46D-AAFD8C41B1B2}" type="datetime'2''''''''''''''.''''''''''''''''''''''''''22''''7'">
              <a:rPr lang="pt-BR" altLang="en-US" sz="1000" smtClean="0">
                <a:latin typeface="Suzano Unicase" panose="02010503030508060203" pitchFamily="2" charset="0"/>
                <a:sym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2.227</a:t>
            </a:fld>
            <a:endParaRPr lang="en-US" sz="10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24" name="Espaço Reservado para Texto 2">
            <a:extLst>
              <a:ext uri="{FF2B5EF4-FFF2-40B4-BE49-F238E27FC236}">
                <a16:creationId xmlns:a16="http://schemas.microsoft.com/office/drawing/2014/main" id="{07896743-22D3-DBFA-0B2E-5289E9E0F8CD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gray">
          <a:xfrm>
            <a:off x="6575425" y="2206625"/>
            <a:ext cx="3429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E8BBABC4-8867-4943-8C99-24F9A4F7F2C8}" type="datetime'1''.''''''''''''9''''''''''''0''''''''''''''''''''5'''">
              <a:rPr lang="pt-BR" altLang="en-US" sz="10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1.905</a:t>
            </a:fld>
            <a:endParaRPr lang="en-US" sz="10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1CEFB5D8-5466-7A2D-CF6C-6187CDD683E8}"/>
              </a:ext>
            </a:extLst>
          </p:cNvPr>
          <p:cNvSpPr>
            <a:spLocks/>
          </p:cNvSpPr>
          <p:nvPr>
            <p:custDataLst>
              <p:tags r:id="rId38"/>
            </p:custDataLst>
          </p:nvPr>
        </p:nvSpPr>
        <p:spPr bwMode="auto">
          <a:xfrm>
            <a:off x="576263" y="3248025"/>
            <a:ext cx="577850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0A8F5CF8-33BE-461B-AC1B-B726F13539BA}" type="datetime'B''''asel''i''ne'''' (''r''''''e''a''liz''''''ad''o)'''''''''">
              <a:rPr lang="en-US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Baseline (realizado)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46" name="Elipse 19745">
            <a:extLst>
              <a:ext uri="{FF2B5EF4-FFF2-40B4-BE49-F238E27FC236}">
                <a16:creationId xmlns:a16="http://schemas.microsoft.com/office/drawing/2014/main" id="{2F616A34-A89E-444A-D730-9ECEF6381D65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7132638" y="2211388"/>
            <a:ext cx="292100" cy="173038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marR="0" algn="ctr" defTabSz="914400" rtl="0" fontAlgn="auto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fld id="{AD62FE0A-192E-42F3-A2D0-87D3600C1E72}" type="datetime'-''''1''''''4''''''''''''''''%'''''''''''''''''''''''''">
              <a:rPr lang="pt-BR" altLang="en-US" sz="800" smtClean="0">
                <a:solidFill>
                  <a:schemeClr val="tx1"/>
                </a:solidFill>
                <a:effectLst/>
                <a:latin typeface="+mn-lt"/>
                <a:cs typeface="+mn-cs"/>
              </a:rPr>
              <a:pPr marR="0" algn="ctr" defTabSz="914400" rtl="0" fontAlgn="auto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t>-14%</a:t>
            </a:fld>
            <a:endParaRPr kumimoji="0" lang="pt-BR" sz="800" i="0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Suzano Unicase" panose="02010503030508060203" pitchFamily="2" charset="0"/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56AE22E6-1E94-8127-A0FD-B59E9DE7E773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5130800" y="2273300"/>
            <a:ext cx="292100" cy="173038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marR="0" algn="ctr" defTabSz="914400" rtl="0" fontAlgn="auto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fld id="{F0731148-D483-48A4-AF07-FE7F733ACF55}" type="datetime'''''''''''''''''''-''''''1''''''''''''''''''''1''''%'''''''''">
              <a:rPr lang="pt-BR" altLang="en-US" sz="800" smtClean="0">
                <a:solidFill>
                  <a:schemeClr val="tx1"/>
                </a:solidFill>
                <a:effectLst/>
                <a:latin typeface="+mn-lt"/>
                <a:cs typeface="+mn-cs"/>
              </a:rPr>
              <a:pPr marR="0" algn="ctr" defTabSz="914400" rtl="0" fontAlgn="auto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t>-11%</a:t>
            </a:fld>
            <a:endParaRPr kumimoji="0" lang="pt-BR" sz="800" i="0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Suzano Unicase" panose="02010503030508060203" pitchFamily="2" charset="0"/>
            </a:endParaRPr>
          </a:p>
        </p:txBody>
      </p:sp>
      <p:sp>
        <p:nvSpPr>
          <p:cNvPr id="19761" name="Elipse 19760">
            <a:extLst>
              <a:ext uri="{FF2B5EF4-FFF2-40B4-BE49-F238E27FC236}">
                <a16:creationId xmlns:a16="http://schemas.microsoft.com/office/drawing/2014/main" id="{A5CE61C7-F7D6-4E29-B0E6-9B274D5BCF0B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1201738" y="1181100"/>
            <a:ext cx="503238" cy="4318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marR="0" algn="ctr" defTabSz="914400" rtl="0" fontAlgn="auto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fld id="{BE85FB55-2D62-4931-B448-68DA02DD18E9}" type="datetime'''''''''''''''''-''''''''''1''''''''''''''9''''''2'''''''">
              <a:rPr lang="pt-BR" altLang="en-US" sz="1000" b="1" smtClean="0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pPr marR="0" algn="ctr" defTabSz="914400" rtl="0" fontAlgn="auto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t>-192</a:t>
            </a:fld>
            <a:br>
              <a:rPr lang="pt-BR" altLang="en-US" sz="1000" b="1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</a:br>
            <a:r>
              <a:rPr lang="pt-BR" altLang="en-US" sz="1000" b="1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t>(</a:t>
            </a:r>
            <a:fld id="{25C81CFC-A268-4478-A0CD-BF4A9B6F1C77}" type="datetime'''''''-''''''''''''''''9''''''%'''''''''''''">
              <a:rPr lang="pt-BR" altLang="en-US" sz="1000" b="1" smtClean="0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pPr marR="0" algn="ctr" defTabSz="914400" rtl="0" fontAlgn="auto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t>-9%</a:t>
            </a:fld>
            <a:r>
              <a:rPr lang="pt-BR" altLang="en-US" sz="1000" b="1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t>)</a:t>
            </a:r>
            <a:endParaRPr kumimoji="0" lang="pt-BR" sz="1000" b="1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Suzano Unicase" panose="02010503030508060203" pitchFamily="2" charset="0"/>
              <a:cs typeface="+mn-cs"/>
              <a:sym typeface="Suzano Unicase" panose="02010503030508060203" pitchFamily="2" charset="0"/>
            </a:endParaRPr>
          </a:p>
        </p:txBody>
      </p:sp>
      <p:sp>
        <p:nvSpPr>
          <p:cNvPr id="19776" name="Elipse 19775">
            <a:extLst>
              <a:ext uri="{FF2B5EF4-FFF2-40B4-BE49-F238E27FC236}">
                <a16:creationId xmlns:a16="http://schemas.microsoft.com/office/drawing/2014/main" id="{A5BA8F0A-75F3-8850-24CB-4BBB2EA587D0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4095750" y="1181100"/>
            <a:ext cx="598488" cy="4318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marR="0" algn="ctr" defTabSz="914400" rtl="0" fontAlgn="auto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fld id="{39AD89EF-38B1-447F-BF6F-149E1F8AE134}" type="datetime'''''-''''2''4''''''''''''0'''''''''''''''''''''''''''''">
              <a:rPr lang="pt-BR" altLang="en-US" sz="1000" b="1" smtClean="0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pPr marR="0" algn="ctr" defTabSz="914400" rtl="0" fontAlgn="auto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t>-240</a:t>
            </a:fld>
            <a:br>
              <a:rPr lang="pt-BR" altLang="en-US" sz="1000" b="1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</a:br>
            <a:r>
              <a:rPr lang="pt-BR" altLang="en-US" sz="1000" b="1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t>(</a:t>
            </a:r>
            <a:fld id="{FB487285-5A1E-4095-91E3-ECDDA2779E3D}" type="datetime'''''''''-''''''''''''''''1''''''''1%'''''''''''''''''''">
              <a:rPr lang="pt-BR" altLang="en-US" sz="1000" b="1" smtClean="0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pPr marR="0" algn="ctr" defTabSz="914400" rtl="0" fontAlgn="auto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t>-11%</a:t>
            </a:fld>
            <a:r>
              <a:rPr lang="pt-BR" altLang="en-US" sz="1000" b="1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t>)</a:t>
            </a:r>
            <a:endParaRPr kumimoji="0" lang="pt-BR" sz="1000" b="1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Suzano Unicase" panose="02010503030508060203" pitchFamily="2" charset="0"/>
              <a:cs typeface="+mn-cs"/>
              <a:sym typeface="Suzano Unicase" panose="02010503030508060203" pitchFamily="2" charset="0"/>
            </a:endParaRPr>
          </a:p>
        </p:txBody>
      </p:sp>
      <p:graphicFrame>
        <p:nvGraphicFramePr>
          <p:cNvPr id="18" name="Chart 3">
            <a:extLst>
              <a:ext uri="{FF2B5EF4-FFF2-40B4-BE49-F238E27FC236}">
                <a16:creationId xmlns:a16="http://schemas.microsoft.com/office/drawing/2014/main" id="{807648B9-195A-4757-D3E4-581CC8519347}"/>
              </a:ext>
            </a:extLst>
          </p:cNvPr>
          <p:cNvGraphicFramePr/>
          <p:nvPr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870184253"/>
              </p:ext>
            </p:extLst>
          </p:nvPr>
        </p:nvGraphicFramePr>
        <p:xfrm>
          <a:off x="3681413" y="4259263"/>
          <a:ext cx="5351462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1"/>
          </a:graphicData>
        </a:graphic>
      </p:graphicFrame>
      <p:sp>
        <p:nvSpPr>
          <p:cNvPr id="19492" name="Seta: para a Direita 19491">
            <a:extLst>
              <a:ext uri="{FF2B5EF4-FFF2-40B4-BE49-F238E27FC236}">
                <a16:creationId xmlns:a16="http://schemas.microsoft.com/office/drawing/2014/main" id="{521C5A26-CBA4-5DBB-3E96-3D381EEF408E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3592513" y="4629150"/>
            <a:ext cx="128588" cy="152400"/>
          </a:xfrm>
          <a:prstGeom prst="rightArrow">
            <a:avLst>
              <a:gd name="adj1" fmla="val 100000"/>
              <a:gd name="adj2" fmla="val 100000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cxnSp>
        <p:nvCxnSpPr>
          <p:cNvPr id="19493" name="Conector reto 19492">
            <a:extLst>
              <a:ext uri="{FF2B5EF4-FFF2-40B4-BE49-F238E27FC236}">
                <a16:creationId xmlns:a16="http://schemas.microsoft.com/office/drawing/2014/main" id="{4C25102D-EB2E-B67B-B38E-24D510A6E889}"/>
              </a:ext>
            </a:extLst>
          </p:cNvPr>
          <p:cNvCxnSpPr/>
          <p:nvPr>
            <p:custDataLst>
              <p:tags r:id="rId45"/>
            </p:custDataLst>
          </p:nvPr>
        </p:nvCxnSpPr>
        <p:spPr bwMode="gray">
          <a:xfrm flipH="1">
            <a:off x="8234363" y="4705350"/>
            <a:ext cx="455613" cy="0"/>
          </a:xfrm>
          <a:prstGeom prst="line">
            <a:avLst/>
          </a:prstGeom>
          <a:ln w="9525" cap="flat" cmpd="sng" algn="ctr">
            <a:solidFill>
              <a:srgbClr val="C30C3E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94" name="Conector reto 19493">
            <a:extLst>
              <a:ext uri="{FF2B5EF4-FFF2-40B4-BE49-F238E27FC236}">
                <a16:creationId xmlns:a16="http://schemas.microsoft.com/office/drawing/2014/main" id="{1B4EF3D1-82F3-60C4-2287-2A6D8DF817BE}"/>
              </a:ext>
            </a:extLst>
          </p:cNvPr>
          <p:cNvCxnSpPr/>
          <p:nvPr>
            <p:custDataLst>
              <p:tags r:id="rId46"/>
            </p:custDataLst>
          </p:nvPr>
        </p:nvCxnSpPr>
        <p:spPr bwMode="gray">
          <a:xfrm flipH="1">
            <a:off x="5730875" y="4705350"/>
            <a:ext cx="2160588" cy="0"/>
          </a:xfrm>
          <a:prstGeom prst="line">
            <a:avLst/>
          </a:prstGeom>
          <a:ln w="9525" cap="flat" cmpd="sng" algn="ctr">
            <a:solidFill>
              <a:srgbClr val="C30C3E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00" name="Conector reto 19899">
            <a:extLst>
              <a:ext uri="{FF2B5EF4-FFF2-40B4-BE49-F238E27FC236}">
                <a16:creationId xmlns:a16="http://schemas.microsoft.com/office/drawing/2014/main" id="{45284516-F9A5-8F39-EABF-E6E9468B8CE9}"/>
              </a:ext>
            </a:extLst>
          </p:cNvPr>
          <p:cNvCxnSpPr/>
          <p:nvPr>
            <p:custDataLst>
              <p:tags r:id="rId47"/>
            </p:custDataLst>
          </p:nvPr>
        </p:nvCxnSpPr>
        <p:spPr bwMode="gray">
          <a:xfrm flipH="1">
            <a:off x="5314950" y="4705350"/>
            <a:ext cx="73025" cy="0"/>
          </a:xfrm>
          <a:prstGeom prst="line">
            <a:avLst/>
          </a:prstGeom>
          <a:ln w="9525" cap="flat" cmpd="sng" algn="ctr">
            <a:solidFill>
              <a:srgbClr val="C30C3E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96" name="Conector reto 19495">
            <a:extLst>
              <a:ext uri="{FF2B5EF4-FFF2-40B4-BE49-F238E27FC236}">
                <a16:creationId xmlns:a16="http://schemas.microsoft.com/office/drawing/2014/main" id="{52DD8981-B8B5-C3FB-8ED2-4447EF3D898E}"/>
              </a:ext>
            </a:extLst>
          </p:cNvPr>
          <p:cNvCxnSpPr/>
          <p:nvPr>
            <p:custDataLst>
              <p:tags r:id="rId48"/>
            </p:custDataLst>
          </p:nvPr>
        </p:nvCxnSpPr>
        <p:spPr bwMode="gray">
          <a:xfrm flipH="1">
            <a:off x="4100512" y="4705350"/>
            <a:ext cx="871538" cy="0"/>
          </a:xfrm>
          <a:prstGeom prst="line">
            <a:avLst/>
          </a:prstGeom>
          <a:ln w="9525" cap="flat" cmpd="sng" algn="ctr">
            <a:solidFill>
              <a:srgbClr val="C30C3E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41" name="Conector reto 19740">
            <a:extLst>
              <a:ext uri="{FF2B5EF4-FFF2-40B4-BE49-F238E27FC236}">
                <a16:creationId xmlns:a16="http://schemas.microsoft.com/office/drawing/2014/main" id="{A1DC72C6-609D-F8B2-C746-D22A524101DA}"/>
              </a:ext>
            </a:extLst>
          </p:cNvPr>
          <p:cNvCxnSpPr/>
          <p:nvPr>
            <p:custDataLst>
              <p:tags r:id="rId49"/>
            </p:custDataLst>
          </p:nvPr>
        </p:nvCxnSpPr>
        <p:spPr bwMode="auto">
          <a:xfrm>
            <a:off x="5976938" y="5535613"/>
            <a:ext cx="0" cy="349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42" name="Conector reto 19741">
            <a:extLst>
              <a:ext uri="{FF2B5EF4-FFF2-40B4-BE49-F238E27FC236}">
                <a16:creationId xmlns:a16="http://schemas.microsoft.com/office/drawing/2014/main" id="{CF560407-2AD0-D4C7-8832-3871D84FCDAD}"/>
              </a:ext>
            </a:extLst>
          </p:cNvPr>
          <p:cNvCxnSpPr/>
          <p:nvPr>
            <p:custDataLst>
              <p:tags r:id="rId50"/>
            </p:custDataLst>
          </p:nvPr>
        </p:nvCxnSpPr>
        <p:spPr bwMode="auto">
          <a:xfrm>
            <a:off x="6811963" y="5594350"/>
            <a:ext cx="0" cy="349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43" name="Conector reto 19742">
            <a:extLst>
              <a:ext uri="{FF2B5EF4-FFF2-40B4-BE49-F238E27FC236}">
                <a16:creationId xmlns:a16="http://schemas.microsoft.com/office/drawing/2014/main" id="{A06CACFB-860A-0EDE-2FDB-9749BE733ECB}"/>
              </a:ext>
            </a:extLst>
          </p:cNvPr>
          <p:cNvCxnSpPr/>
          <p:nvPr>
            <p:custDataLst>
              <p:tags r:id="rId51"/>
            </p:custDataLst>
          </p:nvPr>
        </p:nvCxnSpPr>
        <p:spPr bwMode="auto">
          <a:xfrm>
            <a:off x="7229475" y="5556250"/>
            <a:ext cx="0" cy="349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Retângulo 56">
            <a:extLst>
              <a:ext uri="{FF2B5EF4-FFF2-40B4-BE49-F238E27FC236}">
                <a16:creationId xmlns:a16="http://schemas.microsoft.com/office/drawing/2014/main" id="{22326F76-EC3B-07ED-3476-422E3B05216E}"/>
              </a:ext>
            </a:extLst>
          </p:cNvPr>
          <p:cNvSpPr/>
          <p:nvPr>
            <p:custDataLst>
              <p:tags r:id="rId52"/>
            </p:custDataLst>
          </p:nvPr>
        </p:nvSpPr>
        <p:spPr bwMode="gray">
          <a:xfrm>
            <a:off x="4217988" y="4752975"/>
            <a:ext cx="180975" cy="109538"/>
          </a:xfrm>
          <a:prstGeom prst="rect">
            <a:avLst/>
          </a:pr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4288" tIns="0" rIns="14288" bIns="0" numCol="1" spcCol="0" rtlCol="0" anchor="t">
            <a:noAutofit/>
          </a:bodyPr>
          <a:lstStyle/>
          <a:p>
            <a:pPr algn="ctr" fontAlgn="auto">
              <a:lnSpc>
                <a:spcPct val="90000"/>
              </a:lnSpc>
            </a:pPr>
            <a:fld id="{2DB7C0F2-002A-40E6-8B00-9F6519989389}" type="datetime'''''''''''''1''2''''''''''''6'''''''''''''''''''''''''''''''''">
              <a:rPr lang="pt-BR" altLang="en-US" sz="800" smtClean="0">
                <a:solidFill>
                  <a:schemeClr val="tx1"/>
                </a:solidFill>
                <a:latin typeface="+mn-lt"/>
                <a:cs typeface="+mn-cs"/>
              </a:rPr>
              <a:pPr algn="ctr" fontAlgn="auto">
                <a:lnSpc>
                  <a:spcPct val="90000"/>
                </a:lnSpc>
              </a:pPr>
              <a:t>126</a:t>
            </a:fld>
            <a:endParaRPr kumimoji="0" lang="pt-BR" sz="800" b="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Calibri"/>
            </a:endParaRPr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AA95DB6D-8618-1AC2-85A2-30043076D671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4195763" y="5981700"/>
            <a:ext cx="2270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t">
            <a:noAutofit/>
          </a:bodyPr>
          <a:lstStyle/>
          <a:p>
            <a:pPr algn="ctr" fontAlgn="auto"/>
            <a:fld id="{3BB75DB4-0804-458A-9361-177AEF99F26C}" type="datetime'A''''''''''R''''''''''''''''''''''''''''''''''''''A'''''''''">
              <a:rPr lang="pt-BR" altLang="en-US" sz="1000" smtClean="0">
                <a:solidFill>
                  <a:schemeClr val="tx1"/>
                </a:solidFill>
                <a:latin typeface="+mn-lt"/>
                <a:cs typeface="+mn-cs"/>
              </a:rPr>
              <a:pPr algn="ctr" fontAlgn="auto"/>
              <a:t>ARA</a:t>
            </a:fld>
            <a:endParaRPr kumimoji="0" lang="pt-BR" sz="1000" b="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Suzano Display" panose="02010503030508060203" pitchFamily="2" charset="0"/>
            </a:endParaRPr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6B5CACEF-D8E6-3D08-684E-FA527DDAC585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4619625" y="5981700"/>
            <a:ext cx="2143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t">
            <a:noAutofit/>
          </a:bodyPr>
          <a:lstStyle/>
          <a:p>
            <a:pPr algn="ctr" fontAlgn="auto"/>
            <a:fld id="{7D6E0C0A-B5E3-4F2B-B699-8DC1A515C30C}" type="datetime'''''''''''''''''''''R''''''''''''''''''''''''''RP'">
              <a:rPr lang="pt-BR" altLang="en-US" sz="1000" smtClean="0">
                <a:solidFill>
                  <a:schemeClr val="tx1"/>
                </a:solidFill>
                <a:latin typeface="+mn-lt"/>
                <a:cs typeface="+mn-cs"/>
              </a:rPr>
              <a:pPr algn="ctr" fontAlgn="auto"/>
              <a:t>RRP</a:t>
            </a:fld>
            <a:endParaRPr kumimoji="0" lang="pt-BR" sz="1000" b="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Suzano Display" panose="02010503030508060203" pitchFamily="2" charset="0"/>
            </a:endParaRPr>
          </a:p>
        </p:txBody>
      </p:sp>
      <p:sp>
        <p:nvSpPr>
          <p:cNvPr id="19753" name="Retângulo 19752">
            <a:extLst>
              <a:ext uri="{FF2B5EF4-FFF2-40B4-BE49-F238E27FC236}">
                <a16:creationId xmlns:a16="http://schemas.microsoft.com/office/drawing/2014/main" id="{4DF6CD23-F911-7EFC-CEAA-6EA563A45611}"/>
              </a:ext>
            </a:extLst>
          </p:cNvPr>
          <p:cNvSpPr/>
          <p:nvPr>
            <p:custDataLst>
              <p:tags r:id="rId55"/>
            </p:custDataLst>
          </p:nvPr>
        </p:nvSpPr>
        <p:spPr bwMode="auto">
          <a:xfrm>
            <a:off x="5038725" y="5981700"/>
            <a:ext cx="21113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t">
            <a:noAutofit/>
          </a:bodyPr>
          <a:lstStyle/>
          <a:p>
            <a:pPr algn="ctr" fontAlgn="auto"/>
            <a:fld id="{EF57C205-9B60-4B50-A75B-3444E003AD91}" type="datetime'''''''''''S''''''''''''U''''''''''Z'''''''''''''''''''''''">
              <a:rPr lang="pt-BR" altLang="en-US" sz="1000" smtClean="0">
                <a:solidFill>
                  <a:schemeClr val="tx1"/>
                </a:solidFill>
                <a:latin typeface="+mn-lt"/>
                <a:cs typeface="+mn-cs"/>
              </a:rPr>
              <a:pPr algn="ctr" fontAlgn="auto"/>
              <a:t>SUZ</a:t>
            </a:fld>
            <a:endParaRPr kumimoji="0" lang="pt-BR" sz="1000" b="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Suzano Display" panose="02010503030508060203" pitchFamily="2" charset="0"/>
            </a:endParaRPr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DC1CB753-1C00-82B4-CF60-70B1430EA8F0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5465763" y="5981700"/>
            <a:ext cx="1873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t">
            <a:noAutofit/>
          </a:bodyPr>
          <a:lstStyle/>
          <a:p>
            <a:pPr algn="ctr" fontAlgn="auto"/>
            <a:fld id="{735EF533-CE8C-4DBD-A8D1-31E4DDEF5C9C}" type="datetime'''''''''''''''T''''''''''''''''''''L''''''''S'''''''''">
              <a:rPr lang="pt-BR" altLang="en-US" sz="1000" smtClean="0">
                <a:solidFill>
                  <a:schemeClr val="tx1"/>
                </a:solidFill>
                <a:latin typeface="+mn-lt"/>
                <a:cs typeface="+mn-cs"/>
              </a:rPr>
              <a:pPr algn="ctr" fontAlgn="auto"/>
              <a:t>TLS</a:t>
            </a:fld>
            <a:endParaRPr kumimoji="0" lang="pt-BR" sz="1000" b="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Suzano Display" panose="02010503030508060203" pitchFamily="2" charset="0"/>
            </a:endParaRPr>
          </a:p>
        </p:txBody>
      </p:sp>
      <p:sp>
        <p:nvSpPr>
          <p:cNvPr id="62" name="Retângulo 61">
            <a:extLst>
              <a:ext uri="{FF2B5EF4-FFF2-40B4-BE49-F238E27FC236}">
                <a16:creationId xmlns:a16="http://schemas.microsoft.com/office/drawing/2014/main" id="{8192C47F-D2CF-E443-97C2-9D435CA0A897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5880100" y="5981700"/>
            <a:ext cx="19526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t">
            <a:noAutofit/>
          </a:bodyPr>
          <a:lstStyle/>
          <a:p>
            <a:pPr algn="ctr" fontAlgn="auto"/>
            <a:fld id="{1E949B44-43FB-4687-959A-0F887C4D7F48}" type="datetime'''''''''''J''''''''''''''A''''''''''''''C'''''''''''">
              <a:rPr lang="pt-BR" altLang="en-US" sz="1000" smtClean="0">
                <a:solidFill>
                  <a:schemeClr val="tx1"/>
                </a:solidFill>
                <a:latin typeface="+mn-lt"/>
                <a:cs typeface="+mn-cs"/>
              </a:rPr>
              <a:pPr algn="ctr" fontAlgn="auto"/>
              <a:t>JAC</a:t>
            </a:fld>
            <a:endParaRPr kumimoji="0" lang="pt-BR" sz="1000" b="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Suzano Display" panose="02010503030508060203" pitchFamily="2" charset="0"/>
            </a:endParaRPr>
          </a:p>
        </p:txBody>
      </p:sp>
      <p:sp>
        <p:nvSpPr>
          <p:cNvPr id="20195" name="Retângulo 20194">
            <a:extLst>
              <a:ext uri="{FF2B5EF4-FFF2-40B4-BE49-F238E27FC236}">
                <a16:creationId xmlns:a16="http://schemas.microsoft.com/office/drawing/2014/main" id="{838EF8BD-1F6E-6953-B4B7-40C07FFEFE24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6286500" y="5981700"/>
            <a:ext cx="21748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t">
            <a:noAutofit/>
          </a:bodyPr>
          <a:lstStyle/>
          <a:p>
            <a:pPr algn="ctr" fontAlgn="auto"/>
            <a:fld id="{0B57CE85-A3B7-4C03-84B1-C23224FA18D0}" type="datetime'''I''''''''''M''''''''''''''''''''''''P'''''''''''''''''''">
              <a:rPr lang="pt-BR" altLang="en-US" sz="1000" smtClean="0">
                <a:solidFill>
                  <a:schemeClr val="tx1"/>
                </a:solidFill>
                <a:latin typeface="+mn-lt"/>
                <a:cs typeface="+mn-cs"/>
              </a:rPr>
              <a:pPr algn="ctr" fontAlgn="auto"/>
              <a:t>IMP</a:t>
            </a:fld>
            <a:endParaRPr kumimoji="0" lang="pt-BR" sz="1000" b="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Suzano Display" panose="02010503030508060203" pitchFamily="2" charset="0"/>
            </a:endParaRPr>
          </a:p>
        </p:txBody>
      </p:sp>
      <p:sp>
        <p:nvSpPr>
          <p:cNvPr id="19712" name="Retângulo 19711">
            <a:extLst>
              <a:ext uri="{FF2B5EF4-FFF2-40B4-BE49-F238E27FC236}">
                <a16:creationId xmlns:a16="http://schemas.microsoft.com/office/drawing/2014/main" id="{4A67B9DB-1193-4B26-88E5-D226DCB3A6E1}"/>
              </a:ext>
            </a:extLst>
          </p:cNvPr>
          <p:cNvSpPr/>
          <p:nvPr>
            <p:custDataLst>
              <p:tags r:id="rId59"/>
            </p:custDataLst>
          </p:nvPr>
        </p:nvSpPr>
        <p:spPr bwMode="auto">
          <a:xfrm>
            <a:off x="6673850" y="5981700"/>
            <a:ext cx="2762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t">
            <a:noAutofit/>
          </a:bodyPr>
          <a:lstStyle/>
          <a:p>
            <a:pPr algn="ctr" fontAlgn="auto"/>
            <a:fld id="{C88AD483-872E-4582-BB13-B45F655C4FA0}" type="datetime'''''M''''''''''''''og''''''''''''''''''i'''''''''''''''''''">
              <a:rPr lang="pt-BR" altLang="en-US" sz="1000" smtClean="0">
                <a:solidFill>
                  <a:schemeClr val="tx1"/>
                </a:solidFill>
                <a:latin typeface="+mn-lt"/>
                <a:cs typeface="+mn-cs"/>
              </a:rPr>
              <a:pPr algn="ctr" fontAlgn="auto"/>
              <a:t>Mogi</a:t>
            </a:fld>
            <a:endParaRPr kumimoji="0" lang="pt-BR" sz="1000" b="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Suzano Display" panose="02010503030508060203" pitchFamily="2" charset="0"/>
            </a:endParaRPr>
          </a:p>
        </p:txBody>
      </p:sp>
      <p:sp>
        <p:nvSpPr>
          <p:cNvPr id="19714" name="Retângulo 19713">
            <a:extLst>
              <a:ext uri="{FF2B5EF4-FFF2-40B4-BE49-F238E27FC236}">
                <a16:creationId xmlns:a16="http://schemas.microsoft.com/office/drawing/2014/main" id="{07319673-A043-7CF8-4406-D71F04C6F731}"/>
              </a:ext>
            </a:extLst>
          </p:cNvPr>
          <p:cNvSpPr/>
          <p:nvPr>
            <p:custDataLst>
              <p:tags r:id="rId60"/>
            </p:custDataLst>
          </p:nvPr>
        </p:nvSpPr>
        <p:spPr bwMode="auto">
          <a:xfrm>
            <a:off x="7094538" y="5981700"/>
            <a:ext cx="26987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t">
            <a:noAutofit/>
          </a:bodyPr>
          <a:lstStyle/>
          <a:p>
            <a:pPr algn="ctr" fontAlgn="auto"/>
            <a:fld id="{183FD8F6-21D4-40EC-A114-2488B8517635}" type="datetime'''''''''''''M''''''''U''''''''''''''C'''''''''''">
              <a:rPr lang="pt-BR" altLang="en-US" sz="1000" smtClean="0">
                <a:solidFill>
                  <a:schemeClr val="tx1"/>
                </a:solidFill>
                <a:latin typeface="+mn-lt"/>
                <a:cs typeface="+mn-cs"/>
              </a:rPr>
              <a:pPr algn="ctr" fontAlgn="auto"/>
              <a:t>MUC</a:t>
            </a:fld>
            <a:endParaRPr kumimoji="0" lang="pt-BR" sz="1000" b="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Suzano Display" panose="02010503030508060203" pitchFamily="2" charset="0"/>
            </a:endParaRPr>
          </a:p>
        </p:txBody>
      </p:sp>
      <p:sp>
        <p:nvSpPr>
          <p:cNvPr id="20181" name="Retângulo 20180">
            <a:extLst>
              <a:ext uri="{FF2B5EF4-FFF2-40B4-BE49-F238E27FC236}">
                <a16:creationId xmlns:a16="http://schemas.microsoft.com/office/drawing/2014/main" id="{2C23C5F6-6E87-9281-9E2E-1DBD40B051D8}"/>
              </a:ext>
            </a:extLst>
          </p:cNvPr>
          <p:cNvSpPr/>
          <p:nvPr>
            <p:custDataLst>
              <p:tags r:id="rId61"/>
            </p:custDataLst>
          </p:nvPr>
        </p:nvSpPr>
        <p:spPr bwMode="auto">
          <a:xfrm>
            <a:off x="7464425" y="5981700"/>
            <a:ext cx="36671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0" rtlCol="0" anchor="t">
            <a:noAutofit/>
          </a:bodyPr>
          <a:lstStyle/>
          <a:p>
            <a:pPr algn="ctr" fontAlgn="auto"/>
            <a:fld id="{158C9677-E3A7-4218-A9CE-A49B26E16BB5}" type="datetime'Sh''''ou''''''l''''d'''' ''''C''''''o''s''''''''''t'">
              <a:rPr lang="pt-BR" altLang="en-US" sz="1000" smtClean="0">
                <a:solidFill>
                  <a:schemeClr val="tx1"/>
                </a:solidFill>
                <a:latin typeface="+mn-lt"/>
                <a:cs typeface="+mn-cs"/>
              </a:rPr>
              <a:pPr algn="ctr" fontAlgn="auto"/>
              <a:t>Should Cost</a:t>
            </a:fld>
            <a:endParaRPr kumimoji="0" lang="pt-BR" sz="1000" b="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Suzano Display" panose="02010503030508060203" pitchFamily="2" charset="0"/>
            </a:endParaRPr>
          </a:p>
        </p:txBody>
      </p:sp>
      <p:sp>
        <p:nvSpPr>
          <p:cNvPr id="19795" name="Retângulo 19794">
            <a:extLst>
              <a:ext uri="{FF2B5EF4-FFF2-40B4-BE49-F238E27FC236}">
                <a16:creationId xmlns:a16="http://schemas.microsoft.com/office/drawing/2014/main" id="{8AE717EA-3876-22AF-F309-1D4CDC526E7A}"/>
              </a:ext>
            </a:extLst>
          </p:cNvPr>
          <p:cNvSpPr/>
          <p:nvPr>
            <p:custDataLst>
              <p:tags r:id="rId62"/>
            </p:custDataLst>
          </p:nvPr>
        </p:nvSpPr>
        <p:spPr bwMode="auto">
          <a:xfrm>
            <a:off x="7954963" y="5981700"/>
            <a:ext cx="2159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t">
            <a:noAutofit/>
          </a:bodyPr>
          <a:lstStyle/>
          <a:p>
            <a:pPr algn="ctr" fontAlgn="auto"/>
            <a:fld id="{829EF982-D1E8-4C34-93BB-752AA2BD8B4C}" type="datetime'''''''''''''G''P''''S'''''''">
              <a:rPr lang="pt-BR" altLang="en-US" sz="1000" smtClean="0">
                <a:solidFill>
                  <a:schemeClr val="tx1"/>
                </a:solidFill>
                <a:latin typeface="+mn-lt"/>
                <a:cs typeface="+mn-cs"/>
              </a:rPr>
              <a:pPr algn="ctr" fontAlgn="auto"/>
              <a:t>GPS</a:t>
            </a:fld>
            <a:endParaRPr kumimoji="0" lang="pt-BR" sz="1000" b="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Suzano Display" panose="02010503030508060203" pitchFamily="2" charset="0"/>
            </a:endParaRPr>
          </a:p>
        </p:txBody>
      </p:sp>
      <p:sp>
        <p:nvSpPr>
          <p:cNvPr id="20059" name="Retângulo 20058">
            <a:extLst>
              <a:ext uri="{FF2B5EF4-FFF2-40B4-BE49-F238E27FC236}">
                <a16:creationId xmlns:a16="http://schemas.microsoft.com/office/drawing/2014/main" id="{12748A99-8D11-4BF6-1E64-3007BBE6FE97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8242300" y="5981700"/>
            <a:ext cx="47625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t">
            <a:noAutofit/>
          </a:bodyPr>
          <a:lstStyle/>
          <a:p>
            <a:pPr algn="ctr" fontAlgn="auto"/>
            <a:fld id="{D4C1DBDE-0225-4385-A087-92E13BAF7EBF}" type="datetime'''L''''''''''i''''mp''''''''''''''''''''''id''''''oz'''">
              <a:rPr lang="pt-BR" altLang="en-US" sz="1000" smtClean="0">
                <a:solidFill>
                  <a:schemeClr val="tx1"/>
                </a:solidFill>
                <a:latin typeface="+mn-lt"/>
                <a:cs typeface="+mn-cs"/>
              </a:rPr>
              <a:pPr algn="ctr" fontAlgn="auto"/>
              <a:t>Limpidoz</a:t>
            </a:fld>
            <a:endParaRPr kumimoji="0" lang="pt-BR" sz="1000" b="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Suzano Display" panose="02010503030508060203" pitchFamily="2" charset="0"/>
            </a:endParaRPr>
          </a:p>
        </p:txBody>
      </p:sp>
      <p:sp>
        <p:nvSpPr>
          <p:cNvPr id="19490" name="Retângulo 19489">
            <a:extLst>
              <a:ext uri="{FF2B5EF4-FFF2-40B4-BE49-F238E27FC236}">
                <a16:creationId xmlns:a16="http://schemas.microsoft.com/office/drawing/2014/main" id="{6E31A9EA-6C72-329C-766C-62B76E32AC18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3313113" y="4643438"/>
            <a:ext cx="228600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algn="r" fontAlgn="auto"/>
            <a:fld id="{989ADAE6-77FB-44E4-8131-F0AFCFF8B1C6}" type="datetime'''''6''''''''''.''''''''''''''''''2''''8''''4'''''''''''">
              <a:rPr lang="pt-BR" altLang="en-US" sz="800" smtClean="0">
                <a:solidFill>
                  <a:schemeClr val="tx1"/>
                </a:solidFill>
                <a:latin typeface="+mn-lt"/>
                <a:cs typeface="+mn-cs"/>
              </a:rPr>
              <a:pPr algn="r" fontAlgn="auto"/>
              <a:t>6.284</a:t>
            </a:fld>
            <a:endParaRPr kumimoji="0" lang="pt-BR" sz="800" b="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Calibri"/>
            </a:endParaRPr>
          </a:p>
        </p:txBody>
      </p:sp>
      <p:sp>
        <p:nvSpPr>
          <p:cNvPr id="19726" name="Rectangle 13">
            <a:extLst>
              <a:ext uri="{FF2B5EF4-FFF2-40B4-BE49-F238E27FC236}">
                <a16:creationId xmlns:a16="http://schemas.microsoft.com/office/drawing/2014/main" id="{3B3BEFE2-6ADF-1241-03F8-FD8ADDDA0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7025" y="3998928"/>
            <a:ext cx="1817805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65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altLang="pt-BR" sz="1100" b="1" kern="0" dirty="0">
                <a:solidFill>
                  <a:srgbClr val="474747"/>
                </a:solidFill>
                <a:latin typeface="Suzano Display" panose="02010503030508060203" pitchFamily="2" charset="0"/>
                <a:ea typeface="Calibri"/>
              </a:rPr>
              <a:t>Custo Médio por FTE (BRL)  </a:t>
            </a:r>
            <a:endParaRPr kumimoji="0" lang="pt-BR" altLang="pt-BR" sz="1100" b="1" i="0" u="none" strike="noStrike" kern="0" cap="none" spc="0" normalizeH="0" baseline="0" noProof="0" dirty="0">
              <a:ln>
                <a:noFill/>
              </a:ln>
              <a:solidFill>
                <a:srgbClr val="474747"/>
              </a:solidFill>
              <a:effectLst/>
              <a:uLnTx/>
              <a:uFillTx/>
              <a:latin typeface="Suzano Display" panose="02010503030508060203" pitchFamily="2" charset="0"/>
              <a:ea typeface="Calibri"/>
              <a:sym typeface="Calibri" panose="020F0502020204030204" pitchFamily="34" charset="0"/>
            </a:endParaRPr>
          </a:p>
        </p:txBody>
      </p:sp>
      <p:sp>
        <p:nvSpPr>
          <p:cNvPr id="19785" name="TextBox 6">
            <a:extLst>
              <a:ext uri="{FF2B5EF4-FFF2-40B4-BE49-F238E27FC236}">
                <a16:creationId xmlns:a16="http://schemas.microsoft.com/office/drawing/2014/main" id="{3AEA7809-BD34-DA31-D951-138851578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188" y="6306003"/>
            <a:ext cx="325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/>
            <a:r>
              <a:rPr lang="en-US" altLang="en-US" sz="900" b="1" dirty="0">
                <a:solidFill>
                  <a:schemeClr val="tx1"/>
                </a:solidFill>
                <a:latin typeface="Suzano Text Light" panose="02010303030508060203" pitchFamily="2" charset="0"/>
                <a:ea typeface="Suzano Sans Regular"/>
                <a:cs typeface="Suzano Sans Regular"/>
                <a:sym typeface="Suzano Sans Regular"/>
              </a:rPr>
              <a:t>Custos considerados: </a:t>
            </a:r>
          </a:p>
          <a:p>
            <a:pPr marL="285750" indent="-285750" eaLnBrk="1">
              <a:buFont typeface="Wingdings" panose="05000000000000000000" pitchFamily="2" charset="2"/>
              <a:buChar char="§"/>
            </a:pPr>
            <a:r>
              <a:rPr lang="en-US" altLang="en-US" sz="900" dirty="0">
                <a:solidFill>
                  <a:schemeClr val="tx1"/>
                </a:solidFill>
                <a:latin typeface="Suzano Text Light" panose="02010303030508060203" pitchFamily="2" charset="0"/>
                <a:ea typeface="Suzano Sans Regular"/>
                <a:cs typeface="Suzano Sans Regular"/>
                <a:sym typeface="Suzano Sans Regular"/>
              </a:rPr>
              <a:t>Salários – encargos – benefícios – EPIs – Transporte </a:t>
            </a:r>
            <a:endParaRPr lang="en-US" altLang="en-US" sz="1000" dirty="0">
              <a:solidFill>
                <a:schemeClr val="tx2">
                  <a:lumMod val="50000"/>
                </a:schemeClr>
              </a:solidFill>
              <a:latin typeface="Suzano Text Light" panose="02010303030508060203" pitchFamily="2" charset="0"/>
              <a:ea typeface="Suzano Sans Regular"/>
              <a:cs typeface="Suzano Sans Regular"/>
              <a:sym typeface="Suzano Sans Regular"/>
            </a:endParaRPr>
          </a:p>
        </p:txBody>
      </p:sp>
      <p:graphicFrame>
        <p:nvGraphicFramePr>
          <p:cNvPr id="20175" name="Chart 3">
            <a:extLst>
              <a:ext uri="{FF2B5EF4-FFF2-40B4-BE49-F238E27FC236}">
                <a16:creationId xmlns:a16="http://schemas.microsoft.com/office/drawing/2014/main" id="{2ED85B69-C7DE-4951-DAC1-73218930DEF5}"/>
              </a:ext>
            </a:extLst>
          </p:cNvPr>
          <p:cNvGraphicFramePr/>
          <p:nvPr>
            <p:custDataLst>
              <p:tags r:id="rId65"/>
            </p:custDataLst>
            <p:extLst>
              <p:ext uri="{D42A27DB-BD31-4B8C-83A1-F6EECF244321}">
                <p14:modId xmlns:p14="http://schemas.microsoft.com/office/powerpoint/2010/main" val="3729302812"/>
              </p:ext>
            </p:extLst>
          </p:nvPr>
        </p:nvGraphicFramePr>
        <p:xfrm>
          <a:off x="246063" y="4397375"/>
          <a:ext cx="2722562" cy="1590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2"/>
          </a:graphicData>
        </a:graphic>
      </p:graphicFrame>
      <p:cxnSp>
        <p:nvCxnSpPr>
          <p:cNvPr id="19483" name="Conector reto 19482">
            <a:extLst>
              <a:ext uri="{FF2B5EF4-FFF2-40B4-BE49-F238E27FC236}">
                <a16:creationId xmlns:a16="http://schemas.microsoft.com/office/drawing/2014/main" id="{636E13DF-374E-A443-1DAE-54B36C163A12}"/>
              </a:ext>
            </a:extLst>
          </p:cNvPr>
          <p:cNvCxnSpPr/>
          <p:nvPr>
            <p:custDataLst>
              <p:tags r:id="rId66"/>
            </p:custDataLst>
          </p:nvPr>
        </p:nvCxnSpPr>
        <p:spPr bwMode="auto">
          <a:xfrm flipV="1">
            <a:off x="1827213" y="4368800"/>
            <a:ext cx="0" cy="30797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84" name="Conector reto 19483">
            <a:extLst>
              <a:ext uri="{FF2B5EF4-FFF2-40B4-BE49-F238E27FC236}">
                <a16:creationId xmlns:a16="http://schemas.microsoft.com/office/drawing/2014/main" id="{0B47142B-4E3F-7F2F-84AD-FB5698BD2574}"/>
              </a:ext>
            </a:extLst>
          </p:cNvPr>
          <p:cNvCxnSpPr/>
          <p:nvPr>
            <p:custDataLst>
              <p:tags r:id="rId67"/>
            </p:custDataLst>
          </p:nvPr>
        </p:nvCxnSpPr>
        <p:spPr bwMode="auto">
          <a:xfrm>
            <a:off x="1827213" y="4368800"/>
            <a:ext cx="70485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85" name="Conector reto 19484">
            <a:extLst>
              <a:ext uri="{FF2B5EF4-FFF2-40B4-BE49-F238E27FC236}">
                <a16:creationId xmlns:a16="http://schemas.microsoft.com/office/drawing/2014/main" id="{814BA379-5769-AE6B-CE35-C9F393F1A1E8}"/>
              </a:ext>
            </a:extLst>
          </p:cNvPr>
          <p:cNvCxnSpPr/>
          <p:nvPr>
            <p:custDataLst>
              <p:tags r:id="rId68"/>
            </p:custDataLst>
          </p:nvPr>
        </p:nvCxnSpPr>
        <p:spPr bwMode="auto">
          <a:xfrm>
            <a:off x="2532063" y="4368800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804" name="Retângulo 19803">
            <a:extLst>
              <a:ext uri="{FF2B5EF4-FFF2-40B4-BE49-F238E27FC236}">
                <a16:creationId xmlns:a16="http://schemas.microsoft.com/office/drawing/2014/main" id="{C6DF0838-9B14-F907-43E5-5715E06324B3}"/>
              </a:ext>
            </a:extLst>
          </p:cNvPr>
          <p:cNvSpPr/>
          <p:nvPr>
            <p:custDataLst>
              <p:tags r:id="rId69"/>
            </p:custDataLst>
          </p:nvPr>
        </p:nvSpPr>
        <p:spPr bwMode="auto">
          <a:xfrm>
            <a:off x="809625" y="5805488"/>
            <a:ext cx="6223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t">
            <a:noAutofit/>
          </a:bodyPr>
          <a:lstStyle/>
          <a:p>
            <a:pPr algn="ctr" fontAlgn="auto"/>
            <a:fld id="{98B9A779-49DA-4AAD-BEF1-D64B1E8D7E16}" type="datetime'''Sh''''o''ul''''''''d'''' ''''Co''''''''s''''''''t'''''''''">
              <a:rPr lang="pt-BR" altLang="en-US" sz="1000" smtClean="0">
                <a:solidFill>
                  <a:schemeClr val="tx1"/>
                </a:solidFill>
                <a:latin typeface="+mn-lt"/>
                <a:cs typeface="+mn-cs"/>
              </a:rPr>
              <a:pPr algn="ctr" fontAlgn="auto"/>
              <a:t>Should Cost</a:t>
            </a:fld>
            <a:endParaRPr kumimoji="0" lang="pt-BR" sz="1000" b="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Suzano Display" panose="02010503030508060203" pitchFamily="2" charset="0"/>
            </a:endParaRPr>
          </a:p>
        </p:txBody>
      </p:sp>
      <p:sp>
        <p:nvSpPr>
          <p:cNvPr id="19805" name="Retângulo 19804">
            <a:extLst>
              <a:ext uri="{FF2B5EF4-FFF2-40B4-BE49-F238E27FC236}">
                <a16:creationId xmlns:a16="http://schemas.microsoft.com/office/drawing/2014/main" id="{218CD60C-8456-7FCB-CB95-76F869725C4C}"/>
              </a:ext>
            </a:extLst>
          </p:cNvPr>
          <p:cNvSpPr/>
          <p:nvPr>
            <p:custDataLst>
              <p:tags r:id="rId70"/>
            </p:custDataLst>
          </p:nvPr>
        </p:nvSpPr>
        <p:spPr bwMode="auto">
          <a:xfrm>
            <a:off x="1592263" y="5805488"/>
            <a:ext cx="4714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0" rtlCol="0" anchor="t">
            <a:noAutofit/>
          </a:bodyPr>
          <a:lstStyle/>
          <a:p>
            <a:pPr algn="ctr" fontAlgn="auto"/>
            <a:fld id="{B5FEAACA-3E0C-42F7-81EC-F3C80B0FBE17}" type="datetime'C''''ontra''to'''''''' ''''''At''u''''a''l'' '''''''''''''">
              <a:rPr lang="pt-BR" altLang="en-US" sz="1000" smtClean="0">
                <a:solidFill>
                  <a:schemeClr val="tx1"/>
                </a:solidFill>
                <a:latin typeface="+mn-lt"/>
                <a:cs typeface="+mn-cs"/>
              </a:rPr>
              <a:pPr algn="ctr" fontAlgn="auto"/>
              <a:t>Contrato Atual </a:t>
            </a:fld>
            <a:endParaRPr kumimoji="0" lang="pt-BR" sz="1000" b="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Suzano Display" panose="02010503030508060203" pitchFamily="2" charset="0"/>
            </a:endParaRPr>
          </a:p>
        </p:txBody>
      </p:sp>
      <p:sp>
        <p:nvSpPr>
          <p:cNvPr id="19812" name="Retângulo 19811">
            <a:extLst>
              <a:ext uri="{FF2B5EF4-FFF2-40B4-BE49-F238E27FC236}">
                <a16:creationId xmlns:a16="http://schemas.microsoft.com/office/drawing/2014/main" id="{3A6947D7-7866-57E0-DDF7-5D836C352135}"/>
              </a:ext>
            </a:extLst>
          </p:cNvPr>
          <p:cNvSpPr/>
          <p:nvPr>
            <p:custDataLst>
              <p:tags r:id="rId71"/>
            </p:custDataLst>
          </p:nvPr>
        </p:nvSpPr>
        <p:spPr bwMode="auto">
          <a:xfrm>
            <a:off x="2251075" y="5805488"/>
            <a:ext cx="56197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t">
            <a:noAutofit/>
          </a:bodyPr>
          <a:lstStyle/>
          <a:p>
            <a:pPr algn="ctr" fontAlgn="auto"/>
            <a:fld id="{9B243F84-F8AA-49E8-9E42-B37A2B8F2327}" type="datetime'''''N''e''''''''''g''oci''''''''''''''a''''''''d''''o'">
              <a:rPr lang="pt-BR" altLang="en-US" sz="1000" smtClean="0">
                <a:solidFill>
                  <a:schemeClr val="tx1"/>
                </a:solidFill>
                <a:latin typeface="+mn-lt"/>
                <a:cs typeface="+mn-cs"/>
              </a:rPr>
              <a:pPr algn="ctr" fontAlgn="auto"/>
              <a:t>Negociado</a:t>
            </a:fld>
            <a:endParaRPr kumimoji="0" lang="pt-BR" sz="1000" b="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Suzano Display" panose="02010503030508060203" pitchFamily="2" charset="0"/>
            </a:endParaRPr>
          </a:p>
        </p:txBody>
      </p:sp>
      <p:sp>
        <p:nvSpPr>
          <p:cNvPr id="19481" name="Elipse 19480">
            <a:extLst>
              <a:ext uri="{FF2B5EF4-FFF2-40B4-BE49-F238E27FC236}">
                <a16:creationId xmlns:a16="http://schemas.microsoft.com/office/drawing/2014/main" id="{647F2A9C-E323-896F-674B-E461199AA188}"/>
              </a:ext>
            </a:extLst>
          </p:cNvPr>
          <p:cNvSpPr/>
          <p:nvPr>
            <p:custDataLst>
              <p:tags r:id="rId72"/>
            </p:custDataLst>
          </p:nvPr>
        </p:nvSpPr>
        <p:spPr bwMode="auto">
          <a:xfrm>
            <a:off x="1978025" y="4260850"/>
            <a:ext cx="403225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marR="0" algn="ctr" defTabSz="914400" rtl="0" fontAlgn="auto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fld id="{CE4C1DEA-2A9E-4413-AAD5-83EBE54D3890}" type="datetime'''''''''''''''''''''''''''+''''''''1''''''''8''''%'">
              <a:rPr lang="pt-BR" altLang="en-US" sz="1000" smtClean="0">
                <a:solidFill>
                  <a:schemeClr val="tx1"/>
                </a:solidFill>
                <a:effectLst/>
                <a:latin typeface="+mn-lt"/>
                <a:cs typeface="+mn-cs"/>
              </a:rPr>
              <a:pPr marR="0" algn="ctr" defTabSz="914400" rtl="0" fontAlgn="auto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t>+18%</a:t>
            </a:fld>
            <a:endParaRPr kumimoji="0" lang="pt-BR" sz="1000" i="0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Calibri"/>
            </a:endParaRPr>
          </a:p>
        </p:txBody>
      </p:sp>
      <p:sp>
        <p:nvSpPr>
          <p:cNvPr id="19506" name="CaixaDeTexto 19505">
            <a:extLst>
              <a:ext uri="{FF2B5EF4-FFF2-40B4-BE49-F238E27FC236}">
                <a16:creationId xmlns:a16="http://schemas.microsoft.com/office/drawing/2014/main" id="{A3D14D0E-C641-DB4B-09EB-2FF0AEA800F7}"/>
              </a:ext>
            </a:extLst>
          </p:cNvPr>
          <p:cNvSpPr txBox="1"/>
          <p:nvPr/>
        </p:nvSpPr>
        <p:spPr>
          <a:xfrm>
            <a:off x="2876061" y="723170"/>
            <a:ext cx="26114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u="sng" dirty="0">
                <a:solidFill>
                  <a:schemeClr val="bg2">
                    <a:lumMod val="25000"/>
                  </a:schemeClr>
                </a:solidFill>
                <a:latin typeface="Suzano Unicase" panose="02010503030508060203" pitchFamily="2" charset="0"/>
              </a:rPr>
              <a:t>Valores fixos – r$M/ano</a:t>
            </a:r>
            <a:endParaRPr lang="en-US" sz="1000" u="sng" dirty="0"/>
          </a:p>
        </p:txBody>
      </p:sp>
      <p:sp>
        <p:nvSpPr>
          <p:cNvPr id="19792" name="TextBox 14">
            <a:extLst>
              <a:ext uri="{FF2B5EF4-FFF2-40B4-BE49-F238E27FC236}">
                <a16:creationId xmlns:a16="http://schemas.microsoft.com/office/drawing/2014/main" id="{4B55F324-7CB6-5986-6416-34A9F6D51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3" y="90915"/>
            <a:ext cx="10538753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/>
            <a:r>
              <a:rPr lang="en-US" altLang="en-US" sz="2100" dirty="0">
                <a:solidFill>
                  <a:srgbClr val="1932C8"/>
                </a:solidFill>
                <a:latin typeface="Suzano Display" panose="02010503030508060203" pitchFamily="2" charset="0"/>
                <a:ea typeface="Suzano Sans Bold"/>
                <a:cs typeface="Suzano Sans Bold"/>
                <a:sym typeface="Suzano Sans Bold"/>
              </a:rPr>
              <a:t> Gate 3 | Spend Annual Negociado + visão unitária custos    </a:t>
            </a:r>
          </a:p>
        </p:txBody>
      </p:sp>
      <p:graphicFrame>
        <p:nvGraphicFramePr>
          <p:cNvPr id="20054" name="Gráfico 20053">
            <a:extLst>
              <a:ext uri="{FF2B5EF4-FFF2-40B4-BE49-F238E27FC236}">
                <a16:creationId xmlns:a16="http://schemas.microsoft.com/office/drawing/2014/main" id="{96812AAA-50A6-9463-5689-D052ADDD3C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8459555"/>
              </p:ext>
            </p:extLst>
          </p:nvPr>
        </p:nvGraphicFramePr>
        <p:xfrm>
          <a:off x="7751764" y="1141984"/>
          <a:ext cx="4084634" cy="2391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3"/>
          </a:graphicData>
        </a:graphic>
      </p:graphicFrame>
      <p:cxnSp>
        <p:nvCxnSpPr>
          <p:cNvPr id="20056" name="Conector de Seta Reta 20055">
            <a:extLst>
              <a:ext uri="{FF2B5EF4-FFF2-40B4-BE49-F238E27FC236}">
                <a16:creationId xmlns:a16="http://schemas.microsoft.com/office/drawing/2014/main" id="{EA7E8F78-3C68-6DD3-632D-AF8DEB609048}"/>
              </a:ext>
            </a:extLst>
          </p:cNvPr>
          <p:cNvCxnSpPr>
            <a:cxnSpLocks/>
          </p:cNvCxnSpPr>
          <p:nvPr/>
        </p:nvCxnSpPr>
        <p:spPr>
          <a:xfrm>
            <a:off x="11829448" y="1617156"/>
            <a:ext cx="13897" cy="828000"/>
          </a:xfrm>
          <a:prstGeom prst="straightConnector1">
            <a:avLst/>
          </a:prstGeom>
          <a:noFill/>
          <a:ln w="12700" cap="flat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084" name="Rectangle 13">
            <a:extLst>
              <a:ext uri="{FF2B5EF4-FFF2-40B4-BE49-F238E27FC236}">
                <a16:creationId xmlns:a16="http://schemas.microsoft.com/office/drawing/2014/main" id="{76BB26E1-40A2-C4D7-CCBC-BF2D68825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9681" y="3933610"/>
            <a:ext cx="11461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65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altLang="pt-BR" sz="1100" b="1" kern="0" dirty="0">
                <a:solidFill>
                  <a:srgbClr val="474747"/>
                </a:solidFill>
                <a:latin typeface="Suzano Display" panose="02010503030508060203" pitchFamily="2" charset="0"/>
                <a:ea typeface="Calibri"/>
              </a:rPr>
              <a:t>Cost Breakdown  </a:t>
            </a:r>
            <a:endParaRPr kumimoji="0" lang="pt-BR" altLang="pt-BR" sz="1100" b="1" i="0" u="none" strike="noStrike" kern="0" cap="none" spc="0" normalizeH="0" baseline="0" noProof="0" dirty="0">
              <a:ln>
                <a:noFill/>
              </a:ln>
              <a:solidFill>
                <a:srgbClr val="474747"/>
              </a:solidFill>
              <a:effectLst/>
              <a:uLnTx/>
              <a:uFillTx/>
              <a:latin typeface="Suzano Display" panose="02010503030508060203" pitchFamily="2" charset="0"/>
              <a:ea typeface="Calibri"/>
              <a:sym typeface="Calibri" panose="020F0502020204030204" pitchFamily="34" charset="0"/>
            </a:endParaRPr>
          </a:p>
        </p:txBody>
      </p:sp>
      <p:graphicFrame>
        <p:nvGraphicFramePr>
          <p:cNvPr id="19730" name="Chart 3">
            <a:extLst>
              <a:ext uri="{FF2B5EF4-FFF2-40B4-BE49-F238E27FC236}">
                <a16:creationId xmlns:a16="http://schemas.microsoft.com/office/drawing/2014/main" id="{381A4928-629B-9640-304F-463709E2166F}"/>
              </a:ext>
            </a:extLst>
          </p:cNvPr>
          <p:cNvGraphicFramePr/>
          <p:nvPr>
            <p:custDataLst>
              <p:tags r:id="rId73"/>
            </p:custDataLst>
            <p:extLst>
              <p:ext uri="{D42A27DB-BD31-4B8C-83A1-F6EECF244321}">
                <p14:modId xmlns:p14="http://schemas.microsoft.com/office/powerpoint/2010/main" val="364531699"/>
              </p:ext>
            </p:extLst>
          </p:nvPr>
        </p:nvGraphicFramePr>
        <p:xfrm>
          <a:off x="9629775" y="4030663"/>
          <a:ext cx="2006600" cy="21383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4"/>
          </a:graphicData>
        </a:graphic>
      </p:graphicFrame>
      <p:sp>
        <p:nvSpPr>
          <p:cNvPr id="20086" name="Retângulo 20085">
            <a:extLst>
              <a:ext uri="{FF2B5EF4-FFF2-40B4-BE49-F238E27FC236}">
                <a16:creationId xmlns:a16="http://schemas.microsoft.com/office/drawing/2014/main" id="{D2F36060-033B-30C2-E85C-AB9BF2EA50B8}"/>
              </a:ext>
            </a:extLst>
          </p:cNvPr>
          <p:cNvSpPr/>
          <p:nvPr>
            <p:custDataLst>
              <p:tags r:id="rId74"/>
            </p:custDataLst>
          </p:nvPr>
        </p:nvSpPr>
        <p:spPr bwMode="auto">
          <a:xfrm>
            <a:off x="11244263" y="4432300"/>
            <a:ext cx="34766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fontAlgn="auto"/>
            <a:fld id="{8436B72F-3243-4EE0-9846-A9E02F04028A}" type="datetime'Sal''''''''''''''á''r''''''i''''''''''''''''''o'''''''''''''''">
              <a:rPr lang="pt-BR" altLang="en-US" sz="1000" smtClean="0">
                <a:solidFill>
                  <a:schemeClr val="tx1"/>
                </a:solidFill>
                <a:latin typeface="+mn-lt"/>
                <a:cs typeface="+mn-cs"/>
              </a:rPr>
              <a:pPr/>
              <a:t>Salário</a:t>
            </a:fld>
            <a:endParaRPr kumimoji="0" lang="pt-BR" sz="1000" b="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Calibri"/>
            </a:endParaRPr>
          </a:p>
        </p:txBody>
      </p:sp>
      <p:sp>
        <p:nvSpPr>
          <p:cNvPr id="20087" name="Retângulo 20086">
            <a:extLst>
              <a:ext uri="{FF2B5EF4-FFF2-40B4-BE49-F238E27FC236}">
                <a16:creationId xmlns:a16="http://schemas.microsoft.com/office/drawing/2014/main" id="{9C45CC14-4E34-053D-0349-3FD2D9F8F98B}"/>
              </a:ext>
            </a:extLst>
          </p:cNvPr>
          <p:cNvSpPr/>
          <p:nvPr>
            <p:custDataLst>
              <p:tags r:id="rId75"/>
            </p:custDataLst>
          </p:nvPr>
        </p:nvSpPr>
        <p:spPr bwMode="auto">
          <a:xfrm>
            <a:off x="11229975" y="5626100"/>
            <a:ext cx="4921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fontAlgn="auto"/>
            <a:fld id="{C4144DA8-9013-4114-AAA8-73F398E70EE2}" type="datetime'''''En''''c''''''''''a''''''''''''r''''''''''''''gos '''''">
              <a:rPr lang="pt-BR" altLang="en-US" sz="1000" smtClean="0">
                <a:solidFill>
                  <a:schemeClr val="tx1"/>
                </a:solidFill>
                <a:latin typeface="+mn-lt"/>
                <a:cs typeface="+mn-cs"/>
              </a:rPr>
              <a:pPr/>
              <a:t>Encargos </a:t>
            </a:fld>
            <a:endParaRPr kumimoji="0" lang="pt-BR" sz="1000" b="0" i="0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Calibri"/>
            </a:endParaRPr>
          </a:p>
        </p:txBody>
      </p:sp>
      <p:sp>
        <p:nvSpPr>
          <p:cNvPr id="20088" name="Retângulo 20087">
            <a:extLst>
              <a:ext uri="{FF2B5EF4-FFF2-40B4-BE49-F238E27FC236}">
                <a16:creationId xmlns:a16="http://schemas.microsoft.com/office/drawing/2014/main" id="{6C5C206F-98B2-0243-3709-0A3624EBF048}"/>
              </a:ext>
            </a:extLst>
          </p:cNvPr>
          <p:cNvSpPr/>
          <p:nvPr>
            <p:custDataLst>
              <p:tags r:id="rId76"/>
            </p:custDataLst>
          </p:nvPr>
        </p:nvSpPr>
        <p:spPr bwMode="auto">
          <a:xfrm>
            <a:off x="9936163" y="5873750"/>
            <a:ext cx="5572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algn="r" fontAlgn="auto"/>
            <a:fld id="{743A7E56-6C52-4CB2-AAE2-C62188BBDA6F}" type="datetime'''''''B''''en''ef''íc''''''i''''''os '''">
              <a:rPr lang="pt-BR" altLang="en-US" sz="1000" smtClean="0">
                <a:solidFill>
                  <a:schemeClr val="tx1"/>
                </a:solidFill>
                <a:latin typeface="+mn-lt"/>
                <a:cs typeface="+mn-cs"/>
              </a:rPr>
              <a:pPr algn="r" fontAlgn="auto"/>
              <a:t>Benefícios </a:t>
            </a:fld>
            <a:endParaRPr kumimoji="0" lang="pt-BR" sz="1000" b="0" i="0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Calibri"/>
            </a:endParaRPr>
          </a:p>
        </p:txBody>
      </p:sp>
      <p:sp>
        <p:nvSpPr>
          <p:cNvPr id="20148" name="Retângulo 20147">
            <a:extLst>
              <a:ext uri="{FF2B5EF4-FFF2-40B4-BE49-F238E27FC236}">
                <a16:creationId xmlns:a16="http://schemas.microsoft.com/office/drawing/2014/main" id="{219D9928-C9BC-B135-4B53-FF8F8E0951E1}"/>
              </a:ext>
            </a:extLst>
          </p:cNvPr>
          <p:cNvSpPr/>
          <p:nvPr>
            <p:custDataLst>
              <p:tags r:id="rId77"/>
            </p:custDataLst>
          </p:nvPr>
        </p:nvSpPr>
        <p:spPr bwMode="gray">
          <a:xfrm>
            <a:off x="10053638" y="5457825"/>
            <a:ext cx="190500" cy="136525"/>
          </a:xfrm>
          <a:prstGeom prst="rect">
            <a:avLst/>
          </a:prstGeom>
          <a:solidFill>
            <a:srgbClr val="0008B7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7463" tIns="0" rIns="17463" bIns="0" numCol="1" spcCol="0" rtlCol="0" anchor="ctr">
            <a:noAutofit/>
          </a:bodyPr>
          <a:lstStyle/>
          <a:p>
            <a:pPr marR="0" algn="ctr" defTabSz="914400" rtl="0" fontAlgn="auto" latinLnBrk="0" hangingPunct="0">
              <a:lnSpc>
                <a:spcPct val="90000"/>
              </a:lnSpc>
              <a:buClrTx/>
              <a:buSzTx/>
              <a:buFontTx/>
              <a:buNone/>
              <a:tabLst/>
            </a:pPr>
            <a:fld id="{8432FDEC-A6F7-4545-B13F-C745D3F074E9}" type="datetime'''''''''''''''''''''''4''''''''''''''%'''''''''">
              <a:rPr lang="pt-BR" altLang="en-US" sz="1000" smtClean="0">
                <a:solidFill>
                  <a:schemeClr val="bg1"/>
                </a:solidFill>
                <a:effectLst/>
                <a:latin typeface="+mn-lt"/>
                <a:cs typeface="+mn-cs"/>
              </a:rPr>
              <a:pPr marR="0" algn="ctr" defTabSz="914400" rtl="0" fontAlgn="auto" latinLnBrk="0" hangingPunct="0">
                <a:lnSpc>
                  <a:spcPct val="90000"/>
                </a:lnSpc>
                <a:buClrTx/>
                <a:buSzTx/>
                <a:buFontTx/>
                <a:buNone/>
                <a:tabLst/>
              </a:pPr>
              <a:t>4%</a:t>
            </a:fld>
            <a:endParaRPr kumimoji="0" lang="pt-BR" sz="1000" b="0" i="0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cs typeface="+mn-cs"/>
              <a:sym typeface="Calibri"/>
            </a:endParaRPr>
          </a:p>
        </p:txBody>
      </p:sp>
      <p:sp>
        <p:nvSpPr>
          <p:cNvPr id="20089" name="Retângulo 20088">
            <a:extLst>
              <a:ext uri="{FF2B5EF4-FFF2-40B4-BE49-F238E27FC236}">
                <a16:creationId xmlns:a16="http://schemas.microsoft.com/office/drawing/2014/main" id="{9C1C3232-6E8F-2BF9-3F1A-0DD526F7F272}"/>
              </a:ext>
            </a:extLst>
          </p:cNvPr>
          <p:cNvSpPr/>
          <p:nvPr>
            <p:custDataLst>
              <p:tags r:id="rId78"/>
            </p:custDataLst>
          </p:nvPr>
        </p:nvSpPr>
        <p:spPr bwMode="auto">
          <a:xfrm>
            <a:off x="9469438" y="5622925"/>
            <a:ext cx="56673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algn="r" fontAlgn="auto"/>
            <a:fld id="{BEF0A442-D1C0-4CE8-A124-52B40CE7AEA3}" type="datetime'''''T''''''r''''''a''ns''''p''o''r''''''''t''''e'''''''''''">
              <a:rPr lang="pt-BR" altLang="en-US" sz="1000" smtClean="0">
                <a:solidFill>
                  <a:schemeClr val="tx1"/>
                </a:solidFill>
                <a:latin typeface="+mn-lt"/>
                <a:cs typeface="+mn-cs"/>
              </a:rPr>
              <a:pPr algn="r" fontAlgn="auto"/>
              <a:t>Transporte</a:t>
            </a:fld>
            <a:endParaRPr kumimoji="0" lang="pt-BR" sz="1000" b="0" i="0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Calibri"/>
            </a:endParaRPr>
          </a:p>
        </p:txBody>
      </p:sp>
      <p:sp>
        <p:nvSpPr>
          <p:cNvPr id="20091" name="Retângulo 20090">
            <a:extLst>
              <a:ext uri="{FF2B5EF4-FFF2-40B4-BE49-F238E27FC236}">
                <a16:creationId xmlns:a16="http://schemas.microsoft.com/office/drawing/2014/main" id="{53BE1958-6553-30B1-7337-E64BF73E3D3B}"/>
              </a:ext>
            </a:extLst>
          </p:cNvPr>
          <p:cNvSpPr/>
          <p:nvPr>
            <p:custDataLst>
              <p:tags r:id="rId79"/>
            </p:custDataLst>
          </p:nvPr>
        </p:nvSpPr>
        <p:spPr bwMode="gray">
          <a:xfrm>
            <a:off x="10047288" y="5321300"/>
            <a:ext cx="190500" cy="136525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7463" tIns="0" rIns="17463" bIns="0" numCol="1" spcCol="0" rtlCol="0" anchor="ctr">
            <a:noAutofit/>
          </a:bodyPr>
          <a:lstStyle/>
          <a:p>
            <a:pPr marR="0" algn="ctr" defTabSz="914400" rtl="0" fontAlgn="auto" latinLnBrk="0" hangingPunct="0">
              <a:lnSpc>
                <a:spcPct val="90000"/>
              </a:lnSpc>
              <a:buClrTx/>
              <a:buSzTx/>
              <a:buFontTx/>
              <a:buNone/>
              <a:tabLst/>
            </a:pPr>
            <a:fld id="{296B453E-B3B7-4C88-8AB7-EB026348236F}" type="datetime'''''''''''''''''2''''%'''''''''''''''''''''''''''''''''''''">
              <a:rPr lang="pt-BR" altLang="en-US" sz="1000" smtClean="0">
                <a:solidFill>
                  <a:schemeClr val="bg1"/>
                </a:solidFill>
                <a:effectLst/>
                <a:latin typeface="+mn-lt"/>
                <a:cs typeface="+mn-cs"/>
              </a:rPr>
              <a:pPr marR="0" algn="ctr" defTabSz="914400" rtl="0" fontAlgn="auto" latinLnBrk="0" hangingPunct="0">
                <a:lnSpc>
                  <a:spcPct val="90000"/>
                </a:lnSpc>
                <a:buClrTx/>
                <a:buSzTx/>
                <a:buFontTx/>
                <a:buNone/>
                <a:tabLst/>
              </a:pPr>
              <a:t>2%</a:t>
            </a:fld>
            <a:endParaRPr kumimoji="0" lang="pt-BR" sz="1000" b="0" i="0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cs typeface="+mn-cs"/>
              <a:sym typeface="Calibri"/>
            </a:endParaRPr>
          </a:p>
        </p:txBody>
      </p:sp>
      <p:sp>
        <p:nvSpPr>
          <p:cNvPr id="20090" name="Retângulo 20089">
            <a:extLst>
              <a:ext uri="{FF2B5EF4-FFF2-40B4-BE49-F238E27FC236}">
                <a16:creationId xmlns:a16="http://schemas.microsoft.com/office/drawing/2014/main" id="{1A65118D-3835-A62B-09CF-5B60B305B474}"/>
              </a:ext>
            </a:extLst>
          </p:cNvPr>
          <p:cNvSpPr/>
          <p:nvPr>
            <p:custDataLst>
              <p:tags r:id="rId80"/>
            </p:custDataLst>
          </p:nvPr>
        </p:nvSpPr>
        <p:spPr bwMode="auto">
          <a:xfrm>
            <a:off x="9710738" y="5470525"/>
            <a:ext cx="20796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algn="r" fontAlgn="auto"/>
            <a:fld id="{129D58FC-811C-4C3A-83D4-C2AECEE26200}" type="datetime'''E''''''''P''''''''''''''''''''''Is'''''''">
              <a:rPr lang="pt-BR" altLang="en-US" sz="1000" smtClean="0">
                <a:solidFill>
                  <a:schemeClr val="tx1"/>
                </a:solidFill>
                <a:latin typeface="+mn-lt"/>
                <a:cs typeface="+mn-cs"/>
              </a:rPr>
              <a:pPr algn="r" fontAlgn="auto"/>
              <a:t>EPIs</a:t>
            </a:fld>
            <a:endParaRPr kumimoji="0" lang="pt-BR" sz="1000" b="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Calibri"/>
            </a:endParaRPr>
          </a:p>
        </p:txBody>
      </p:sp>
      <p:sp>
        <p:nvSpPr>
          <p:cNvPr id="20094" name="Retângulo 20093">
            <a:extLst>
              <a:ext uri="{FF2B5EF4-FFF2-40B4-BE49-F238E27FC236}">
                <a16:creationId xmlns:a16="http://schemas.microsoft.com/office/drawing/2014/main" id="{35666B2F-EA11-69DE-8AAE-5E07636EC556}"/>
              </a:ext>
            </a:extLst>
          </p:cNvPr>
          <p:cNvSpPr/>
          <p:nvPr>
            <p:custDataLst>
              <p:tags r:id="rId81"/>
            </p:custDataLst>
          </p:nvPr>
        </p:nvSpPr>
        <p:spPr bwMode="auto">
          <a:xfrm>
            <a:off x="9305925" y="5260975"/>
            <a:ext cx="53498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algn="r" fontAlgn="auto"/>
            <a:fld id="{D8A5C06F-D0ED-4DAB-B3CD-FE449B40C14D}" type="datetime'Má''''q''''''''''''u''''''''''i''''n''''a''''''s '''''''''''''">
              <a:rPr lang="pt-BR" altLang="en-US" sz="1000" smtClean="0">
                <a:solidFill>
                  <a:schemeClr val="tx1"/>
                </a:solidFill>
                <a:latin typeface="+mn-lt"/>
                <a:cs typeface="+mn-cs"/>
              </a:rPr>
              <a:pPr algn="r" fontAlgn="auto"/>
              <a:t>Máquinas </a:t>
            </a:fld>
            <a:endParaRPr kumimoji="0" lang="pt-BR" sz="1000" b="0" i="0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Calibri"/>
            </a:endParaRPr>
          </a:p>
        </p:txBody>
      </p:sp>
      <p:sp>
        <p:nvSpPr>
          <p:cNvPr id="20095" name="Retângulo 20094">
            <a:extLst>
              <a:ext uri="{FF2B5EF4-FFF2-40B4-BE49-F238E27FC236}">
                <a16:creationId xmlns:a16="http://schemas.microsoft.com/office/drawing/2014/main" id="{39DB0A15-2891-B739-3EB9-1972410E73B1}"/>
              </a:ext>
            </a:extLst>
          </p:cNvPr>
          <p:cNvSpPr/>
          <p:nvPr>
            <p:custDataLst>
              <p:tags r:id="rId82"/>
            </p:custDataLst>
          </p:nvPr>
        </p:nvSpPr>
        <p:spPr bwMode="auto">
          <a:xfrm>
            <a:off x="9259888" y="4935538"/>
            <a:ext cx="56356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algn="r" fontAlgn="auto"/>
            <a:fld id="{2CD0FC3C-88E5-45D4-9505-0D6505C080EB}" type="datetime'''C''''''u''''''s''''''''t''''o'''''''''' Ad''''''''''m'''''">
              <a:rPr lang="pt-BR" altLang="en-US" sz="1000" smtClean="0">
                <a:solidFill>
                  <a:schemeClr val="tx1"/>
                </a:solidFill>
                <a:latin typeface="+mn-lt"/>
                <a:cs typeface="+mn-cs"/>
              </a:rPr>
              <a:pPr algn="r" fontAlgn="auto"/>
              <a:t>Custo Adm</a:t>
            </a:fld>
            <a:endParaRPr kumimoji="0" lang="pt-BR" sz="1000" b="0" i="0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Calibri"/>
            </a:endParaRPr>
          </a:p>
        </p:txBody>
      </p:sp>
      <p:sp>
        <p:nvSpPr>
          <p:cNvPr id="20097" name="Retângulo 20096">
            <a:extLst>
              <a:ext uri="{FF2B5EF4-FFF2-40B4-BE49-F238E27FC236}">
                <a16:creationId xmlns:a16="http://schemas.microsoft.com/office/drawing/2014/main" id="{FF35618F-C513-1C79-1174-D1AF626CA2B3}"/>
              </a:ext>
            </a:extLst>
          </p:cNvPr>
          <p:cNvSpPr/>
          <p:nvPr>
            <p:custDataLst>
              <p:tags r:id="rId83"/>
            </p:custDataLst>
          </p:nvPr>
        </p:nvSpPr>
        <p:spPr bwMode="auto">
          <a:xfrm>
            <a:off x="9578975" y="4627563"/>
            <a:ext cx="3143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algn="r" fontAlgn="auto"/>
            <a:fld id="{E345F830-582D-45D3-A69F-2BDE87EC2457}" type="datetime'''''''''''''''L''''''''''''''u''''c''''''''''r''''''''o'' '">
              <a:rPr lang="pt-BR" altLang="en-US" sz="1000" smtClean="0">
                <a:solidFill>
                  <a:schemeClr val="tx1"/>
                </a:solidFill>
                <a:latin typeface="+mn-lt"/>
                <a:cs typeface="+mn-cs"/>
              </a:rPr>
              <a:pPr algn="r" fontAlgn="auto"/>
              <a:t>Lucro </a:t>
            </a:fld>
            <a:endParaRPr kumimoji="0" lang="pt-BR" sz="1000" b="0" i="0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Calibri"/>
            </a:endParaRPr>
          </a:p>
        </p:txBody>
      </p:sp>
      <p:sp>
        <p:nvSpPr>
          <p:cNvPr id="20098" name="Retângulo 20097">
            <a:extLst>
              <a:ext uri="{FF2B5EF4-FFF2-40B4-BE49-F238E27FC236}">
                <a16:creationId xmlns:a16="http://schemas.microsoft.com/office/drawing/2014/main" id="{F4D78941-ACC5-546F-7BBA-76EB8B3BC812}"/>
              </a:ext>
            </a:extLst>
          </p:cNvPr>
          <p:cNvSpPr/>
          <p:nvPr>
            <p:custDataLst>
              <p:tags r:id="rId84"/>
            </p:custDataLst>
          </p:nvPr>
        </p:nvSpPr>
        <p:spPr bwMode="auto">
          <a:xfrm>
            <a:off x="9823450" y="4221163"/>
            <a:ext cx="50323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algn="r" fontAlgn="auto"/>
            <a:fld id="{F2EF5CE6-C914-4F77-A46E-57CA33C92C82}" type="datetime'''''Im''''''pos''''to''''''''''''''''''''''''s'''''''' '''">
              <a:rPr lang="pt-BR" altLang="en-US" sz="1000" smtClean="0">
                <a:solidFill>
                  <a:schemeClr val="tx1"/>
                </a:solidFill>
                <a:latin typeface="+mn-lt"/>
                <a:cs typeface="+mn-cs"/>
              </a:rPr>
              <a:pPr algn="r" fontAlgn="auto"/>
              <a:t>Impostos </a:t>
            </a:fld>
            <a:endParaRPr kumimoji="0" lang="pt-BR" sz="1000" b="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Calibri"/>
            </a:endParaRPr>
          </a:p>
        </p:txBody>
      </p:sp>
      <p:sp>
        <p:nvSpPr>
          <p:cNvPr id="20167" name="TextBox 6">
            <a:extLst>
              <a:ext uri="{FF2B5EF4-FFF2-40B4-BE49-F238E27FC236}">
                <a16:creationId xmlns:a16="http://schemas.microsoft.com/office/drawing/2014/main" id="{67E66CBA-1189-D739-C158-2614B09AB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9887" y="6075632"/>
            <a:ext cx="2679701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/>
            <a:r>
              <a:rPr lang="en-US" altLang="en-US" sz="900" b="1" dirty="0">
                <a:solidFill>
                  <a:schemeClr val="tx1"/>
                </a:solidFill>
                <a:latin typeface="Suzano Text Light" panose="02010303030508060203" pitchFamily="2" charset="0"/>
                <a:ea typeface="Suzano Sans Regular"/>
                <a:cs typeface="Suzano Sans Regular"/>
                <a:sym typeface="Suzano Sans Regular"/>
              </a:rPr>
              <a:t>Principal driver Mão de Obra</a:t>
            </a:r>
          </a:p>
          <a:p>
            <a:pPr eaLnBrk="1"/>
            <a:r>
              <a:rPr lang="en-US" altLang="en-US" sz="900" dirty="0">
                <a:solidFill>
                  <a:schemeClr val="tx1"/>
                </a:solidFill>
                <a:latin typeface="Suzano Text Light" panose="02010303030508060203" pitchFamily="2" charset="0"/>
                <a:ea typeface="Suzano Sans Regular"/>
                <a:cs typeface="Suzano Sans Regular"/>
                <a:sym typeface="Suzano Sans Regular"/>
              </a:rPr>
              <a:t>Escassez de MDO </a:t>
            </a:r>
          </a:p>
          <a:p>
            <a:pPr eaLnBrk="1"/>
            <a:r>
              <a:rPr lang="en-US" altLang="en-US" sz="900" dirty="0">
                <a:solidFill>
                  <a:schemeClr val="tx1"/>
                </a:solidFill>
                <a:latin typeface="Suzano Text Light" panose="02010303030508060203" pitchFamily="2" charset="0"/>
                <a:ea typeface="Suzano Sans Regular"/>
                <a:cs typeface="Suzano Sans Regular"/>
                <a:sym typeface="Suzano Sans Regular"/>
              </a:rPr>
              <a:t>Piso salarial baixo exige remuneração variável </a:t>
            </a:r>
          </a:p>
          <a:p>
            <a:pPr eaLnBrk="1"/>
            <a:r>
              <a:rPr lang="en-US" altLang="en-US" sz="900" dirty="0">
                <a:solidFill>
                  <a:schemeClr val="tx1"/>
                </a:solidFill>
                <a:latin typeface="Suzano Text Light" panose="02010303030508060203" pitchFamily="2" charset="0"/>
                <a:ea typeface="Suzano Sans Regular"/>
                <a:cs typeface="Suzano Sans Regular"/>
                <a:sym typeface="Suzano Sans Regular"/>
              </a:rPr>
              <a:t>Impacto turn over e absenteísmo</a:t>
            </a:r>
          </a:p>
          <a:p>
            <a:pPr eaLnBrk="1"/>
            <a:r>
              <a:rPr lang="en-US" altLang="en-US" sz="900" dirty="0">
                <a:solidFill>
                  <a:schemeClr val="tx1"/>
                </a:solidFill>
                <a:latin typeface="Suzano Text Light" panose="02010303030508060203" pitchFamily="2" charset="0"/>
                <a:ea typeface="Suzano Sans Regular"/>
                <a:cs typeface="Suzano Sans Regular"/>
                <a:sym typeface="Suzano Sans Regular"/>
              </a:rPr>
              <a:t> </a:t>
            </a:r>
            <a:endParaRPr lang="en-US" altLang="en-US" sz="1000" dirty="0">
              <a:solidFill>
                <a:schemeClr val="tx2">
                  <a:lumMod val="50000"/>
                </a:schemeClr>
              </a:solidFill>
              <a:latin typeface="Suzano Text Light" panose="02010303030508060203" pitchFamily="2" charset="0"/>
              <a:ea typeface="Suzano Sans Regular"/>
              <a:cs typeface="Suzano Sans Regular"/>
              <a:sym typeface="Suzano Sans Regular"/>
            </a:endParaRPr>
          </a:p>
        </p:txBody>
      </p:sp>
      <p:sp>
        <p:nvSpPr>
          <p:cNvPr id="20174" name="TextBox 6">
            <a:extLst>
              <a:ext uri="{FF2B5EF4-FFF2-40B4-BE49-F238E27FC236}">
                <a16:creationId xmlns:a16="http://schemas.microsoft.com/office/drawing/2014/main" id="{E5E206B1-3C7F-7B83-2B26-19767C07A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801" y="6087425"/>
            <a:ext cx="232886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/>
            <a:r>
              <a:rPr lang="en-US" altLang="en-US" sz="900" dirty="0">
                <a:solidFill>
                  <a:schemeClr val="tx1"/>
                </a:solidFill>
                <a:latin typeface="Suzano Text Light" panose="02010303030508060203" pitchFamily="2" charset="0"/>
                <a:ea typeface="Suzano Sans Regular"/>
                <a:cs typeface="Suzano Sans Regular"/>
                <a:sym typeface="Suzano Sans Regular"/>
              </a:rPr>
              <a:t>Sindicato dos Trabalhadores nas Indústrias da Construção e do Mobiliário de Mogi das Cruzes e Região</a:t>
            </a:r>
          </a:p>
        </p:txBody>
      </p:sp>
      <p:sp>
        <p:nvSpPr>
          <p:cNvPr id="19721" name="CaixaDeTexto 19720">
            <a:extLst>
              <a:ext uri="{FF2B5EF4-FFF2-40B4-BE49-F238E27FC236}">
                <a16:creationId xmlns:a16="http://schemas.microsoft.com/office/drawing/2014/main" id="{3AC2EC1E-1B97-705E-BAE8-C81C36397138}"/>
              </a:ext>
            </a:extLst>
          </p:cNvPr>
          <p:cNvSpPr txBox="1"/>
          <p:nvPr/>
        </p:nvSpPr>
        <p:spPr>
          <a:xfrm>
            <a:off x="11662262" y="1432870"/>
            <a:ext cx="376063" cy="2308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9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39,1%</a:t>
            </a:r>
          </a:p>
        </p:txBody>
      </p:sp>
      <p:sp>
        <p:nvSpPr>
          <p:cNvPr id="19723" name="CaixaDeTexto 19722">
            <a:extLst>
              <a:ext uri="{FF2B5EF4-FFF2-40B4-BE49-F238E27FC236}">
                <a16:creationId xmlns:a16="http://schemas.microsoft.com/office/drawing/2014/main" id="{8FAC7195-656A-8A79-5537-14CB210F44F8}"/>
              </a:ext>
            </a:extLst>
          </p:cNvPr>
          <p:cNvSpPr txBox="1"/>
          <p:nvPr/>
        </p:nvSpPr>
        <p:spPr>
          <a:xfrm>
            <a:off x="11621233" y="2446338"/>
            <a:ext cx="318355" cy="2308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900" dirty="0">
                <a:latin typeface="+mn-lt"/>
                <a:cs typeface="+mn-cs"/>
                <a:sym typeface="Calibri"/>
              </a:rPr>
              <a:t>8,3</a:t>
            </a:r>
            <a:r>
              <a:rPr kumimoji="0" lang="pt-BR" sz="9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414045555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335FD-CB4B-119B-B9CF-2FC46A5B4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hink-cell data - do not delete" hidden="1">
            <a:extLst>
              <a:ext uri="{FF2B5EF4-FFF2-40B4-BE49-F238E27FC236}">
                <a16:creationId xmlns:a16="http://schemas.microsoft.com/office/drawing/2014/main" id="{A07BBCFC-B11C-7A3D-589E-5F1957684C2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510964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5" imgW="395" imgH="394" progId="TCLayout.ActiveDocument.1">
                  <p:embed/>
                </p:oleObj>
              </mc:Choice>
              <mc:Fallback>
                <p:oleObj name="Slide do think-cell" r:id="rId45" imgW="395" imgH="394" progId="TCLayout.ActiveDocument.1">
                  <p:embed/>
                  <p:pic>
                    <p:nvPicPr>
                      <p:cNvPr id="2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7BBCFC-B11C-7A3D-589E-5F1957684C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C447933F-BC61-BB8C-0E95-331EBA346032}"/>
              </a:ext>
            </a:extLst>
          </p:cNvPr>
          <p:cNvSpPr/>
          <p:nvPr/>
        </p:nvSpPr>
        <p:spPr>
          <a:xfrm>
            <a:off x="139745" y="5133732"/>
            <a:ext cx="5245380" cy="1658952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9775" name="Retângulo 19774">
            <a:extLst>
              <a:ext uri="{FF2B5EF4-FFF2-40B4-BE49-F238E27FC236}">
                <a16:creationId xmlns:a16="http://schemas.microsoft.com/office/drawing/2014/main" id="{EA53B4FB-D582-F693-3690-988CFC95BE7E}"/>
              </a:ext>
            </a:extLst>
          </p:cNvPr>
          <p:cNvSpPr/>
          <p:nvPr/>
        </p:nvSpPr>
        <p:spPr>
          <a:xfrm>
            <a:off x="5496389" y="4104625"/>
            <a:ext cx="6555866" cy="2664000"/>
          </a:xfrm>
          <a:prstGeom prst="rect">
            <a:avLst/>
          </a:prstGeom>
          <a:solidFill>
            <a:srgbClr val="FFFFFF"/>
          </a:solidFill>
          <a:ln w="12700" cap="flat">
            <a:noFill/>
            <a:prstDash val="solid"/>
            <a:miter lim="800000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12" name="Imagem 11" descr="Logotipo&#10;&#10;Descrição gerada automaticamente">
            <a:extLst>
              <a:ext uri="{FF2B5EF4-FFF2-40B4-BE49-F238E27FC236}">
                <a16:creationId xmlns:a16="http://schemas.microsoft.com/office/drawing/2014/main" id="{2EAC7339-193B-4D7B-DE20-81892ADB61F5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829" y="54890"/>
            <a:ext cx="785511" cy="450147"/>
          </a:xfrm>
          <a:prstGeom prst="rect">
            <a:avLst/>
          </a:prstGeom>
        </p:spPr>
      </p:pic>
      <p:sp>
        <p:nvSpPr>
          <p:cNvPr id="19458" name="TextBox 14">
            <a:extLst>
              <a:ext uri="{FF2B5EF4-FFF2-40B4-BE49-F238E27FC236}">
                <a16:creationId xmlns:a16="http://schemas.microsoft.com/office/drawing/2014/main" id="{CA143562-47CA-E36D-0C17-65C1C28F3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3" y="90915"/>
            <a:ext cx="10538753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/>
            <a:r>
              <a:rPr lang="en-US" altLang="en-US" sz="2100" dirty="0">
                <a:solidFill>
                  <a:srgbClr val="1932C8"/>
                </a:solidFill>
                <a:latin typeface="Suzano Display" panose="02010503030508060203" pitchFamily="2" charset="0"/>
                <a:ea typeface="Suzano Sans Bold"/>
                <a:cs typeface="Suzano Sans Bold"/>
                <a:sym typeface="Suzano Sans Bold"/>
              </a:rPr>
              <a:t> Gate 3 | Spend total Negociado Contrato 36 meses    </a:t>
            </a:r>
          </a:p>
        </p:txBody>
      </p:sp>
      <p:sp>
        <p:nvSpPr>
          <p:cNvPr id="19460" name="Straight Connector 4">
            <a:extLst>
              <a:ext uri="{FF2B5EF4-FFF2-40B4-BE49-F238E27FC236}">
                <a16:creationId xmlns:a16="http://schemas.microsoft.com/office/drawing/2014/main" id="{33E04019-CD26-5BCE-F3BF-354F6124F1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494" y="490749"/>
            <a:ext cx="9964737" cy="14288"/>
          </a:xfrm>
          <a:prstGeom prst="line">
            <a:avLst/>
          </a:prstGeom>
          <a:noFill/>
          <a:ln w="25400">
            <a:solidFill>
              <a:srgbClr val="1932C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endParaRPr lang="pt-BR">
              <a:solidFill>
                <a:srgbClr val="1932C8"/>
              </a:solidFill>
            </a:endParaRPr>
          </a:p>
        </p:txBody>
      </p:sp>
      <p:sp>
        <p:nvSpPr>
          <p:cNvPr id="19555" name="Retângulo 19554">
            <a:extLst>
              <a:ext uri="{FF2B5EF4-FFF2-40B4-BE49-F238E27FC236}">
                <a16:creationId xmlns:a16="http://schemas.microsoft.com/office/drawing/2014/main" id="{200863F0-DFB1-11A9-5B7F-2051E89EA8FB}"/>
              </a:ext>
            </a:extLst>
          </p:cNvPr>
          <p:cNvSpPr/>
          <p:nvPr/>
        </p:nvSpPr>
        <p:spPr>
          <a:xfrm>
            <a:off x="5472742" y="764737"/>
            <a:ext cx="6555867" cy="324668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uzano Unicase" panose="02010503030508060203" pitchFamily="2" charset="0"/>
            </a:endParaRPr>
          </a:p>
        </p:txBody>
      </p:sp>
      <p:sp>
        <p:nvSpPr>
          <p:cNvPr id="19562" name="CaixaDeTexto 19561">
            <a:extLst>
              <a:ext uri="{FF2B5EF4-FFF2-40B4-BE49-F238E27FC236}">
                <a16:creationId xmlns:a16="http://schemas.microsoft.com/office/drawing/2014/main" id="{752DEAF6-3F36-4710-873C-EA4F8B2CAC5E}"/>
              </a:ext>
            </a:extLst>
          </p:cNvPr>
          <p:cNvSpPr txBox="1"/>
          <p:nvPr/>
        </p:nvSpPr>
        <p:spPr>
          <a:xfrm>
            <a:off x="7235032" y="898862"/>
            <a:ext cx="34178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u="sng" dirty="0">
                <a:solidFill>
                  <a:schemeClr val="bg2">
                    <a:lumMod val="25000"/>
                  </a:schemeClr>
                </a:solidFill>
                <a:latin typeface="Suzano Unicase" panose="02010503030508060203" pitchFamily="2" charset="0"/>
              </a:rPr>
              <a:t>Valores fixos – r$M/Contrato total 3 anos</a:t>
            </a:r>
            <a:endParaRPr lang="en-US" sz="1000" u="sng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B72BC24-3344-2BB2-EFC4-4F8381CBB454}"/>
              </a:ext>
            </a:extLst>
          </p:cNvPr>
          <p:cNvSpPr txBox="1"/>
          <p:nvPr/>
        </p:nvSpPr>
        <p:spPr>
          <a:xfrm>
            <a:off x="5021263" y="4060826"/>
            <a:ext cx="34178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000" b="1" u="sng" dirty="0">
                <a:solidFill>
                  <a:schemeClr val="bg2">
                    <a:lumMod val="25000"/>
                  </a:schemeClr>
                </a:solidFill>
                <a:latin typeface="Suzano Unicase" panose="02010503030508060203" pitchFamily="2" charset="0"/>
              </a:rPr>
              <a:t>Alavancas contratação </a:t>
            </a:r>
            <a:endParaRPr lang="en-US" sz="1000" u="sng" dirty="0"/>
          </a:p>
        </p:txBody>
      </p:sp>
      <p:sp>
        <p:nvSpPr>
          <p:cNvPr id="19744" name="CaixaDeTexto 19743">
            <a:extLst>
              <a:ext uri="{FF2B5EF4-FFF2-40B4-BE49-F238E27FC236}">
                <a16:creationId xmlns:a16="http://schemas.microsoft.com/office/drawing/2014/main" id="{798573A2-AA14-D4A8-1FF4-DB0D085FD308}"/>
              </a:ext>
            </a:extLst>
          </p:cNvPr>
          <p:cNvSpPr txBox="1"/>
          <p:nvPr/>
        </p:nvSpPr>
        <p:spPr>
          <a:xfrm>
            <a:off x="5642047" y="4303123"/>
            <a:ext cx="3641095" cy="26032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Negociação salarial piso categoria </a:t>
            </a: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Diluição custo indireto operação</a:t>
            </a: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Sinergia contratos (verticalização atividades) </a:t>
            </a: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Locação de varredeira (análise rental x aquisição) </a:t>
            </a: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Meta wapt 65DL</a:t>
            </a: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Desenvolvimento Fornecedor local </a:t>
            </a: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Qualificação Mão de Obra </a:t>
            </a: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Consolidação e organização escopo Unidade</a:t>
            </a: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Reajuste dissídio + IPCA – aplicação custo aberto</a:t>
            </a: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Equalização custo aberto </a:t>
            </a:r>
          </a:p>
          <a:p>
            <a:pPr>
              <a:lnSpc>
                <a:spcPct val="150000"/>
              </a:lnSpc>
            </a:pPr>
            <a:endParaRPr lang="pt-BR" sz="1000" dirty="0">
              <a:solidFill>
                <a:schemeClr val="tx1"/>
              </a:solidFill>
              <a:latin typeface="Suzano Display" panose="02010503030508060203" pitchFamily="2" charset="0"/>
              <a:ea typeface="Calibri"/>
              <a:cs typeface="Calibri"/>
              <a:sym typeface="Calibri"/>
            </a:endParaRPr>
          </a:p>
        </p:txBody>
      </p:sp>
      <p:pic>
        <p:nvPicPr>
          <p:cNvPr id="19746" name="Imagem 19745">
            <a:extLst>
              <a:ext uri="{FF2B5EF4-FFF2-40B4-BE49-F238E27FC236}">
                <a16:creationId xmlns:a16="http://schemas.microsoft.com/office/drawing/2014/main" id="{D8CFB597-4C0E-555A-DB29-D55D804AD9A4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227013" y="5462232"/>
            <a:ext cx="5077769" cy="1304853"/>
          </a:xfrm>
          <a:prstGeom prst="rect">
            <a:avLst/>
          </a:prstGeom>
        </p:spPr>
      </p:pic>
      <p:sp>
        <p:nvSpPr>
          <p:cNvPr id="19748" name="CaixaDeTexto 19747">
            <a:extLst>
              <a:ext uri="{FF2B5EF4-FFF2-40B4-BE49-F238E27FC236}">
                <a16:creationId xmlns:a16="http://schemas.microsoft.com/office/drawing/2014/main" id="{0E455FBF-71F7-2FF0-334E-54AD8A91BAB0}"/>
              </a:ext>
            </a:extLst>
          </p:cNvPr>
          <p:cNvSpPr txBox="1"/>
          <p:nvPr/>
        </p:nvSpPr>
        <p:spPr>
          <a:xfrm>
            <a:off x="-322302" y="535539"/>
            <a:ext cx="34178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000" b="1" u="sng" dirty="0">
                <a:solidFill>
                  <a:schemeClr val="bg2">
                    <a:lumMod val="25000"/>
                  </a:schemeClr>
                </a:solidFill>
                <a:latin typeface="Suzano Unicase" panose="02010503030508060203" pitchFamily="2" charset="0"/>
              </a:rPr>
              <a:t>Parecer técnico unidade</a:t>
            </a:r>
            <a:endParaRPr lang="en-US" sz="1000" u="sng" dirty="0"/>
          </a:p>
        </p:txBody>
      </p:sp>
      <p:sp>
        <p:nvSpPr>
          <p:cNvPr id="19749" name="CaixaDeTexto 19748">
            <a:extLst>
              <a:ext uri="{FF2B5EF4-FFF2-40B4-BE49-F238E27FC236}">
                <a16:creationId xmlns:a16="http://schemas.microsoft.com/office/drawing/2014/main" id="{90DC235D-C5D3-7CE8-A6F8-485964639B97}"/>
              </a:ext>
            </a:extLst>
          </p:cNvPr>
          <p:cNvSpPr txBox="1"/>
          <p:nvPr/>
        </p:nvSpPr>
        <p:spPr>
          <a:xfrm>
            <a:off x="67083" y="5199048"/>
            <a:ext cx="14165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000" b="1" u="sng" dirty="0">
                <a:solidFill>
                  <a:schemeClr val="bg2">
                    <a:lumMod val="25000"/>
                  </a:schemeClr>
                </a:solidFill>
                <a:latin typeface="Suzano Unicase" panose="02010503030508060203" pitchFamily="2" charset="0"/>
              </a:rPr>
              <a:t>COA mistral</a:t>
            </a:r>
            <a:endParaRPr lang="en-US" sz="1000" u="sng" dirty="0"/>
          </a:p>
        </p:txBody>
      </p:sp>
      <p:sp>
        <p:nvSpPr>
          <p:cNvPr id="19752" name="CaixaDeTexto 19751">
            <a:extLst>
              <a:ext uri="{FF2B5EF4-FFF2-40B4-BE49-F238E27FC236}">
                <a16:creationId xmlns:a16="http://schemas.microsoft.com/office/drawing/2014/main" id="{1440BB95-DA94-C657-BD80-7330C4BD846F}"/>
              </a:ext>
            </a:extLst>
          </p:cNvPr>
          <p:cNvSpPr txBox="1"/>
          <p:nvPr/>
        </p:nvSpPr>
        <p:spPr>
          <a:xfrm>
            <a:off x="8808244" y="4212998"/>
            <a:ext cx="34178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000" b="1" u="sng" dirty="0">
                <a:solidFill>
                  <a:schemeClr val="bg2">
                    <a:lumMod val="25000"/>
                  </a:schemeClr>
                </a:solidFill>
                <a:latin typeface="Suzano Unicase" panose="02010503030508060203" pitchFamily="2" charset="0"/>
              </a:rPr>
              <a:t>Linkana mistral – rating c </a:t>
            </a:r>
            <a:endParaRPr lang="en-US" sz="1000" u="sng" dirty="0"/>
          </a:p>
        </p:txBody>
      </p:sp>
      <p:pic>
        <p:nvPicPr>
          <p:cNvPr id="19761" name="Imagem 19760">
            <a:extLst>
              <a:ext uri="{FF2B5EF4-FFF2-40B4-BE49-F238E27FC236}">
                <a16:creationId xmlns:a16="http://schemas.microsoft.com/office/drawing/2014/main" id="{6F0CCDFB-80F6-A125-5907-40A202631FFD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254660" y="775155"/>
            <a:ext cx="5022646" cy="4263376"/>
          </a:xfrm>
          <a:prstGeom prst="rect">
            <a:avLst/>
          </a:prstGeom>
        </p:spPr>
      </p:pic>
      <p:sp>
        <p:nvSpPr>
          <p:cNvPr id="19776" name="CaixaDeTexto 19775">
            <a:extLst>
              <a:ext uri="{FF2B5EF4-FFF2-40B4-BE49-F238E27FC236}">
                <a16:creationId xmlns:a16="http://schemas.microsoft.com/office/drawing/2014/main" id="{A529E043-EB6A-AB8D-ABF2-0A0781849D34}"/>
              </a:ext>
            </a:extLst>
          </p:cNvPr>
          <p:cNvSpPr txBox="1"/>
          <p:nvPr/>
        </p:nvSpPr>
        <p:spPr>
          <a:xfrm>
            <a:off x="9503891" y="4552411"/>
            <a:ext cx="2929879" cy="23723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Dependência Financeira 87% </a:t>
            </a:r>
          </a:p>
          <a:p>
            <a:pPr marR="0" lvl="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Novo Contrato isolamento Bracell </a:t>
            </a:r>
          </a:p>
          <a:p>
            <a:pPr marR="0" lvl="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Homologação Arauco  </a:t>
            </a:r>
          </a:p>
          <a:p>
            <a:pPr marR="0" lvl="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Ribeiro Karan </a:t>
            </a:r>
          </a:p>
          <a:p>
            <a:pPr marR="0" lvl="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1000" dirty="0">
              <a:solidFill>
                <a:schemeClr val="tx1"/>
              </a:solidFill>
              <a:latin typeface="Suzano Display" panose="02010503030508060203" pitchFamily="2" charset="0"/>
              <a:ea typeface="Calibri"/>
              <a:cs typeface="Calibri"/>
              <a:sym typeface="Calibri"/>
            </a:endParaRP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Processos Trabalhistas </a:t>
            </a:r>
          </a:p>
          <a:p>
            <a:pPr marR="0" lvl="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5 Em tramitação </a:t>
            </a:r>
          </a:p>
          <a:p>
            <a:pPr marR="0" lvl="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Adicional insalubridade</a:t>
            </a:r>
          </a:p>
          <a:p>
            <a:pPr marR="0" lvl="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1000" dirty="0">
              <a:solidFill>
                <a:schemeClr val="tx1"/>
              </a:solidFill>
              <a:latin typeface="Suzano Display" panose="02010503030508060203" pitchFamily="2" charset="0"/>
              <a:ea typeface="Calibri"/>
              <a:cs typeface="Calibri"/>
              <a:sym typeface="Calibri"/>
            </a:endParaRPr>
          </a:p>
          <a:p>
            <a:pPr>
              <a:lnSpc>
                <a:spcPct val="150000"/>
              </a:lnSpc>
            </a:pPr>
            <a:endParaRPr lang="pt-BR" sz="1000" dirty="0">
              <a:solidFill>
                <a:schemeClr val="tx1"/>
              </a:solidFill>
              <a:latin typeface="Suzano Display" panose="02010503030508060203" pitchFamily="2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19768" name="Conector reto 19767">
            <a:extLst>
              <a:ext uri="{FF2B5EF4-FFF2-40B4-BE49-F238E27FC236}">
                <a16:creationId xmlns:a16="http://schemas.microsoft.com/office/drawing/2014/main" id="{0BE1C96B-E7DD-AC1F-DC10-478C197A6D7F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6205538" y="2527300"/>
            <a:ext cx="254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Chart 3">
            <a:extLst>
              <a:ext uri="{FF2B5EF4-FFF2-40B4-BE49-F238E27FC236}">
                <a16:creationId xmlns:a16="http://schemas.microsoft.com/office/drawing/2014/main" id="{58629DE4-41F6-A065-CFA1-3FEC219D0C02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5072754"/>
              </p:ext>
            </p:extLst>
          </p:nvPr>
        </p:nvGraphicFramePr>
        <p:xfrm>
          <a:off x="5675313" y="1766888"/>
          <a:ext cx="5905500" cy="18430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0"/>
          </a:graphicData>
        </a:graphic>
      </p:graphicFrame>
      <p:sp>
        <p:nvSpPr>
          <p:cNvPr id="19822" name="Retângulo 19821">
            <a:extLst>
              <a:ext uri="{FF2B5EF4-FFF2-40B4-BE49-F238E27FC236}">
                <a16:creationId xmlns:a16="http://schemas.microsoft.com/office/drawing/2014/main" id="{6E227574-3F00-9BF7-37EE-DFF5F0C41701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459538" y="3487738"/>
            <a:ext cx="319088" cy="34925"/>
          </a:xfrm>
          <a:prstGeom prst="rect">
            <a:avLst/>
          </a:prstGeom>
          <a:solidFill>
            <a:srgbClr val="364D6E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cxnSp>
        <p:nvCxnSpPr>
          <p:cNvPr id="19777" name="Conector reto 19776">
            <a:extLst>
              <a:ext uri="{FF2B5EF4-FFF2-40B4-BE49-F238E27FC236}">
                <a16:creationId xmlns:a16="http://schemas.microsoft.com/office/drawing/2014/main" id="{B2C83835-B7C1-958E-C85E-6C2C45E43492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11372850" y="2616200"/>
            <a:ext cx="16827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79" name="Conector reto 19778">
            <a:extLst>
              <a:ext uri="{FF2B5EF4-FFF2-40B4-BE49-F238E27FC236}">
                <a16:creationId xmlns:a16="http://schemas.microsoft.com/office/drawing/2014/main" id="{FCB21B93-5571-06A4-A299-78A56183B359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 bwMode="auto">
          <a:xfrm>
            <a:off x="11498263" y="2463800"/>
            <a:ext cx="0" cy="1555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74" name="Conector reto 19773">
            <a:extLst>
              <a:ext uri="{FF2B5EF4-FFF2-40B4-BE49-F238E27FC236}">
                <a16:creationId xmlns:a16="http://schemas.microsoft.com/office/drawing/2014/main" id="{084222B7-48C3-95DA-E898-EAAC4D884C22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10798175" y="2466975"/>
            <a:ext cx="2381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39" name="Conector reto 19838">
            <a:extLst>
              <a:ext uri="{FF2B5EF4-FFF2-40B4-BE49-F238E27FC236}">
                <a16:creationId xmlns:a16="http://schemas.microsoft.com/office/drawing/2014/main" id="{4C8D984A-8FA3-3522-9A69-164703A43A17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11385550" y="2466975"/>
            <a:ext cx="15557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80" name="Conector reto 19779">
            <a:extLst>
              <a:ext uri="{FF2B5EF4-FFF2-40B4-BE49-F238E27FC236}">
                <a16:creationId xmlns:a16="http://schemas.microsoft.com/office/drawing/2014/main" id="{BDF89D8E-2CC7-069E-A2B5-2F8EEC0E435D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>
            <a:off x="9650413" y="2338388"/>
            <a:ext cx="16827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71" name="Conector reto 19770">
            <a:extLst>
              <a:ext uri="{FF2B5EF4-FFF2-40B4-BE49-F238E27FC236}">
                <a16:creationId xmlns:a16="http://schemas.microsoft.com/office/drawing/2014/main" id="{6FF075FA-8A2F-DE8E-6F9D-BA4CA60D6617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9732963" y="2463800"/>
            <a:ext cx="169863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72" name="Conector reto 19771">
            <a:extLst>
              <a:ext uri="{FF2B5EF4-FFF2-40B4-BE49-F238E27FC236}">
                <a16:creationId xmlns:a16="http://schemas.microsoft.com/office/drawing/2014/main" id="{8DE8D623-D457-2B0A-6D0F-8FBCF1886217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9775825" y="2335214"/>
            <a:ext cx="0" cy="13176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81" name="Conector reto 19780">
            <a:extLst>
              <a:ext uri="{FF2B5EF4-FFF2-40B4-BE49-F238E27FC236}">
                <a16:creationId xmlns:a16="http://schemas.microsoft.com/office/drawing/2014/main" id="{B1C036C9-BEE6-5DD0-EA5E-EF8C5B43BD2D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6045200" y="1585913"/>
            <a:ext cx="0" cy="7413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82" name="Conector reto 19781">
            <a:extLst>
              <a:ext uri="{FF2B5EF4-FFF2-40B4-BE49-F238E27FC236}">
                <a16:creationId xmlns:a16="http://schemas.microsoft.com/office/drawing/2014/main" id="{B17C4D5C-D5BE-3FA7-42B9-D333C8D3F08D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6045200" y="1585913"/>
            <a:ext cx="5165725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83" name="Conector reto 19782">
            <a:extLst>
              <a:ext uri="{FF2B5EF4-FFF2-40B4-BE49-F238E27FC236}">
                <a16:creationId xmlns:a16="http://schemas.microsoft.com/office/drawing/2014/main" id="{5DB64D16-114B-ADAD-248A-A62DD08C67B4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1210925" y="1585913"/>
            <a:ext cx="0" cy="8302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84" name="Conector reto 19783">
            <a:extLst>
              <a:ext uri="{FF2B5EF4-FFF2-40B4-BE49-F238E27FC236}">
                <a16:creationId xmlns:a16="http://schemas.microsoft.com/office/drawing/2014/main" id="{F5FCAEEA-C579-4DC9-A64C-0109EAE3EAF7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 bwMode="auto">
          <a:xfrm flipV="1">
            <a:off x="6618288" y="1585913"/>
            <a:ext cx="0" cy="7413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1EFD1A7-A6E7-49F2-0E28-9DDAD55CDAA1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 flipV="1">
            <a:off x="10636250" y="1585913"/>
            <a:ext cx="0" cy="681037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85" name="Conector reto 19784">
            <a:extLst>
              <a:ext uri="{FF2B5EF4-FFF2-40B4-BE49-F238E27FC236}">
                <a16:creationId xmlns:a16="http://schemas.microsoft.com/office/drawing/2014/main" id="{4CB25E5A-8404-44EB-2B8E-2C36FFF58363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>
            <a:off x="6618288" y="2501900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794" name="Espaço Reservado para Texto 2">
            <a:extLst>
              <a:ext uri="{FF2B5EF4-FFF2-40B4-BE49-F238E27FC236}">
                <a16:creationId xmlns:a16="http://schemas.microsoft.com/office/drawing/2014/main" id="{60CBF5AD-48DF-298F-7D25-232B2924A8AB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9301163" y="3557588"/>
            <a:ext cx="374650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7F4C6EEE-AA82-49D7-8529-BB7913C2741F}" type="datetime'Lea''''''''d''ec ''I''ni''ci''''''al '''''''''''''''''''">
              <a:rPr lang="pt-BR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Leadec Inicial 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95" name="Espaço Reservado para Texto 2">
            <a:extLst>
              <a:ext uri="{FF2B5EF4-FFF2-40B4-BE49-F238E27FC236}">
                <a16:creationId xmlns:a16="http://schemas.microsoft.com/office/drawing/2014/main" id="{039E927E-1621-214E-0812-36D7E460E2C4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9798050" y="3557588"/>
            <a:ext cx="530225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5B0FA772-3BA1-4386-889A-89229A86C8C9}" type="datetime'Lead''ec'''''''''' ''Neg''''''o''ciad''''''''''o'''''''''''">
              <a:rPr lang="pt-BR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Leadec Negociado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96" name="Espaço Reservado para Texto 2">
            <a:extLst>
              <a:ext uri="{FF2B5EF4-FFF2-40B4-BE49-F238E27FC236}">
                <a16:creationId xmlns:a16="http://schemas.microsoft.com/office/drawing/2014/main" id="{B96E30D1-6D8A-CE9F-BB35-658394607EB0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10444163" y="3557588"/>
            <a:ext cx="385763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EF08DF21-5168-4E63-A59B-DB63E42E932F}" type="datetime'Mis''''''''''''''''''''''''tr''al ''I''n''ic''ia''''''''l'''">
              <a:rPr lang="pt-BR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Mistral Inicial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97" name="Espaço Reservado para Texto 2">
            <a:extLst>
              <a:ext uri="{FF2B5EF4-FFF2-40B4-BE49-F238E27FC236}">
                <a16:creationId xmlns:a16="http://schemas.microsoft.com/office/drawing/2014/main" id="{ABC8A49C-6F99-FD48-FD98-491CFE09A65B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10945813" y="3557588"/>
            <a:ext cx="530225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063CEEFC-D30D-45F5-A5B7-DF2695474C1F}" type="datetime'''''''M''i''''''''s''''t''ra''''''''l N''''egoc''ia''d''o'">
              <a:rPr lang="pt-BR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Mistral Negociado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807" name="Espaço Reservado para Texto 2">
            <a:extLst>
              <a:ext uri="{FF2B5EF4-FFF2-40B4-BE49-F238E27FC236}">
                <a16:creationId xmlns:a16="http://schemas.microsoft.com/office/drawing/2014/main" id="{6E038CDD-E340-EBFA-AD1E-A6EDEECEA34D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5756275" y="3557588"/>
            <a:ext cx="577850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45F760B7-7220-45F0-B5B3-90E99D832FCC}" type="datetime'B''''as''''''''eli''n''''''e ''''''(''rea''l''izad''''o)'''''">
              <a:rPr lang="en-US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Baseline (realizado)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88" name="Retângulo 19787">
            <a:extLst>
              <a:ext uri="{FF2B5EF4-FFF2-40B4-BE49-F238E27FC236}">
                <a16:creationId xmlns:a16="http://schemas.microsoft.com/office/drawing/2014/main" id="{075942EF-5AD3-71F0-8A85-3679D82C561B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6450013" y="2365375"/>
            <a:ext cx="33813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30C3E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7463" tIns="0" rIns="17463" bIns="0" numCol="1" spcCol="0" rtlCol="0" anchor="b">
            <a:noAutofit/>
          </a:bodyPr>
          <a:lstStyle/>
          <a:p>
            <a:pPr algn="ctr" fontAlgn="auto">
              <a:lnSpc>
                <a:spcPct val="90000"/>
              </a:lnSpc>
            </a:pPr>
            <a:fld id="{59626D2F-C8D9-4CB1-84B1-FC00FD0E3D5F}" type="datetime'''''''''''''''''6''''''''''''.''4''''''''3''7'''''''''''">
              <a:rPr lang="pt-BR" altLang="en-US" sz="1000" smtClean="0">
                <a:solidFill>
                  <a:schemeClr val="tx1"/>
                </a:solidFill>
                <a:latin typeface="Suzano Unicase" panose="02010503030508060203" pitchFamily="2" charset="0"/>
                <a:cs typeface="+mn-cs"/>
              </a:rPr>
              <a:pPr algn="ctr" fontAlgn="auto">
                <a:lnSpc>
                  <a:spcPct val="90000"/>
                </a:lnSpc>
              </a:pPr>
              <a:t>6.437</a:t>
            </a:fld>
            <a:endParaRPr lang="pt-BR" sz="1000" dirty="0">
              <a:solidFill>
                <a:schemeClr val="tx1"/>
              </a:solidFill>
              <a:latin typeface="Suzano Unicase" panose="02010503030508060203" pitchFamily="2" charset="0"/>
              <a:cs typeface="+mn-cs"/>
              <a:sym typeface="Suzano Unicase" panose="02010503030508060203" pitchFamily="2" charset="0"/>
            </a:endParaRPr>
          </a:p>
        </p:txBody>
      </p:sp>
      <p:sp>
        <p:nvSpPr>
          <p:cNvPr id="19789" name="Espaço Reservado para Texto 2">
            <a:extLst>
              <a:ext uri="{FF2B5EF4-FFF2-40B4-BE49-F238E27FC236}">
                <a16:creationId xmlns:a16="http://schemas.microsoft.com/office/drawing/2014/main" id="{AB3ED10D-61B3-7484-0643-6F91D79ED46E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auto">
          <a:xfrm>
            <a:off x="6332538" y="3557588"/>
            <a:ext cx="571500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9E1E3BD-C339-41DA-9C15-A3F595A9C797}" type="datetime'Ba''s''''e''l''''ine ''''''''''A''''tu''aliz''''''''''a''d''a'">
              <a:rPr lang="pt-BR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Baseline Atualizada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90" name="Espaço Reservado para Texto 2">
            <a:extLst>
              <a:ext uri="{FF2B5EF4-FFF2-40B4-BE49-F238E27FC236}">
                <a16:creationId xmlns:a16="http://schemas.microsoft.com/office/drawing/2014/main" id="{AEA632B3-CCEF-AABB-6882-3C789B8E9B8E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auto">
          <a:xfrm>
            <a:off x="7018338" y="3557588"/>
            <a:ext cx="350838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F66E243-4FAA-4827-A468-AF0E9AF16DE4}" type="datetime'''S''''h''o''''''''''''u''l''''d Co''s''t'''' '''">
              <a:rPr lang="en-US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Should Cost 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91" name="Espaço Reservado para Texto 2">
            <a:extLst>
              <a:ext uri="{FF2B5EF4-FFF2-40B4-BE49-F238E27FC236}">
                <a16:creationId xmlns:a16="http://schemas.microsoft.com/office/drawing/2014/main" id="{17863CA3-7B9F-8DA3-810B-31A00912D08B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auto">
          <a:xfrm>
            <a:off x="7564438" y="3557588"/>
            <a:ext cx="404813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CD59118-DACB-49A6-AFC2-6FE02DD5130F}" type="datetime'''''''''V''''''''''''''''''''er''''''''at''''to'''">
              <a:rPr lang="pt-BR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Veratto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98" name="Espaço Reservado para Texto 2">
            <a:extLst>
              <a:ext uri="{FF2B5EF4-FFF2-40B4-BE49-F238E27FC236}">
                <a16:creationId xmlns:a16="http://schemas.microsoft.com/office/drawing/2014/main" id="{2448686D-E475-57B4-5320-BFCB86187EC1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5875338" y="2365375"/>
            <a:ext cx="3413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398D3C4A-9CBA-42D8-A87A-366E6C3E8F4F}" type="datetime'''''''''''''''6''''.''''''''''2''''''''9''''''''''''3'">
              <a:rPr lang="pt-BR" altLang="en-US" sz="10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6.293</a:t>
            </a:fld>
            <a:endParaRPr lang="en-US" sz="10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99" name="Espaço Reservado para Texto 2">
            <a:extLst>
              <a:ext uri="{FF2B5EF4-FFF2-40B4-BE49-F238E27FC236}">
                <a16:creationId xmlns:a16="http://schemas.microsoft.com/office/drawing/2014/main" id="{149CFF34-5414-21C6-80E6-A5F162109471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7026275" y="2227263"/>
            <a:ext cx="3333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172ABBB-B5C3-4CAA-9A39-A050234A516C}" type="datetime'''7.''1''8''''''''''''''''''''''''3'''''''''''''''''">
              <a:rPr lang="pt-BR" altLang="en-US" sz="10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7.183</a:t>
            </a:fld>
            <a:endParaRPr lang="en-US" sz="10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800" name="Espaço Reservado para Texto 2">
            <a:extLst>
              <a:ext uri="{FF2B5EF4-FFF2-40B4-BE49-F238E27FC236}">
                <a16:creationId xmlns:a16="http://schemas.microsoft.com/office/drawing/2014/main" id="{A109C4DF-19B1-DDFE-AD20-583015D79079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7559675" y="1687513"/>
            <a:ext cx="41433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ADCB0CC-736E-4167-9A7F-EDC923714497}" type="datetime'''1''0''''.6''''''''''''''''5''''''''''4'''''''''''">
              <a:rPr lang="pt-BR" altLang="en-US" sz="10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10.654</a:t>
            </a:fld>
            <a:endParaRPr lang="en-US" sz="10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801" name="Espaço Reservado para Texto 2">
            <a:extLst>
              <a:ext uri="{FF2B5EF4-FFF2-40B4-BE49-F238E27FC236}">
                <a16:creationId xmlns:a16="http://schemas.microsoft.com/office/drawing/2014/main" id="{96AB7F72-C389-1BAD-542F-DC185235EFC7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8170863" y="1878013"/>
            <a:ext cx="3413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9CA7675F-CB5A-4008-BDDB-7D6E998B7128}" type="datetime'''''''9''''''''''''''''''.''''''4''2''''''7'''''''''">
              <a:rPr lang="pt-BR" altLang="en-US" sz="10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9.427</a:t>
            </a:fld>
            <a:endParaRPr lang="en-US" sz="10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802" name="Espaço Reservado para Texto 2">
            <a:extLst>
              <a:ext uri="{FF2B5EF4-FFF2-40B4-BE49-F238E27FC236}">
                <a16:creationId xmlns:a16="http://schemas.microsoft.com/office/drawing/2014/main" id="{FF20C7ED-B906-44B4-9BBE-B9D76204D1D9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8742363" y="1981200"/>
            <a:ext cx="3460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4BC5B5C1-69BA-49A0-86AA-77328A22A18B}" type="datetime'''8''''''''''''''''''.''''''''7''6''''''''''''6'''''''''''''''">
              <a:rPr lang="pt-BR" altLang="en-US" sz="10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8.766</a:t>
            </a:fld>
            <a:endParaRPr lang="en-US" sz="10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803" name="Espaço Reservado para Texto 2">
            <a:extLst>
              <a:ext uri="{FF2B5EF4-FFF2-40B4-BE49-F238E27FC236}">
                <a16:creationId xmlns:a16="http://schemas.microsoft.com/office/drawing/2014/main" id="{5482DEDF-7D35-4A70-4D41-3A769E652CF4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9317038" y="2176463"/>
            <a:ext cx="3429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E5847336-5D34-4E6C-847E-943FE02BAE89}" type="datetime'''''''''''''''''''7''.''''''''''''5''''''''''''''0''6'''''">
              <a:rPr lang="pt-BR" altLang="en-US" sz="10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7.506</a:t>
            </a:fld>
            <a:endParaRPr lang="en-US" sz="10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804" name="Espaço Reservado para Texto 2">
            <a:extLst>
              <a:ext uri="{FF2B5EF4-FFF2-40B4-BE49-F238E27FC236}">
                <a16:creationId xmlns:a16="http://schemas.microsoft.com/office/drawing/2014/main" id="{EE50F337-7195-BAC7-BC14-82CE54FCF5A1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9893300" y="2301875"/>
            <a:ext cx="3413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0533516B-08A7-4F94-B513-5C11505726FC}" type="datetime'''''''''''''''''6.''''7''''0''''1'''''''''''''''''''''''''''''">
              <a:rPr lang="pt-BR" altLang="en-US" sz="10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6.701</a:t>
            </a:fld>
            <a:endParaRPr lang="en-US" sz="10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805" name="Espaço Reservado para Texto 2">
            <a:extLst>
              <a:ext uri="{FF2B5EF4-FFF2-40B4-BE49-F238E27FC236}">
                <a16:creationId xmlns:a16="http://schemas.microsoft.com/office/drawing/2014/main" id="{9D3D68F6-5044-5396-1E6F-826C2D04BC2C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10463213" y="2305050"/>
            <a:ext cx="3460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1F43A816-4654-42F6-9AD8-430F560CB361}" type="datetime'''6''''''''''''''''.''''''''''''''''6''''''''8''1'''''''''''">
              <a:rPr lang="pt-BR" altLang="en-US" sz="10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6.681</a:t>
            </a:fld>
            <a:endParaRPr lang="en-US" sz="10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806" name="Espaço Reservado para Texto 2">
            <a:extLst>
              <a:ext uri="{FF2B5EF4-FFF2-40B4-BE49-F238E27FC236}">
                <a16:creationId xmlns:a16="http://schemas.microsoft.com/office/drawing/2014/main" id="{C0E88FC6-A0C1-6558-E5A8-F4BE705B661E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11044238" y="2454275"/>
            <a:ext cx="3333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D03A4F4-81F1-4D16-A353-D0BA8C30D035}" type="datetime'''''''5''''.''71''''''''6'''''''''''''''''''''''''''''">
              <a:rPr lang="pt-BR" altLang="en-US" sz="10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5.716</a:t>
            </a:fld>
            <a:endParaRPr lang="en-US" sz="10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92" name="Espaço Reservado para Texto 2">
            <a:extLst>
              <a:ext uri="{FF2B5EF4-FFF2-40B4-BE49-F238E27FC236}">
                <a16:creationId xmlns:a16="http://schemas.microsoft.com/office/drawing/2014/main" id="{B15F8C77-7B44-F7FC-9D2A-FB905863FD99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8166100" y="3557588"/>
            <a:ext cx="349250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62035C3-CE71-444D-A18B-44AB183E7BF5}" type="datetime'''K''''''''ae''f''''''''e''''''''''''''''r'''''''''''''''">
              <a:rPr lang="pt-BR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Kaefer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793" name="Espaço Reservado para Texto 2">
            <a:extLst>
              <a:ext uri="{FF2B5EF4-FFF2-40B4-BE49-F238E27FC236}">
                <a16:creationId xmlns:a16="http://schemas.microsoft.com/office/drawing/2014/main" id="{86B977E0-E365-BAEA-05FD-1CFF65395CA3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8688388" y="3557588"/>
            <a:ext cx="455613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105081D5-EBEB-44A2-B83E-16378E512778}" type="datetime'L''''''''''''''''''i''''mpi''d''''o''''''''z '''''''''''''''">
              <a:rPr lang="pt-BR" altLang="en-US" sz="700" smtClean="0">
                <a:latin typeface="Suzano Unicase" panose="02010503030508060203" pitchFamily="2" charset="0"/>
              </a:rPr>
              <a:pPr marL="0" lvl="0" indent="0" algn="ctr">
                <a:spcBef>
                  <a:spcPct val="0"/>
                </a:spcBef>
                <a:buNone/>
              </a:pPr>
              <a:t>Limpidoz </a:t>
            </a:fld>
            <a:endParaRPr lang="en-US" sz="700" dirty="0">
              <a:latin typeface="Suzano Unicase" panose="02010503030508060203" pitchFamily="2" charset="0"/>
              <a:sym typeface="Suzano Unicase" panose="02010503030508060203" pitchFamily="2" charset="0"/>
            </a:endParaRPr>
          </a:p>
        </p:txBody>
      </p:sp>
      <p:sp>
        <p:nvSpPr>
          <p:cNvPr id="19808" name="Elipse 19807">
            <a:extLst>
              <a:ext uri="{FF2B5EF4-FFF2-40B4-BE49-F238E27FC236}">
                <a16:creationId xmlns:a16="http://schemas.microsoft.com/office/drawing/2014/main" id="{9EC3DEA4-2106-2549-8131-F25EA72657FA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11588750" y="2455863"/>
            <a:ext cx="292100" cy="173038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marR="0" algn="ctr" defTabSz="914400" rtl="0" fontAlgn="auto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fld id="{D4A66226-DF5E-4292-829A-0F324246D317}" type="datetime'''-''''''14''%'''''''''''''''''''''''''''">
              <a:rPr lang="pt-BR" altLang="en-US" sz="800" smtClean="0">
                <a:solidFill>
                  <a:schemeClr val="tx1"/>
                </a:solidFill>
                <a:effectLst/>
                <a:latin typeface="+mn-lt"/>
                <a:cs typeface="+mn-cs"/>
              </a:rPr>
              <a:pPr marR="0" algn="ctr" defTabSz="914400" rtl="0" fontAlgn="auto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t>-14%</a:t>
            </a:fld>
            <a:endParaRPr kumimoji="0" lang="pt-BR" sz="800" i="0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Suzano Unicase" panose="02010503030508060203" pitchFamily="2" charset="0"/>
            </a:endParaRPr>
          </a:p>
        </p:txBody>
      </p:sp>
      <p:sp>
        <p:nvSpPr>
          <p:cNvPr id="19809" name="Elipse 19808">
            <a:extLst>
              <a:ext uri="{FF2B5EF4-FFF2-40B4-BE49-F238E27FC236}">
                <a16:creationId xmlns:a16="http://schemas.microsoft.com/office/drawing/2014/main" id="{1257584F-AC74-BEC7-C2BD-045284D9E1FF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9629775" y="2514600"/>
            <a:ext cx="292100" cy="173038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marR="0" algn="ctr" defTabSz="914400" rtl="0" fontAlgn="auto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fld id="{A1594711-050D-4907-9D0F-7CE4D11E0E83}" type="datetime'''''-''''''''''''''''''1''''''''''1''''''''''''%'''''">
              <a:rPr lang="pt-BR" altLang="en-US" sz="800" smtClean="0">
                <a:solidFill>
                  <a:schemeClr val="tx1"/>
                </a:solidFill>
                <a:effectLst/>
                <a:latin typeface="+mn-lt"/>
                <a:cs typeface="+mn-cs"/>
              </a:rPr>
              <a:pPr marR="0" algn="ctr" defTabSz="914400" rtl="0" fontAlgn="auto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t>-11%</a:t>
            </a:fld>
            <a:endParaRPr kumimoji="0" lang="pt-BR" sz="800" i="0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cs typeface="+mn-cs"/>
              <a:sym typeface="Suzano Unicase" panose="02010503030508060203" pitchFamily="2" charset="0"/>
            </a:endParaRPr>
          </a:p>
        </p:txBody>
      </p:sp>
      <p:sp>
        <p:nvSpPr>
          <p:cNvPr id="19810" name="Elipse 19809">
            <a:extLst>
              <a:ext uri="{FF2B5EF4-FFF2-40B4-BE49-F238E27FC236}">
                <a16:creationId xmlns:a16="http://schemas.microsoft.com/office/drawing/2014/main" id="{2004E66A-1DD4-D86C-FC3E-4C000646B5AE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6080125" y="1370013"/>
            <a:ext cx="503238" cy="4318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marR="0" algn="ctr" defTabSz="914400" rtl="0" fontAlgn="auto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fld id="{0D8F23E1-7D5E-435E-8535-55355F94E642}" type="datetime'''''''''''''''''-''''''''''''5''7''''''''7'''">
              <a:rPr lang="pt-BR" altLang="en-US" sz="1000" b="1" smtClean="0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pPr marR="0" algn="ctr" defTabSz="914400" rtl="0" fontAlgn="auto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t>-577</a:t>
            </a:fld>
            <a:br>
              <a:rPr lang="pt-BR" altLang="en-US" sz="1000" b="1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</a:br>
            <a:r>
              <a:rPr lang="pt-BR" altLang="en-US" sz="1000" b="1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t>(</a:t>
            </a:r>
            <a:fld id="{BE86EC7F-6472-46C0-8634-C55B05E67B2B}" type="datetime'''''''''''''''''''''''''''''''-''''''''''9%'''''''''''''''''">
              <a:rPr lang="pt-BR" altLang="en-US" sz="1000" b="1" smtClean="0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pPr marR="0" algn="ctr" defTabSz="914400" rtl="0" fontAlgn="auto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t>-9%</a:t>
            </a:fld>
            <a:r>
              <a:rPr lang="pt-BR" altLang="en-US" sz="1000" b="1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t>)</a:t>
            </a:r>
            <a:endParaRPr kumimoji="0" lang="pt-BR" sz="1000" b="1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Suzano Unicase" panose="02010503030508060203" pitchFamily="2" charset="0"/>
              <a:cs typeface="+mn-cs"/>
              <a:sym typeface="Suzano Unicase" panose="02010503030508060203" pitchFamily="2" charset="0"/>
            </a:endParaRPr>
          </a:p>
        </p:txBody>
      </p:sp>
      <p:sp>
        <p:nvSpPr>
          <p:cNvPr id="19811" name="Elipse 19810">
            <a:extLst>
              <a:ext uri="{FF2B5EF4-FFF2-40B4-BE49-F238E27FC236}">
                <a16:creationId xmlns:a16="http://schemas.microsoft.com/office/drawing/2014/main" id="{D9DDC03A-D945-0B40-6CE9-D81AE35037BA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8328025" y="1370013"/>
            <a:ext cx="598488" cy="4318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marR="0" algn="ctr" defTabSz="914400" rtl="0" fontAlgn="auto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fld id="{5F3CAB8C-14E9-403E-ABDD-A9F490D84E65}" type="datetime'''''''''-7''''''''2''''1'''''''''''''''''''''''''''">
              <a:rPr lang="pt-BR" altLang="en-US" sz="1000" b="1" smtClean="0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pPr marR="0" algn="ctr" defTabSz="914400" rtl="0" fontAlgn="auto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t>-721</a:t>
            </a:fld>
            <a:br>
              <a:rPr lang="pt-BR" altLang="en-US" sz="1000" b="1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</a:br>
            <a:r>
              <a:rPr lang="pt-BR" altLang="en-US" sz="1000" b="1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t>(</a:t>
            </a:r>
            <a:fld id="{A3050121-3887-4742-8AFF-9F922DA9B854}" type="datetime'''''''''''-''''''''''''''''''''''''''''''''''''''1''1%'''">
              <a:rPr lang="pt-BR" altLang="en-US" sz="1000" b="1" smtClean="0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pPr marR="0" algn="ctr" defTabSz="914400" rtl="0" fontAlgn="auto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t>-11%</a:t>
            </a:fld>
            <a:r>
              <a:rPr lang="pt-BR" altLang="en-US" sz="1000" b="1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t>)</a:t>
            </a:r>
            <a:endParaRPr kumimoji="0" lang="pt-BR" sz="1000" b="1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Suzano Unicase" panose="02010503030508060203" pitchFamily="2" charset="0"/>
              <a:cs typeface="+mn-cs"/>
              <a:sym typeface="Suzano Unicase" panose="02010503030508060203" pitchFamily="2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81AC5F5-20D9-C848-5897-539719168E48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10621963" y="1370013"/>
            <a:ext cx="603250" cy="4318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marR="0" algn="ctr" defTabSz="914400" rtl="0" fontAlgn="auto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fld id="{8FD7F21D-FB97-48DB-AA9E-866378251035}" type="datetime'''''-''''96''''''''''5'''''''''''''''''''''">
              <a:rPr lang="pt-BR" altLang="en-US" sz="1000" b="1" smtClean="0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pPr marR="0" algn="ctr" defTabSz="914400" rtl="0" fontAlgn="auto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t>-965</a:t>
            </a:fld>
            <a:br>
              <a:rPr lang="pt-BR" altLang="en-US" sz="1000" b="1" dirty="0">
                <a:solidFill>
                  <a:schemeClr val="tx1"/>
                </a:solidFill>
                <a:effectLst/>
                <a:latin typeface="Suzano Unicase" panose="02010503030508060203" pitchFamily="2" charset="0"/>
                <a:sym typeface="Suzano Unicase" panose="02010503030508060203" pitchFamily="2" charset="0"/>
              </a:rPr>
            </a:br>
            <a:r>
              <a:rPr lang="pt-BR" altLang="en-US" sz="1000" b="1" dirty="0">
                <a:solidFill>
                  <a:schemeClr val="tx1"/>
                </a:solidFill>
                <a:effectLst/>
                <a:latin typeface="Suzano Unicase" panose="02010503030508060203" pitchFamily="2" charset="0"/>
                <a:sym typeface="Suzano Unicase" panose="02010503030508060203" pitchFamily="2" charset="0"/>
              </a:rPr>
              <a:t>(</a:t>
            </a:r>
            <a:fld id="{364AB6CC-36AC-4857-B8A5-A3E4EADDED84}" type="datetime'''''''''''''-''''''''''14''''''''''''''%'''''''''''''''">
              <a:rPr lang="pt-BR" altLang="en-US" sz="1000" b="1" smtClean="0">
                <a:solidFill>
                  <a:schemeClr val="tx1"/>
                </a:solidFill>
                <a:effectLst/>
                <a:latin typeface="Suzano Unicase" panose="02010503030508060203" pitchFamily="2" charset="0"/>
                <a:cs typeface="+mn-cs"/>
              </a:rPr>
              <a:pPr marR="0" algn="ctr" defTabSz="914400" rtl="0" fontAlgn="auto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t>-14%</a:t>
            </a:fld>
            <a:r>
              <a:rPr lang="pt-BR" altLang="en-US" sz="1000" b="1" dirty="0">
                <a:solidFill>
                  <a:schemeClr val="tx1"/>
                </a:solidFill>
                <a:effectLst/>
                <a:latin typeface="Suzano Unicase" panose="02010503030508060203" pitchFamily="2" charset="0"/>
                <a:sym typeface="Suzano Unicase" panose="02010503030508060203" pitchFamily="2" charset="0"/>
              </a:rPr>
              <a:t>)</a:t>
            </a:r>
            <a:endParaRPr kumimoji="0" lang="pt-BR" sz="1000" b="1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Suzano Unicase" panose="02010503030508060203" pitchFamily="2" charset="0"/>
              <a:cs typeface="+mn-cs"/>
              <a:sym typeface="Suzano Unicase" panose="02010503030508060203" pitchFamily="2" charset="0"/>
            </a:endParaRPr>
          </a:p>
        </p:txBody>
      </p:sp>
      <p:sp>
        <p:nvSpPr>
          <p:cNvPr id="3" name="Straight Connector 4">
            <a:extLst>
              <a:ext uri="{FF2B5EF4-FFF2-40B4-BE49-F238E27FC236}">
                <a16:creationId xmlns:a16="http://schemas.microsoft.com/office/drawing/2014/main" id="{23A0CE94-A16A-7517-388F-BE1AD466D3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7495" y="781387"/>
            <a:ext cx="46524" cy="5884873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endParaRPr lang="pt-BR">
              <a:solidFill>
                <a:srgbClr val="1932C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8797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EE8D5-7600-517F-AD89-AC0D5977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hink-cell data - do not delete" hidden="1">
            <a:extLst>
              <a:ext uri="{FF2B5EF4-FFF2-40B4-BE49-F238E27FC236}">
                <a16:creationId xmlns:a16="http://schemas.microsoft.com/office/drawing/2014/main" id="{4B533EF2-65E7-F03A-6266-580859E1399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10005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95" imgH="394" progId="TCLayout.ActiveDocument.1">
                  <p:embed/>
                </p:oleObj>
              </mc:Choice>
              <mc:Fallback>
                <p:oleObj name="Slide do think-cell" r:id="rId4" imgW="395" imgH="394" progId="TCLayout.ActiveDocument.1">
                  <p:embed/>
                  <p:pic>
                    <p:nvPicPr>
                      <p:cNvPr id="2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533EF2-65E7-F03A-6266-580859E139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Imagem 11" descr="Logotipo&#10;&#10;Descrição gerada automaticamente">
            <a:extLst>
              <a:ext uri="{FF2B5EF4-FFF2-40B4-BE49-F238E27FC236}">
                <a16:creationId xmlns:a16="http://schemas.microsoft.com/office/drawing/2014/main" id="{C1A5ACF9-6DD1-0D27-614D-81C4920BE3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829" y="54890"/>
            <a:ext cx="785511" cy="450147"/>
          </a:xfrm>
          <a:prstGeom prst="rect">
            <a:avLst/>
          </a:prstGeom>
        </p:spPr>
      </p:pic>
      <p:sp>
        <p:nvSpPr>
          <p:cNvPr id="19458" name="TextBox 14">
            <a:extLst>
              <a:ext uri="{FF2B5EF4-FFF2-40B4-BE49-F238E27FC236}">
                <a16:creationId xmlns:a16="http://schemas.microsoft.com/office/drawing/2014/main" id="{ABEE840A-5EC6-26A8-788E-4643846A2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3" y="90915"/>
            <a:ext cx="10538753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/>
            <a:r>
              <a:rPr lang="en-US" altLang="en-US" sz="2100" dirty="0">
                <a:solidFill>
                  <a:srgbClr val="1932C8"/>
                </a:solidFill>
                <a:latin typeface="Suzano Display" panose="02010503030508060203" pitchFamily="2" charset="0"/>
                <a:ea typeface="Suzano Sans Bold"/>
                <a:cs typeface="Suzano Sans Bold"/>
                <a:sym typeface="Suzano Sans Bold"/>
              </a:rPr>
              <a:t> Gate 3 | Resumo Executivo – open book   </a:t>
            </a:r>
          </a:p>
        </p:txBody>
      </p:sp>
      <p:sp>
        <p:nvSpPr>
          <p:cNvPr id="19460" name="Straight Connector 4">
            <a:extLst>
              <a:ext uri="{FF2B5EF4-FFF2-40B4-BE49-F238E27FC236}">
                <a16:creationId xmlns:a16="http://schemas.microsoft.com/office/drawing/2014/main" id="{38011B7E-62CD-9EFC-36E7-37D7FE3353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494" y="490749"/>
            <a:ext cx="9964737" cy="14288"/>
          </a:xfrm>
          <a:prstGeom prst="line">
            <a:avLst/>
          </a:prstGeom>
          <a:noFill/>
          <a:ln w="25400">
            <a:solidFill>
              <a:srgbClr val="1932C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endParaRPr lang="pt-BR">
              <a:solidFill>
                <a:srgbClr val="1932C8"/>
              </a:solidFill>
            </a:endParaRPr>
          </a:p>
        </p:txBody>
      </p:sp>
      <p:sp>
        <p:nvSpPr>
          <p:cNvPr id="19555" name="Retângulo 19554">
            <a:extLst>
              <a:ext uri="{FF2B5EF4-FFF2-40B4-BE49-F238E27FC236}">
                <a16:creationId xmlns:a16="http://schemas.microsoft.com/office/drawing/2014/main" id="{402914D4-9669-FE95-6C1C-BF4618BC0F50}"/>
              </a:ext>
            </a:extLst>
          </p:cNvPr>
          <p:cNvSpPr/>
          <p:nvPr/>
        </p:nvSpPr>
        <p:spPr>
          <a:xfrm>
            <a:off x="140843" y="741750"/>
            <a:ext cx="11910313" cy="6025335"/>
          </a:xfrm>
          <a:prstGeom prst="rect">
            <a:avLst/>
          </a:prstGeom>
          <a:noFill/>
          <a:ln w="9525">
            <a:solidFill>
              <a:schemeClr val="accent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uzano Unicase" panose="02010503030508060203" pitchFamily="2" charset="0"/>
            </a:endParaRPr>
          </a:p>
        </p:txBody>
      </p:sp>
      <p:sp>
        <p:nvSpPr>
          <p:cNvPr id="20007" name="CaixaDeTexto 20006">
            <a:extLst>
              <a:ext uri="{FF2B5EF4-FFF2-40B4-BE49-F238E27FC236}">
                <a16:creationId xmlns:a16="http://schemas.microsoft.com/office/drawing/2014/main" id="{C9824074-D187-97D4-1338-81484A28085E}"/>
              </a:ext>
            </a:extLst>
          </p:cNvPr>
          <p:cNvSpPr txBox="1"/>
          <p:nvPr/>
        </p:nvSpPr>
        <p:spPr>
          <a:xfrm>
            <a:off x="10584836" y="4093290"/>
            <a:ext cx="356827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000" dirty="0">
                <a:solidFill>
                  <a:schemeClr val="bg1"/>
                </a:solidFill>
                <a:latin typeface="+mn-lt"/>
                <a:cs typeface="+mn-cs"/>
                <a:sym typeface="Calibri"/>
              </a:rPr>
              <a:t>90</a:t>
            </a:r>
            <a:r>
              <a:rPr kumimoji="0" lang="pt-BR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DL</a:t>
            </a:r>
          </a:p>
        </p:txBody>
      </p:sp>
      <p:sp>
        <p:nvSpPr>
          <p:cNvPr id="19903" name="CaixaDeTexto 19902">
            <a:extLst>
              <a:ext uri="{FF2B5EF4-FFF2-40B4-BE49-F238E27FC236}">
                <a16:creationId xmlns:a16="http://schemas.microsoft.com/office/drawing/2014/main" id="{BC1081CC-77CD-22A2-1817-5988A8160A19}"/>
              </a:ext>
            </a:extLst>
          </p:cNvPr>
          <p:cNvSpPr txBox="1"/>
          <p:nvPr/>
        </p:nvSpPr>
        <p:spPr>
          <a:xfrm>
            <a:off x="9854583" y="4052732"/>
            <a:ext cx="356827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000" dirty="0">
                <a:solidFill>
                  <a:schemeClr val="bg1"/>
                </a:solidFill>
                <a:latin typeface="+mn-lt"/>
                <a:cs typeface="+mn-cs"/>
                <a:sym typeface="Calibri"/>
              </a:rPr>
              <a:t>30</a:t>
            </a:r>
            <a:r>
              <a:rPr kumimoji="0" lang="pt-BR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DL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CEFB65E-BE84-5B0C-CBB7-735BDE2F7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187680"/>
              </p:ext>
            </p:extLst>
          </p:nvPr>
        </p:nvGraphicFramePr>
        <p:xfrm>
          <a:off x="586584" y="1023227"/>
          <a:ext cx="8611209" cy="5462380"/>
        </p:xfrm>
        <a:graphic>
          <a:graphicData uri="http://schemas.openxmlformats.org/drawingml/2006/table">
            <a:tbl>
              <a:tblPr/>
              <a:tblGrid>
                <a:gridCol w="2406326">
                  <a:extLst>
                    <a:ext uri="{9D8B030D-6E8A-4147-A177-3AD203B41FA5}">
                      <a16:colId xmlns:a16="http://schemas.microsoft.com/office/drawing/2014/main" val="782688870"/>
                    </a:ext>
                  </a:extLst>
                </a:gridCol>
                <a:gridCol w="1770368">
                  <a:extLst>
                    <a:ext uri="{9D8B030D-6E8A-4147-A177-3AD203B41FA5}">
                      <a16:colId xmlns:a16="http://schemas.microsoft.com/office/drawing/2014/main" val="2245159292"/>
                    </a:ext>
                  </a:extLst>
                </a:gridCol>
                <a:gridCol w="1409419">
                  <a:extLst>
                    <a:ext uri="{9D8B030D-6E8A-4147-A177-3AD203B41FA5}">
                      <a16:colId xmlns:a16="http://schemas.microsoft.com/office/drawing/2014/main" val="3455724262"/>
                    </a:ext>
                  </a:extLst>
                </a:gridCol>
                <a:gridCol w="1512548">
                  <a:extLst>
                    <a:ext uri="{9D8B030D-6E8A-4147-A177-3AD203B41FA5}">
                      <a16:colId xmlns:a16="http://schemas.microsoft.com/office/drawing/2014/main" val="1145947219"/>
                    </a:ext>
                  </a:extLst>
                </a:gridCol>
                <a:gridCol w="1512548">
                  <a:extLst>
                    <a:ext uri="{9D8B030D-6E8A-4147-A177-3AD203B41FA5}">
                      <a16:colId xmlns:a16="http://schemas.microsoft.com/office/drawing/2014/main" val="3575916855"/>
                    </a:ext>
                  </a:extLst>
                </a:gridCol>
              </a:tblGrid>
              <a:tr h="2731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Categoria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SHOULD COST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LEADEC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MISTRAL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LIMPIDOZ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368523"/>
                  </a:ext>
                </a:extLst>
              </a:tr>
              <a:tr h="2731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MDO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021366"/>
                  </a:ext>
                </a:extLst>
              </a:tr>
              <a:tr h="2731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MDI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018370"/>
                  </a:ext>
                </a:extLst>
              </a:tr>
              <a:tr h="2731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MDO - salários + adicionais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55.598,92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51.992,94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60.960,73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61.468,53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843653"/>
                  </a:ext>
                </a:extLst>
              </a:tr>
              <a:tr h="2731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Encargos sociais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39.155,18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36.588,15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34.605,98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43.051,95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878827"/>
                  </a:ext>
                </a:extLst>
              </a:tr>
              <a:tr h="2731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Benefícios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21.656,80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18.966,83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12.206,24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13.123,68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890488"/>
                  </a:ext>
                </a:extLst>
              </a:tr>
              <a:tr h="2731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Alimentação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9.735,44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8.740,51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3.818,04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10.560,00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859374"/>
                  </a:ext>
                </a:extLst>
              </a:tr>
              <a:tr h="2731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Transporte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9.177,96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9.192,09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5.821,20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14.296,80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551854"/>
                  </a:ext>
                </a:extLst>
              </a:tr>
              <a:tr h="2731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EPIs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3.960,66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2.558,32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3.808,00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14.520,00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110780"/>
                  </a:ext>
                </a:extLst>
              </a:tr>
              <a:tr h="2731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Equipamentos e Máquinas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10.641,09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10.554,89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4.310,00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4.616,60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583626"/>
                  </a:ext>
                </a:extLst>
              </a:tr>
              <a:tr h="2731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Demais custos indiretos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2.696,18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4.891,82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12.800,00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837976"/>
                  </a:ext>
                </a:extLst>
              </a:tr>
              <a:tr h="2731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Custos Adm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9.771,34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10.634,45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8.024,32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3.135,03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621173"/>
                  </a:ext>
                </a:extLst>
              </a:tr>
              <a:tr h="273119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Lucro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8.961,72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5.742,60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11.527,44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20.072,71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01150"/>
                  </a:ext>
                </a:extLst>
              </a:tr>
              <a:tr h="27311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4,49%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4,00%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8,94%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12,00%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393544"/>
                  </a:ext>
                </a:extLst>
              </a:tr>
              <a:tr h="2731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Regime Tributário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Lucro Real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Lucro Presumido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Lucro Presumido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962606"/>
                  </a:ext>
                </a:extLst>
              </a:tr>
              <a:tr h="2731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Impostos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28.172,45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26.282,94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13.688,59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45.864,48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573683"/>
                  </a:ext>
                </a:extLst>
              </a:tr>
              <a:tr h="2731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Wapt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65DL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65DL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70DL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454983"/>
                  </a:ext>
                </a:extLst>
              </a:tr>
              <a:tr h="2731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Ranking PT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756464"/>
                  </a:ext>
                </a:extLst>
              </a:tr>
              <a:tr h="2731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Qualificação Financeira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62160"/>
                  </a:ext>
                </a:extLst>
              </a:tr>
              <a:tr h="2731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Valor Total do Serviço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199.527,74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186.145,54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158.770,53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243.509,77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089429"/>
                  </a:ext>
                </a:extLst>
              </a:tr>
            </a:tbl>
          </a:graphicData>
        </a:graphic>
      </p:graphicFrame>
      <p:pic>
        <p:nvPicPr>
          <p:cNvPr id="6" name="Imagem 5">
            <a:extLst>
              <a:ext uri="{FF2B5EF4-FFF2-40B4-BE49-F238E27FC236}">
                <a16:creationId xmlns:a16="http://schemas.microsoft.com/office/drawing/2014/main" id="{8FF0285B-79A3-DAC5-85B4-061FE528A2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1921" y="1095328"/>
            <a:ext cx="2087689" cy="1361707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BAD9B13A-E863-1D22-2A5D-86FAE7A786BB}"/>
              </a:ext>
            </a:extLst>
          </p:cNvPr>
          <p:cNvSpPr txBox="1"/>
          <p:nvPr/>
        </p:nvSpPr>
        <p:spPr>
          <a:xfrm>
            <a:off x="9383341" y="2701344"/>
            <a:ext cx="2929879" cy="2141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Utilizada ferramenta de equalização desenvolvida pela área de Serv Indl</a:t>
            </a:r>
          </a:p>
          <a:p>
            <a:pPr marR="0" lvl="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1000" dirty="0">
              <a:solidFill>
                <a:schemeClr val="tx1"/>
              </a:solidFill>
              <a:latin typeface="Suzano Display" panose="02010503030508060203" pitchFamily="2" charset="0"/>
              <a:ea typeface="Calibri"/>
              <a:cs typeface="Calibri"/>
              <a:sym typeface="Calibri"/>
            </a:endParaRP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Adaptada a planilha padrão de custos abertos </a:t>
            </a: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BR" sz="1000" dirty="0">
              <a:solidFill>
                <a:schemeClr val="tx1"/>
              </a:solidFill>
              <a:latin typeface="Suzano Display" panose="02010503030508060203" pitchFamily="2" charset="0"/>
              <a:ea typeface="Calibri"/>
              <a:cs typeface="Calibri"/>
              <a:sym typeface="Calibri"/>
            </a:endParaRP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Modelo planilha atualizado para contratação em HH e contratos com máquinas e equipamentos </a:t>
            </a:r>
          </a:p>
        </p:txBody>
      </p:sp>
    </p:spTree>
    <p:extLst>
      <p:ext uri="{BB962C8B-B14F-4D97-AF65-F5344CB8AC3E}">
        <p14:creationId xmlns:p14="http://schemas.microsoft.com/office/powerpoint/2010/main" val="415676503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876C5-288A-06E1-5F8B-6D6A71AE4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hink-cell data - do not delete" hidden="1">
            <a:extLst>
              <a:ext uri="{FF2B5EF4-FFF2-40B4-BE49-F238E27FC236}">
                <a16:creationId xmlns:a16="http://schemas.microsoft.com/office/drawing/2014/main" id="{64BB8521-9B30-0C6A-3384-3749AF3BBE1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39696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95" imgH="394" progId="TCLayout.ActiveDocument.1">
                  <p:embed/>
                </p:oleObj>
              </mc:Choice>
              <mc:Fallback>
                <p:oleObj name="Slide do think-cell" r:id="rId4" imgW="395" imgH="394" progId="TCLayout.ActiveDocument.1">
                  <p:embed/>
                  <p:pic>
                    <p:nvPicPr>
                      <p:cNvPr id="2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4BB8521-9B30-0C6A-3384-3749AF3BBE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>
            <a:extLst>
              <a:ext uri="{FF2B5EF4-FFF2-40B4-BE49-F238E27FC236}">
                <a16:creationId xmlns:a16="http://schemas.microsoft.com/office/drawing/2014/main" id="{EEA9907F-9DE6-F6BD-173B-9944C4ECF624}"/>
              </a:ext>
            </a:extLst>
          </p:cNvPr>
          <p:cNvSpPr/>
          <p:nvPr/>
        </p:nvSpPr>
        <p:spPr>
          <a:xfrm>
            <a:off x="327566" y="904871"/>
            <a:ext cx="8926269" cy="5519057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12" name="Imagem 11" descr="Logotipo&#10;&#10;Descrição gerada automaticamente">
            <a:extLst>
              <a:ext uri="{FF2B5EF4-FFF2-40B4-BE49-F238E27FC236}">
                <a16:creationId xmlns:a16="http://schemas.microsoft.com/office/drawing/2014/main" id="{AF06AAFB-C7E0-BA95-A050-98B8B4ACF9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829" y="54890"/>
            <a:ext cx="785511" cy="450147"/>
          </a:xfrm>
          <a:prstGeom prst="rect">
            <a:avLst/>
          </a:prstGeom>
        </p:spPr>
      </p:pic>
      <p:sp>
        <p:nvSpPr>
          <p:cNvPr id="19458" name="TextBox 14">
            <a:extLst>
              <a:ext uri="{FF2B5EF4-FFF2-40B4-BE49-F238E27FC236}">
                <a16:creationId xmlns:a16="http://schemas.microsoft.com/office/drawing/2014/main" id="{F7C1C26E-574B-CD5A-B5D4-46DACDC2D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3" y="90915"/>
            <a:ext cx="10538753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/>
            <a:r>
              <a:rPr lang="en-US" altLang="en-US" sz="2100" dirty="0">
                <a:solidFill>
                  <a:srgbClr val="1932C8"/>
                </a:solidFill>
                <a:latin typeface="Suzano Display" panose="02010503030508060203" pitchFamily="2" charset="0"/>
                <a:ea typeface="Suzano Sans Bold"/>
                <a:cs typeface="Suzano Sans Bold"/>
                <a:sym typeface="Suzano Sans Bold"/>
              </a:rPr>
              <a:t> Gate 3 | Resumo Executivo – open book   </a:t>
            </a:r>
          </a:p>
        </p:txBody>
      </p:sp>
      <p:sp>
        <p:nvSpPr>
          <p:cNvPr id="19460" name="Straight Connector 4">
            <a:extLst>
              <a:ext uri="{FF2B5EF4-FFF2-40B4-BE49-F238E27FC236}">
                <a16:creationId xmlns:a16="http://schemas.microsoft.com/office/drawing/2014/main" id="{060194C5-B761-C11A-57D3-F04DDCF37D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494" y="490749"/>
            <a:ext cx="9964737" cy="14288"/>
          </a:xfrm>
          <a:prstGeom prst="line">
            <a:avLst/>
          </a:prstGeom>
          <a:noFill/>
          <a:ln w="25400">
            <a:solidFill>
              <a:srgbClr val="1932C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endParaRPr lang="pt-BR">
              <a:solidFill>
                <a:srgbClr val="1932C8"/>
              </a:solidFill>
            </a:endParaRPr>
          </a:p>
        </p:txBody>
      </p:sp>
      <p:sp>
        <p:nvSpPr>
          <p:cNvPr id="19555" name="Retângulo 19554">
            <a:extLst>
              <a:ext uri="{FF2B5EF4-FFF2-40B4-BE49-F238E27FC236}">
                <a16:creationId xmlns:a16="http://schemas.microsoft.com/office/drawing/2014/main" id="{C800A46A-DE93-8177-0D86-20BB287C93E2}"/>
              </a:ext>
            </a:extLst>
          </p:cNvPr>
          <p:cNvSpPr/>
          <p:nvPr/>
        </p:nvSpPr>
        <p:spPr>
          <a:xfrm>
            <a:off x="140843" y="741750"/>
            <a:ext cx="11910313" cy="6025335"/>
          </a:xfrm>
          <a:prstGeom prst="rect">
            <a:avLst/>
          </a:prstGeom>
          <a:noFill/>
          <a:ln w="9525">
            <a:solidFill>
              <a:schemeClr val="accent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uzano Unicase" panose="02010503030508060203" pitchFamily="2" charset="0"/>
            </a:endParaRPr>
          </a:p>
        </p:txBody>
      </p:sp>
      <p:sp>
        <p:nvSpPr>
          <p:cNvPr id="20007" name="CaixaDeTexto 20006">
            <a:extLst>
              <a:ext uri="{FF2B5EF4-FFF2-40B4-BE49-F238E27FC236}">
                <a16:creationId xmlns:a16="http://schemas.microsoft.com/office/drawing/2014/main" id="{370BC2F3-2401-9DA0-8BDB-F98BDDCD1C81}"/>
              </a:ext>
            </a:extLst>
          </p:cNvPr>
          <p:cNvSpPr txBox="1"/>
          <p:nvPr/>
        </p:nvSpPr>
        <p:spPr>
          <a:xfrm>
            <a:off x="10584836" y="4093290"/>
            <a:ext cx="356827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000" dirty="0">
                <a:solidFill>
                  <a:schemeClr val="bg1"/>
                </a:solidFill>
                <a:latin typeface="+mn-lt"/>
                <a:cs typeface="+mn-cs"/>
                <a:sym typeface="Calibri"/>
              </a:rPr>
              <a:t>90</a:t>
            </a:r>
            <a:r>
              <a:rPr kumimoji="0" lang="pt-BR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DL</a:t>
            </a:r>
          </a:p>
        </p:txBody>
      </p:sp>
      <p:sp>
        <p:nvSpPr>
          <p:cNvPr id="19903" name="CaixaDeTexto 19902">
            <a:extLst>
              <a:ext uri="{FF2B5EF4-FFF2-40B4-BE49-F238E27FC236}">
                <a16:creationId xmlns:a16="http://schemas.microsoft.com/office/drawing/2014/main" id="{4CECAC55-E4D1-2BDA-A7C0-5C7791012314}"/>
              </a:ext>
            </a:extLst>
          </p:cNvPr>
          <p:cNvSpPr txBox="1"/>
          <p:nvPr/>
        </p:nvSpPr>
        <p:spPr>
          <a:xfrm>
            <a:off x="9854583" y="4052732"/>
            <a:ext cx="356827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000" dirty="0">
                <a:solidFill>
                  <a:schemeClr val="bg1"/>
                </a:solidFill>
                <a:latin typeface="+mn-lt"/>
                <a:cs typeface="+mn-cs"/>
                <a:sym typeface="Calibri"/>
              </a:rPr>
              <a:t>30</a:t>
            </a:r>
            <a:r>
              <a:rPr kumimoji="0" lang="pt-BR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DL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05CAB84-298F-7382-A7ED-11D52809E8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1921" y="1095328"/>
            <a:ext cx="2087689" cy="1361707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FF3DCCC5-AE68-20B5-1C0C-9B876F0EE488}"/>
              </a:ext>
            </a:extLst>
          </p:cNvPr>
          <p:cNvSpPr txBox="1"/>
          <p:nvPr/>
        </p:nvSpPr>
        <p:spPr>
          <a:xfrm>
            <a:off x="9383341" y="2701344"/>
            <a:ext cx="2929879" cy="2141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Utilizada ferramenta de equalização desenvolvida pela área de Serv Indl</a:t>
            </a:r>
          </a:p>
          <a:p>
            <a:pPr marR="0" lvl="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1000" dirty="0">
              <a:solidFill>
                <a:schemeClr val="tx1"/>
              </a:solidFill>
              <a:latin typeface="Suzano Display" panose="02010503030508060203" pitchFamily="2" charset="0"/>
              <a:ea typeface="Calibri"/>
              <a:cs typeface="Calibri"/>
              <a:sym typeface="Calibri"/>
            </a:endParaRP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Adaptada a planilha padrão de custos abertos </a:t>
            </a: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BR" sz="1000" dirty="0">
              <a:solidFill>
                <a:schemeClr val="tx1"/>
              </a:solidFill>
              <a:latin typeface="Suzano Display" panose="02010503030508060203" pitchFamily="2" charset="0"/>
              <a:ea typeface="Calibri"/>
              <a:cs typeface="Calibri"/>
              <a:sym typeface="Calibri"/>
            </a:endParaRPr>
          </a:p>
          <a:p>
            <a:pPr marL="171450" marR="0" lvl="0" indent="-17145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000" dirty="0">
                <a:solidFill>
                  <a:schemeClr val="tx1"/>
                </a:solidFill>
                <a:latin typeface="Suzano Display" panose="02010503030508060203" pitchFamily="2" charset="0"/>
                <a:ea typeface="Calibri"/>
                <a:cs typeface="Calibri"/>
                <a:sym typeface="Calibri"/>
              </a:rPr>
              <a:t>Modelo planilha atualizado para contratação em HH e contratos com máquinas e equipamentos 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988AA70-FBBD-B284-3A0C-B2D5DA007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909456"/>
              </p:ext>
            </p:extLst>
          </p:nvPr>
        </p:nvGraphicFramePr>
        <p:xfrm>
          <a:off x="327566" y="1095328"/>
          <a:ext cx="8926269" cy="5239277"/>
        </p:xfrm>
        <a:graphic>
          <a:graphicData uri="http://schemas.openxmlformats.org/drawingml/2006/table">
            <a:tbl>
              <a:tblPr/>
              <a:tblGrid>
                <a:gridCol w="637591">
                  <a:extLst>
                    <a:ext uri="{9D8B030D-6E8A-4147-A177-3AD203B41FA5}">
                      <a16:colId xmlns:a16="http://schemas.microsoft.com/office/drawing/2014/main" val="4258378239"/>
                    </a:ext>
                  </a:extLst>
                </a:gridCol>
                <a:gridCol w="1472255">
                  <a:extLst>
                    <a:ext uri="{9D8B030D-6E8A-4147-A177-3AD203B41FA5}">
                      <a16:colId xmlns:a16="http://schemas.microsoft.com/office/drawing/2014/main" val="1080343576"/>
                    </a:ext>
                  </a:extLst>
                </a:gridCol>
                <a:gridCol w="707147">
                  <a:extLst>
                    <a:ext uri="{9D8B030D-6E8A-4147-A177-3AD203B41FA5}">
                      <a16:colId xmlns:a16="http://schemas.microsoft.com/office/drawing/2014/main" val="2836949794"/>
                    </a:ext>
                  </a:extLst>
                </a:gridCol>
                <a:gridCol w="521665">
                  <a:extLst>
                    <a:ext uri="{9D8B030D-6E8A-4147-A177-3AD203B41FA5}">
                      <a16:colId xmlns:a16="http://schemas.microsoft.com/office/drawing/2014/main" val="1725408271"/>
                    </a:ext>
                  </a:extLst>
                </a:gridCol>
                <a:gridCol w="139110">
                  <a:extLst>
                    <a:ext uri="{9D8B030D-6E8A-4147-A177-3AD203B41FA5}">
                      <a16:colId xmlns:a16="http://schemas.microsoft.com/office/drawing/2014/main" val="1746051850"/>
                    </a:ext>
                  </a:extLst>
                </a:gridCol>
                <a:gridCol w="707147">
                  <a:extLst>
                    <a:ext uri="{9D8B030D-6E8A-4147-A177-3AD203B41FA5}">
                      <a16:colId xmlns:a16="http://schemas.microsoft.com/office/drawing/2014/main" val="4131447136"/>
                    </a:ext>
                  </a:extLst>
                </a:gridCol>
                <a:gridCol w="695553">
                  <a:extLst>
                    <a:ext uri="{9D8B030D-6E8A-4147-A177-3AD203B41FA5}">
                      <a16:colId xmlns:a16="http://schemas.microsoft.com/office/drawing/2014/main" val="1245728229"/>
                    </a:ext>
                  </a:extLst>
                </a:gridCol>
                <a:gridCol w="695553">
                  <a:extLst>
                    <a:ext uri="{9D8B030D-6E8A-4147-A177-3AD203B41FA5}">
                      <a16:colId xmlns:a16="http://schemas.microsoft.com/office/drawing/2014/main" val="2060889028"/>
                    </a:ext>
                  </a:extLst>
                </a:gridCol>
                <a:gridCol w="695553">
                  <a:extLst>
                    <a:ext uri="{9D8B030D-6E8A-4147-A177-3AD203B41FA5}">
                      <a16:colId xmlns:a16="http://schemas.microsoft.com/office/drawing/2014/main" val="899849214"/>
                    </a:ext>
                  </a:extLst>
                </a:gridCol>
                <a:gridCol w="139110">
                  <a:extLst>
                    <a:ext uri="{9D8B030D-6E8A-4147-A177-3AD203B41FA5}">
                      <a16:colId xmlns:a16="http://schemas.microsoft.com/office/drawing/2014/main" val="442569782"/>
                    </a:ext>
                  </a:extLst>
                </a:gridCol>
                <a:gridCol w="139110">
                  <a:extLst>
                    <a:ext uri="{9D8B030D-6E8A-4147-A177-3AD203B41FA5}">
                      <a16:colId xmlns:a16="http://schemas.microsoft.com/office/drawing/2014/main" val="1709420516"/>
                    </a:ext>
                  </a:extLst>
                </a:gridCol>
                <a:gridCol w="602814">
                  <a:extLst>
                    <a:ext uri="{9D8B030D-6E8A-4147-A177-3AD203B41FA5}">
                      <a16:colId xmlns:a16="http://schemas.microsoft.com/office/drawing/2014/main" val="2647123599"/>
                    </a:ext>
                  </a:extLst>
                </a:gridCol>
                <a:gridCol w="776701">
                  <a:extLst>
                    <a:ext uri="{9D8B030D-6E8A-4147-A177-3AD203B41FA5}">
                      <a16:colId xmlns:a16="http://schemas.microsoft.com/office/drawing/2014/main" val="287557020"/>
                    </a:ext>
                  </a:extLst>
                </a:gridCol>
                <a:gridCol w="139110">
                  <a:extLst>
                    <a:ext uri="{9D8B030D-6E8A-4147-A177-3AD203B41FA5}">
                      <a16:colId xmlns:a16="http://schemas.microsoft.com/office/drawing/2014/main" val="4138465291"/>
                    </a:ext>
                  </a:extLst>
                </a:gridCol>
                <a:gridCol w="857850">
                  <a:extLst>
                    <a:ext uri="{9D8B030D-6E8A-4147-A177-3AD203B41FA5}">
                      <a16:colId xmlns:a16="http://schemas.microsoft.com/office/drawing/2014/main" val="1206438203"/>
                    </a:ext>
                  </a:extLst>
                </a:gridCol>
              </a:tblGrid>
              <a:tr h="2093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Suzano Display" panose="02010503030508060203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Suzano Display" panose="02010503030508060203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Suzano Display" panose="02010503030508060203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Suzano Display" panose="02010503030508060203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Suzano Display" panose="02010503030508060203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ABERTURA HH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Suzano Display" panose="02010503030508060203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Suzano Display" panose="02010503030508060203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CHERRY PICKING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Suzano Display" panose="02010503030508060203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SHOULD COST 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591528"/>
                  </a:ext>
                </a:extLst>
              </a:tr>
              <a:tr h="4447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ITEM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FUNÇÃO/ATIVIDADE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FAIXA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LEADEC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LIMPIDOZ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KAEFER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MISTRAL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H/H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PROPONENTE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H/H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540985"/>
                  </a:ext>
                </a:extLst>
              </a:tr>
              <a:tr h="18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 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Supervisor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H 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74,70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100,38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R$            75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LEADEC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58,39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05903"/>
                  </a:ext>
                </a:extLst>
              </a:tr>
              <a:tr h="18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Supervisor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HE 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112,05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160,61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R$          112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LEADEC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87,59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527403"/>
                  </a:ext>
                </a:extLst>
              </a:tr>
              <a:tr h="18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 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Supervisor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HE 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149,39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200,76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R$         149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LEADEC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116,78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186638"/>
                  </a:ext>
                </a:extLst>
              </a:tr>
              <a:tr h="18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Supervisor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A 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89,64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138,53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R$           90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LEADEC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70,07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592542"/>
                  </a:ext>
                </a:extLst>
              </a:tr>
              <a:tr h="18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Técnico de Segurança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H 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63,00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68,33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58,60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R$            59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KAEFER 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45,75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553559"/>
                  </a:ext>
                </a:extLst>
              </a:tr>
              <a:tr h="18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Técnico de Segurança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HE 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 94,51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102,49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 93,77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R$            94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KAEFER 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68,63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072091"/>
                  </a:ext>
                </a:extLst>
              </a:tr>
              <a:tr h="18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 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Técnico de Segurança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HE 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126,01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136,65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117,21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R$          117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KAEFER 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91,50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5709407"/>
                  </a:ext>
                </a:extLst>
              </a:tr>
              <a:tr h="18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Técnico de Segurança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A 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75,60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81,99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80,87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R$            76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LEADEC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54,90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288003"/>
                  </a:ext>
                </a:extLst>
              </a:tr>
              <a:tr h="18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Líder ASG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H 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40,74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47,60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34,25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 55,72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R$            34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KAEFER 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24,36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640199"/>
                  </a:ext>
                </a:extLst>
              </a:tr>
              <a:tr h="18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10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Líder ASG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HE 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 61,12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71,40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54,80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83,58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R$            55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KAEFER 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36,54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684192"/>
                  </a:ext>
                </a:extLst>
              </a:tr>
              <a:tr h="18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11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Líder ASG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HE 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81,49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95,20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68,50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111,44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R$            68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KAEFER 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48,72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4887564"/>
                  </a:ext>
                </a:extLst>
              </a:tr>
              <a:tr h="18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12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Líder ASG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A 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48,89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 57,12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47,26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66,86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R$            47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KAEFER 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29,23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788691"/>
                  </a:ext>
                </a:extLst>
              </a:tr>
              <a:tr h="18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13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</a:t>
                      </a: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Aux</a:t>
                      </a: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Serv Gerais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H 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26,48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27,92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29,33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43,78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R$            26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LEADEC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19,44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458014"/>
                  </a:ext>
                </a:extLst>
              </a:tr>
              <a:tr h="1896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</a:t>
                      </a: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Aux</a:t>
                      </a: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Serv Gerais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HE 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 39,73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41,88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46,93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65,67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R$           40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LEADEC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29,16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064364"/>
                  </a:ext>
                </a:extLst>
              </a:tr>
              <a:tr h="18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15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</a:t>
                      </a: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Aux</a:t>
                      </a: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Serv Gerais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HE 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 52,97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55,84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58,66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87,56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R$            53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LEADEC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38,89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555641"/>
                  </a:ext>
                </a:extLst>
              </a:tr>
              <a:tr h="18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16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</a:t>
                      </a: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Aux</a:t>
                      </a: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Serv Gerais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A 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 31,78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33,50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40,48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52,54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R$            32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LEADEC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23,33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166565"/>
                  </a:ext>
                </a:extLst>
              </a:tr>
              <a:tr h="18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17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Op Máquina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H 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 35,69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 35,38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32,90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48,62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R$            33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KAEFER 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26,57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485393"/>
                  </a:ext>
                </a:extLst>
              </a:tr>
              <a:tr h="18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18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Op Máquina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HE 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 53,53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53,07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52,63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72,93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R$            53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KAEFER 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39,86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742765"/>
                  </a:ext>
                </a:extLst>
              </a:tr>
              <a:tr h="18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19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Op Máquina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HE 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 71,38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70,76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65,79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97,24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R$            66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KAEFER 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53,15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395054"/>
                  </a:ext>
                </a:extLst>
              </a:tr>
              <a:tr h="18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20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Op Máquina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A 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42,83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42,45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45,40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58,34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R$            42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LIMPIDOZ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31,89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148357"/>
                  </a:ext>
                </a:extLst>
              </a:tr>
              <a:tr h="18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21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Encarregado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H 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 47,53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42,02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R$            42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LIMPIDOZ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336444"/>
                  </a:ext>
                </a:extLst>
              </a:tr>
              <a:tr h="18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22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Encarregado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HE 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 71,30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63,03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R$            63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LIMPIDOZ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242713"/>
                  </a:ext>
                </a:extLst>
              </a:tr>
              <a:tr h="18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23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Encarregado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HE 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95,07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84,04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R$            84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LIMPIDOZ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837258"/>
                  </a:ext>
                </a:extLst>
              </a:tr>
              <a:tr h="18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24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Encarregado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A 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57,04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50,43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R$            50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LIMPIDOZ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955495"/>
                  </a:ext>
                </a:extLst>
              </a:tr>
              <a:tr h="1831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Suzano Display" panose="02010503030508060203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Suzano Display" panose="02010503030508060203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Suzano Display" panose="02010503030508060203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Suzano Display" panose="02010503030508060203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Suzano Display" panose="02010503030508060203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68,44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63,06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76,38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70,36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Suzano Display" panose="02010503030508060203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Suzano Display" panose="02010503030508060203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Suzano Display" panose="02010503030508060203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Suzano Display" panose="02010503030508060203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Suzano Display" panose="02010503030508060203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Display" panose="02010503030508060203" pitchFamily="2" charset="0"/>
                        </a:rPr>
                        <a:t>                 49,74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400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7183023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694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4.15189403910000098819E+00&quot;&gt;&lt;m_msothmcolidx val=&quot;0&quot;/&gt;&lt;m_rgb r=&quot;19&quot; g=&quot;32&quot; b=&quot;C8&quot;/&gt;&lt;/elem&gt;&lt;elem m_fUsage=&quot;1.00000000000000000000E+00&quot;&gt;&lt;m_msothmcolidx val=&quot;0&quot;/&gt;&lt;m_rgb r=&quot;00&quot; g=&quot;08&quot; b=&quot;B7&quot;/&gt;&lt;/elem&gt;&lt;elem m_fUsage=&quot;9.00000000000000022204E-01&quot;&gt;&lt;m_msothmcolidx val=&quot;0&quot;/&gt;&lt;m_rgb r=&quot;00&quot; g=&quot;B0&quot; b=&quot;50&quot;/&gt;&lt;/elem&gt;&lt;elem m_fUsage=&quot;8.10000000000000053291E-01&quot;&gt;&lt;m_msothmcolidx val=&quot;0&quot;/&gt;&lt;m_rgb r=&quot;00&quot; g=&quot;B0&quot; b=&quot;F0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vLCQaEg6unzKdeKkrMkK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FzPNtJR7MnQlKz_q_PFf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sISrZ3NFtU6jFtahMw.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Vx14InL2q50SX54JmIv2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19sY3dyR.u9iXh2UQIVa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qSqTncRPOQfH1wh1VdJy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aFxrC42dqY0Tgq_1zKVU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QPHPsz2f_duUjh6Zj9kB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D.Ki1vlVOeezbWz5jfs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dWmcWzDZ_wZSm_.bU3bK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Dm4cL4wAcbSgKfnFSsDY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sRqsIpp4krjP4.5DNG2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O03OdIQXYq4fnMeJYt1O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mLB6lDxYNmc3h_82Xtnw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MmwviXo_nUBKutyPMqTq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lIIatBgQIyBCBKyRpwXk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19CzMmmFVoLGzPi7mbi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f_4aDOBVsYECI3JbAyf.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4.dO_ekF.CESN2He5aZ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fIBHnXkcLONZmjM9MHDH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usJeHQIZnzWrl.WB_Zp.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uWRDiwLhNXLsL8hEA6Mr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rD9lcOrFrzt0YilfszKk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_sD2v8UfbhrKg1xb3836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Mg9W5j4M1t1O3f3Ne8A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I3tomEd3NfE9CQ2ZhzVQ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F3Rbhi2Xo8NDouEVHYw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oQ.LirVWkldVmyhxBv4U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hNUCTdaWhHYOoFsgQp8V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ohJuJbi.1URV0fheOBP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OQr.L6aD3p7RMK_CN8D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fzOc8INC2hC9YiZZCAU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OJXcHEWrWUrTqOX1YVIE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kITHP_jrEPVbSM7iX1Wq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d292R6Ui329LkT0bWtuh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pWg9sg42GMLqE97pFdHq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nL_TM4OG53YG6LTrmTP9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nkkcK8SB2XJHVRnNya3u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02bDOU.E7eAcPaOVqAFx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4sVdUacmvPfN.OoKfdQ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NxudiBEApV_yT39wN5hW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Q24CVO7T_.M5j749dTr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w6DLP9UgqwraIzyAq8jP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v9LSGchGh6fRd495vzKN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SxRKhdYa_8GF75SUtvIF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yfh6aShcGZ6uF8AbyN6l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mPdSMHXr5WkFEt_2IrCZ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2YGZ1HAmoGOJi3Prjm7e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q3F3g7Xi3i9wz6tszLQn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EXSoeRCpWQWHpn6W_vW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5VJxoOU9AEIpJVi87mE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ocYNmeXMR.8Y9HXpLDqP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25ZO9s7gmKBaDAywKHji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f.9ADcQ3yChCxKZECB7j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kXqd0BsLfyLn3lvgOtbu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K7zDkGH1L1QrQpF.fw_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DBjmjOyIJ.eaZNYvjIBt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lOqCsUtmhgZMpzJfyv4d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0Dh6c0fYkcMhnu6gAUQLA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yGiaDL0htqGhmDVP2XOR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RNIr7p1bdy036c3PO55J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cw6v2iXcdjR1DOki3kXkA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CTAZ.uKl7KP3pHXEExVK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BSNMgJt9lKLOScDmJpR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2UMkUlq3r.g9CQVAaEY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_bywTaKbPwuZ3VK4lYlK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160P7snLGGKWsSDlu3B0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it77BgGh_CzFUXzc08gA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pN2A4uxd34XtXO7QLTB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oqx9uaMQExNZM5Gsja.y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cwwRrb7z1BOIsYkflRz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QCzKtRjQRtlBYsE3ggkT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owctAqDW.Ry2QCIESI9_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1JHLlCa9t9Vblqt77YWtQ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WhT12cWcQsVOlaL5lwRpQ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rqLowRlpJjqnI926PdT5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XQniJglPg2xgYVSxconjA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eAimL58vDucKlA90dLc.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z7oidwMoH6dBnIZXhqpF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HVrkzr0xO8ZJqjTHoYQ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RvT4jCrodR9Yteuhq7qK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GHTQZIG7MfesLGH6EdOP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hm8bEYwb.0q0EgP2fzr4Q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wHQ.deHtNSCz0yQ8e62Z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rw9n4TWWtWT.buVri8zi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R6GG4sCQu.KqNTBLR39oQ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uz2YgMsC2Ihb9VehQydG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a1jjcQdRHNfpgK68xZqq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g204dREkNhnDrGe1vBZe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JWOhdS2yJHF2GJ4W_gTp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k0qzqd576wChbRzOV4Xd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3k_kDyy4P.eJluFlPLPJQ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skhzLAecGEVE79smIC5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jM_zDHcVwuaA7JqS.c0K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o2mXFmOJ7kptO0SBc6v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lGSnhUmZq.wn.ZHJ2RxQ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.nbHVXvxPg7YDHYIl6TLQ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JETgBvByDshd5vG7IE0l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E7dnkbRhXczoJZowDRzw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6v_hS6n692X.3odnwyPF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RUMHqeANwLZKPsAWqZc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A2h.ZoXQrhlgv44teO0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wCTRotciC00bN33mw8f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NYJVYTEEIycm3p2fdMcHQ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Jm0mlSPLKQpLNbap2xg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0CZWFTPuaW2sNG6LMF15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wkkcBQocRH5BXYbhhzrR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T4HNKuJhYytr3bSY.0UZ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umXmGPdKCilK8w5TCQQnQ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ThNX4l_XGmXrCwhsI2lA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5EhFm5KfPVsFzjmsbszl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3iAi.nNyGN0KaKOKHkar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GDiKBa9wAKzxgtXHJnjGw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78H5qbwraifOG73OtTBO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_DVDTW2wpoDJkJWs5jwU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P4i87ruh86LWcEtjSuaIA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sbKo.Z7K_1Dlzf86u4To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MkZ4MZiwTL2wWVDdSJIZ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gNQD0danbBjbfDlVnBuB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xV52dBOnQHGyn8LMsY2B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qlL.hgg.rgFDn3lJ30hPA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OG7YsB8GZbJDy04.JH7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dZMIj22cPNP1bpkGbCv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iWUEbLv6edLWaW_feIABA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xpTdcDMvvf8J4lVDhyrh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p9vX0imKCbl87sfyiJp_Q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RrC34dc6aXOBWjVUH1EIw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glcSzj88TGDmd.GPIQ.A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VsG7Y32EfYQ.dCMupN6w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P7P1kxQmVulleH8g8gOe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mJoal1IWV_7.25AJiJT7Q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svl_NLoAcBwhPs7uTP.w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hH6UlXoSKAxkMlyrVigO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gVpArBMQx4sUpEFi0lClg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rGLaTmPogrJTqtUKAETw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.zibeyLDmbW8PxIolOYA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HQrQrkz3KR09bvsxxAj7A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1EH7ufUiHMehPwyYbLIpw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8g7lkkLwtDp0Zn15e8H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EgqucnRIAnO2ggMvmU9g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XyQRrBBT3ysiiPJ0KBXZQ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rUl3fuT5S8qfEfTZUX9g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yTGqFJ1oRN16oymzrQqrQ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MPBtHQWPn.s_xD8ZI91g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chk4eNVCTShozOQwgeh8w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0BvcDODhCF4E3UcHb4eQ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Ydn.fNbJwSw3gUwcXZ5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mZjSH669QMSeXlqp4jy6A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KuXUTZg8aYfwf8pVaY4Mg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aqempgNzkq0iRv8Uajk1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If1bE6QxBJ_xqJW.KKOGA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QnMjSR2unN0gQf5ziJWg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.TmNXrahP80ClXyvFnZ6w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MClXN2GMjFHkPxlNBTct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24tQE.HmR1BjAELNPYn_A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CT9abtpGCc2j6mUdlg_A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J6B4NtyhvLqQU_R8xJhS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7I4xmfctOui.aQW_jz5rA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96uwVsA4qWJhHyprQ2EBw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hvjWNIO.HVsrlbIVlYfOA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T0UH.Bv6658mzkBcBEET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I0l8xCtA9k8xIFRFZZIjA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y5.ggayAKxTCQMmNOzz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VBo0cpzwNk6DqZr.NPRNg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8l37yjrRasluL4XPywIKQ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jKw8Bo4IZMf5Ut1W2KXCg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ffYP8ngD1xo9dnDuXPSw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kZiHU8PQ6WHx3kJwBs63w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mqPUEy2KcCHmLNuKFa9w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94eoQV2sSCOFHc3bPzYA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jIDHApEWXkVM4gv_y0Mg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G9jY.NO1wQY12iMmkGgZg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bYr2M_dT.XQG0EBDE3ndw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9A2zp8CmEiliUGJ6N0TBw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JCOCRbk8JLaEqJmdF2gdA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esR.1xbguPRo8sUscHahA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J02D1i9j_AQwlqTgGBYLg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nmzgcVt5Ft4PKcHH1ODqg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8e7f7c-e167-4420-8190-6631f49e2921">
      <Terms xmlns="http://schemas.microsoft.com/office/infopath/2007/PartnerControls"/>
    </lcf76f155ced4ddcb4097134ff3c332f>
    <TaxCatchAll xmlns="3a21408b-e1fe-4237-83d6-eb652c6621b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CD7FEB3F48C8B4E853E97D32FBF5B65" ma:contentTypeVersion="15" ma:contentTypeDescription="Crie um novo documento." ma:contentTypeScope="" ma:versionID="0dd93441a2daa6b9bfdc9d188edbb66c">
  <xsd:schema xmlns:xsd="http://www.w3.org/2001/XMLSchema" xmlns:xs="http://www.w3.org/2001/XMLSchema" xmlns:p="http://schemas.microsoft.com/office/2006/metadata/properties" xmlns:ns2="1c8e7f7c-e167-4420-8190-6631f49e2921" xmlns:ns3="3a21408b-e1fe-4237-83d6-eb652c6621b7" targetNamespace="http://schemas.microsoft.com/office/2006/metadata/properties" ma:root="true" ma:fieldsID="1698fc034b0997a41a2b8e98ec879c32" ns2:_="" ns3:_="">
    <xsd:import namespace="1c8e7f7c-e167-4420-8190-6631f49e2921"/>
    <xsd:import namespace="3a21408b-e1fe-4237-83d6-eb652c6621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8e7f7c-e167-4420-8190-6631f49e29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ec2d7677-7d61-4d42-9986-e604b7035f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21408b-e1fe-4237-83d6-eb652c6621b7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b0fd252a-01f5-46ac-a22b-9d05d8f733ec}" ma:internalName="TaxCatchAll" ma:showField="CatchAllData" ma:web="3a21408b-e1fe-4237-83d6-eb652c6621b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E3C0EC7-0BCA-4D83-A1E6-4CE8B50A6CF7}">
  <ds:schemaRefs>
    <ds:schemaRef ds:uri="c42f94b7-336e-42f7-adca-9ac30371cdfb"/>
    <ds:schemaRef ds:uri="http://purl.org/dc/terms/"/>
    <ds:schemaRef ds:uri="2b281220-f487-48f7-a23a-61b6c387c0af"/>
    <ds:schemaRef ds:uri="http://purl.org/dc/dcmitype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1c8e7f7c-e167-4420-8190-6631f49e2921"/>
    <ds:schemaRef ds:uri="3a21408b-e1fe-4237-83d6-eb652c6621b7"/>
  </ds:schemaRefs>
</ds:datastoreItem>
</file>

<file path=customXml/itemProps2.xml><?xml version="1.0" encoding="utf-8"?>
<ds:datastoreItem xmlns:ds="http://schemas.openxmlformats.org/officeDocument/2006/customXml" ds:itemID="{7CF70D0B-D678-4781-9D24-62267F683C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8e7f7c-e167-4420-8190-6631f49e2921"/>
    <ds:schemaRef ds:uri="3a21408b-e1fe-4237-83d6-eb652c6621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362C4CE-6929-42FB-B849-10D4B835A66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36089</TotalTime>
  <Words>1503</Words>
  <Application>Microsoft Office PowerPoint</Application>
  <PresentationFormat>Widescreen</PresentationFormat>
  <Paragraphs>734</Paragraphs>
  <Slides>5</Slides>
  <Notes>5</Notes>
  <HiddenSlides>0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4" baseType="lpstr">
      <vt:lpstr>Aptos Narrow</vt:lpstr>
      <vt:lpstr>Arial</vt:lpstr>
      <vt:lpstr>Calibri</vt:lpstr>
      <vt:lpstr>Suzano Display</vt:lpstr>
      <vt:lpstr>Suzano Text Light</vt:lpstr>
      <vt:lpstr>Suzano Unicase</vt:lpstr>
      <vt:lpstr>Wingdings</vt:lpstr>
      <vt:lpstr>Office Theme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WAGNER DIAS JUNIOR</cp:lastModifiedBy>
  <cp:revision>292</cp:revision>
  <dcterms:created xsi:type="dcterms:W3CDTF">2021-12-14T15:54:41Z</dcterms:created>
  <dcterms:modified xsi:type="dcterms:W3CDTF">2026-08-03T20:39:43Z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lpwstr>4714000.00000000</vt:lpwstr>
  </property>
  <property fmtid="{D5CDD505-2E9C-101B-9397-08002B2CF9AE}" pid="3" name="ContentTypeId">
    <vt:lpwstr>0x010100ACD7FEB3F48C8B4E853E97D32FBF5B65</vt:lpwstr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  <property fmtid="{D5CDD505-2E9C-101B-9397-08002B2CF9AE}" pid="7" name="MediaServiceImageTags">
    <vt:lpwstr/>
  </property>
</Properties>
</file>